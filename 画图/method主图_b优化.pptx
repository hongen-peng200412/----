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5256213" cy="6242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8EC9"/>
    <a:srgbClr val="799ECF"/>
    <a:srgbClr val="B3CDF1"/>
    <a:srgbClr val="719F94"/>
    <a:srgbClr val="C8E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588" y="-1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08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— 双编码器并行</a:t>
            </a:r>
          </a:p>
          <a:p>
            <a:r>
              <a:t>候选与配体两个编码器并排，各自向下形成表示，并在底部汇入评分。优点是两侧独立性和读出关系直观；不足是候选侧仍需克制地控制细节。</a:t>
            </a:r>
          </a:p>
          <a:p>
            <a:endParaRPr/>
          </a:p>
          <a:p>
            <a:r>
              <a:t>这张图与 Overview 分工：Overview 讲整体任务，此图解释 Methods。b 部分的密度盒、U-Net 特征块和受体原子采用独立高分辨率示意素材；文字、边框、连线及其余原有对象保持可编辑。按语义分组，可逐层取消组合。</a:t>
            </a:r>
          </a:p>
          <a:p>
            <a:endParaRPr/>
          </a:p>
          <a:p>
            <a:r>
              <a:t>绘图依据：论文草稿.nature.Stage1更新.docx / 论文草稿.operation.docx 中统一输入、Stage1-Find、Stage2-Match、Stage3-Build 方法段落；以及用户在历史图片上的批注与本轮要求。</a:t>
            </a:r>
          </a:p>
          <a:p>
            <a:r>
              <a:t>科学关系：密度由 4 × 2 × 7 构成 56 通道；受体原子有 50 维特征。受体嵌入通过 soft scatter 为体素分支供特征，同时为点云分支供真实原子表示；伪原子来自 binding-area 采样。多尺度信息只由 voxel 向 point 注入。PTV3 中真实原子为较大浅色球、伪原子为较小橙色实心菱形。</a:t>
            </a:r>
          </a:p>
          <a:p>
            <a:r>
              <a:t>Match 的 U-Net 只输出 h_j^vox；基础摘要一方面进入 FiLM 作为被调制对象，另一方面作为交叉注意力查询。口袋与 local cues（blob、伪原子）在图中独立，池化与注意力是并行读出。摘要拼接后经 MLP 为 FiLM 提供条件。示意不规定不同特征类型之间的参数共享、MLP 数量或逐次调制顺序。配体语言向量分别读取自身图与其他身份语言向量；两个编码器只在评分处汇合，前景头独立。</a:t>
            </a:r>
          </a:p>
          <a:p>
            <a:r>
              <a:t>Build 的 site p 来自 Find，配体身份以 SMILES 表示，结合口袋一起进入默认密度适配 PocketXMol 或符合适用条件的其他 docking 工具。默认分支与工具分支并列，非串联；不强行将其他工具定义为“无密度”。</a:t>
            </a:r>
          </a:p>
          <a:p>
            <a:endParaRPr/>
          </a:p>
          <a:p>
            <a:r>
              <a:t>抽象与限制：模型尺度仅作代表性展开，不表示实际层数/宽度；Find 的候选阈值与 Gaussian 候选打分未展开；recycle 以成对状态符号表示，并非 PTV3 内任意跳连。所有受体/概率/blob/化学结构/矩阵都是合成示意，不是真实 PDB、实验密度或预测成绩。受体原子概率颜色为蓝—白—红，没有密度背景。正式投稿时可替换少量示意为统一样本的真实渲染，箭头与文字仍保持矢量。</a:t>
            </a:r>
          </a:p>
          <a:p>
            <a:endParaRPr/>
          </a:p>
          <a:p>
            <a:r>
              <a:t>页面尺寸：146 × 173.375 mm；正文主要标签约 7–9 pt，小型数学下标与次级标签更小。建议把 146 mm 和 159 mm 两种插入尺寸一起检查。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MethodB2" Type="http://schemas.openxmlformats.org/officeDocument/2006/relationships/image" Target="../media/method_b_asset_2.png"/><Relationship Id="rIdMethodB3" Type="http://schemas.openxmlformats.org/officeDocument/2006/relationships/image" Target="../media/method_b_asset_3.png"/><Relationship Id="rIdMethodB4" Type="http://schemas.openxmlformats.org/officeDocument/2006/relationships/image" Target="../media/method_b_asset_4.png"/><Relationship Id="rIdMethodB5" Type="http://schemas.openxmlformats.org/officeDocument/2006/relationships/image" Target="../media/method_b_asset_5.png"/><Relationship Id="rIdMethodB6" Type="http://schemas.openxmlformats.org/officeDocument/2006/relationships/image" Target="../media/method_b_asset_6.png"/><Relationship Id="rIdMethodB7" Type="http://schemas.openxmlformats.org/officeDocument/2006/relationships/image" Target="../media/method_b_asset_7.png"/><Relationship Id="rIdMethodB8" Type="http://schemas.openxmlformats.org/officeDocument/2006/relationships/image" Target="../media/method_b_asset_8.png"/><Relationship Id="rIdMethodB9" Type="http://schemas.openxmlformats.org/officeDocument/2006/relationships/image" Target="../media/method_b_asset_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ethodB2" Type="http://schemas.openxmlformats.org/officeDocument/2006/relationships/image" Target="../media/method_b_asset_2.png"/><Relationship Id="rIdMethodB3" Type="http://schemas.openxmlformats.org/officeDocument/2006/relationships/image" Target="../media/method_b_asset_3.png"/><Relationship Id="rIdMethodB4" Type="http://schemas.openxmlformats.org/officeDocument/2006/relationships/image" Target="../media/method_b_asset_4.png"/><Relationship Id="rIdMethodB5" Type="http://schemas.openxmlformats.org/officeDocument/2006/relationships/image" Target="../media/method_b_asset_5.png"/><Relationship Id="rIdMethodB6" Type="http://schemas.openxmlformats.org/officeDocument/2006/relationships/image" Target="../media/method_b_asset_6.png"/><Relationship Id="rIdMethodB7" Type="http://schemas.openxmlformats.org/officeDocument/2006/relationships/image" Target="../media/method_b_asset_7.png"/><Relationship Id="rIdMethodB8" Type="http://schemas.openxmlformats.org/officeDocument/2006/relationships/image" Target="../media/method_b_asset_8.png"/><Relationship Id="rIdMethodB9" Type="http://schemas.openxmlformats.org/officeDocument/2006/relationships/image" Target="../media/method_b_asset_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2 — 双编码器并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_0001"/>
          <p:cNvSpPr/>
          <p:nvPr/>
        </p:nvSpPr>
        <p:spPr>
          <a:xfrm>
            <a:off x="65700" y="65700"/>
            <a:ext cx="893520" cy="5272425"/>
          </a:xfrm>
          <a:prstGeom prst="roundRect">
            <a:avLst>
              <a:gd name="adj" fmla="val 4412"/>
            </a:avLst>
          </a:prstGeom>
          <a:solidFill>
            <a:srgbClr val="F9FBFD"/>
          </a:solidFill>
          <a:ln w="6480" cap="rnd" cmpd="sng" algn="ctr">
            <a:solidFill>
              <a:srgbClr val="C3D2E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4" name="a | panel label"/>
          <p:cNvSpPr txBox="1"/>
          <p:nvPr/>
        </p:nvSpPr>
        <p:spPr>
          <a:xfrm>
            <a:off x="128115" y="85410"/>
            <a:ext cx="138029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a</a:t>
            </a:r>
            <a:endParaRPr lang="en-US" sz="1061"/>
          </a:p>
        </p:txBody>
      </p:sp>
      <p:grpSp>
        <p:nvGrpSpPr>
          <p:cNvPr id="5" name="Text | Shared input / representation"/>
          <p:cNvGrpSpPr/>
          <p:nvPr/>
        </p:nvGrpSpPr>
        <p:grpSpPr>
          <a:xfrm>
            <a:off x="266085" y="108405"/>
            <a:ext cx="835165" cy="256821"/>
            <a:chOff x="266085" y="108405"/>
            <a:chExt cx="835165" cy="256821"/>
          </a:xfrm>
        </p:grpSpPr>
        <p:sp>
          <p:nvSpPr>
            <p:cNvPr id="6" name="Text | Shared input"/>
            <p:cNvSpPr txBox="1"/>
            <p:nvPr/>
          </p:nvSpPr>
          <p:spPr>
            <a:xfrm>
              <a:off x="266085" y="108405"/>
              <a:ext cx="729063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Shared input</a:t>
              </a:r>
              <a:endParaRPr lang="en-US" sz="750"/>
            </a:p>
          </p:txBody>
        </p:sp>
        <p:sp>
          <p:nvSpPr>
            <p:cNvPr id="7" name="Text | representation"/>
            <p:cNvSpPr txBox="1"/>
            <p:nvPr/>
          </p:nvSpPr>
          <p:spPr>
            <a:xfrm>
              <a:off x="266085" y="229950"/>
              <a:ext cx="835165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representation</a:t>
              </a:r>
              <a:endParaRPr lang="en-US" sz="750" dirty="0"/>
            </a:p>
          </p:txBody>
        </p:sp>
      </p:grpSp>
      <p:sp>
        <p:nvSpPr>
          <p:cNvPr id="9" name="Text | Density bank"/>
          <p:cNvSpPr txBox="1"/>
          <p:nvPr/>
        </p:nvSpPr>
        <p:spPr>
          <a:xfrm>
            <a:off x="138600" y="4680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Density bank</a:t>
            </a:r>
            <a:endParaRPr lang="en-US" sz="740" dirty="0"/>
          </a:p>
        </p:txBody>
      </p:sp>
      <p:sp>
        <p:nvSpPr>
          <p:cNvPr id="138" name="Text | M"/>
          <p:cNvSpPr txBox="1"/>
          <p:nvPr/>
        </p:nvSpPr>
        <p:spPr>
          <a:xfrm>
            <a:off x="12780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exp</a:t>
            </a:r>
            <a:endParaRPr lang="en-US" sz="660" dirty="0"/>
          </a:p>
        </p:txBody>
      </p:sp>
      <p:sp>
        <p:nvSpPr>
          <p:cNvPr id="266" name="Text | M"/>
          <p:cNvSpPr txBox="1"/>
          <p:nvPr/>
        </p:nvSpPr>
        <p:spPr>
          <a:xfrm>
            <a:off x="53712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sim</a:t>
            </a:r>
            <a:endParaRPr lang="en-US" sz="660" dirty="0"/>
          </a:p>
        </p:txBody>
      </p:sp>
      <p:sp>
        <p:nvSpPr>
          <p:cNvPr id="394" name="Text | M"/>
          <p:cNvSpPr txBox="1"/>
          <p:nvPr/>
        </p:nvSpPr>
        <p:spPr>
          <a:xfrm>
            <a:off x="12780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endParaRPr lang="en-US" sz="660" dirty="0"/>
          </a:p>
        </p:txBody>
      </p:sp>
      <p:sp>
        <p:nvSpPr>
          <p:cNvPr id="522" name="Text | M"/>
          <p:cNvSpPr txBox="1"/>
          <p:nvPr/>
        </p:nvSpPr>
        <p:spPr>
          <a:xfrm>
            <a:off x="53712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r>
              <a:rPr lang="en-US" sz="530" b="0" i="0" baseline="30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+</a:t>
            </a:r>
            <a:endParaRPr lang="en-US" sz="660" dirty="0"/>
          </a:p>
        </p:txBody>
      </p:sp>
      <p:cxnSp>
        <p:nvCxnSpPr>
          <p:cNvPr id="523" name="path_0515"/>
          <p:cNvCxnSpPr/>
          <p:nvPr/>
        </p:nvCxnSpPr>
        <p:spPr>
          <a:xfrm>
            <a:off x="187245" y="1609650"/>
            <a:ext cx="650430" cy="0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4" name="path_0516"/>
          <p:cNvCxnSpPr/>
          <p:nvPr/>
        </p:nvCxnSpPr>
        <p:spPr>
          <a:xfrm>
            <a:off x="18724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5" name="path_0517"/>
          <p:cNvCxnSpPr/>
          <p:nvPr/>
        </p:nvCxnSpPr>
        <p:spPr>
          <a:xfrm>
            <a:off x="83767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6" name="Text | 4 base fields"/>
          <p:cNvSpPr txBox="1"/>
          <p:nvPr/>
        </p:nvSpPr>
        <p:spPr>
          <a:xfrm>
            <a:off x="138600" y="1638000"/>
            <a:ext cx="747720" cy="126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base fields</a:t>
            </a:r>
            <a:endParaRPr lang="en-US" sz="690" dirty="0"/>
          </a:p>
        </p:txBody>
      </p:sp>
      <p:grpSp>
        <p:nvGrpSpPr>
          <p:cNvPr id="527" name="a | arrow base fields to normalizations"/>
          <p:cNvGrpSpPr/>
          <p:nvPr/>
        </p:nvGrpSpPr>
        <p:grpSpPr>
          <a:xfrm>
            <a:off x="498548" y="1767330"/>
            <a:ext cx="27824" cy="95265"/>
            <a:chOff x="498548" y="1767330"/>
            <a:chExt cx="27824" cy="95265"/>
          </a:xfrm>
        </p:grpSpPr>
        <p:cxnSp>
          <p:nvCxnSpPr>
            <p:cNvPr id="528" name="Arrow |  →  | path"/>
            <p:cNvCxnSpPr/>
            <p:nvPr/>
          </p:nvCxnSpPr>
          <p:spPr>
            <a:xfrm>
              <a:off x="512460" y="1767330"/>
              <a:ext cx="0" cy="9526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9" name="Arrow |  →  | editable arrowhead"/>
            <p:cNvSpPr/>
            <p:nvPr/>
          </p:nvSpPr>
          <p:spPr>
            <a:xfrm>
              <a:off x="498548" y="1830238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30" name="Text | 2 normalizations"/>
          <p:cNvSpPr txBox="1"/>
          <p:nvPr/>
        </p:nvSpPr>
        <p:spPr>
          <a:xfrm>
            <a:off x="138600" y="18720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2 normalizations</a:t>
            </a:r>
            <a:endParaRPr lang="en-US" sz="680" dirty="0"/>
          </a:p>
        </p:txBody>
      </p:sp>
      <p:sp>
        <p:nvSpPr>
          <p:cNvPr id="531" name="Text | Raw"/>
          <p:cNvSpPr txBox="1"/>
          <p:nvPr/>
        </p:nvSpPr>
        <p:spPr>
          <a:xfrm>
            <a:off x="13140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Raw</a:t>
            </a:r>
            <a:endParaRPr lang="en-US" sz="620" dirty="0"/>
          </a:p>
        </p:txBody>
      </p:sp>
      <p:sp>
        <p:nvSpPr>
          <p:cNvPr id="532" name="Text | Z-score"/>
          <p:cNvSpPr txBox="1"/>
          <p:nvPr/>
        </p:nvSpPr>
        <p:spPr>
          <a:xfrm>
            <a:off x="54072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Z-score</a:t>
            </a:r>
            <a:endParaRPr lang="en-US" sz="620" dirty="0"/>
          </a:p>
        </p:txBody>
      </p:sp>
      <p:grpSp>
        <p:nvGrpSpPr>
          <p:cNvPr id="789" name="a | arrow normalizations to views"/>
          <p:cNvGrpSpPr/>
          <p:nvPr/>
        </p:nvGrpSpPr>
        <p:grpSpPr>
          <a:xfrm>
            <a:off x="498548" y="2470320"/>
            <a:ext cx="27824" cy="111690"/>
            <a:chOff x="498548" y="2470320"/>
            <a:chExt cx="27824" cy="111690"/>
          </a:xfrm>
        </p:grpSpPr>
        <p:cxnSp>
          <p:nvCxnSpPr>
            <p:cNvPr id="790" name="Arrow |  →  | path"/>
            <p:cNvCxnSpPr/>
            <p:nvPr/>
          </p:nvCxnSpPr>
          <p:spPr>
            <a:xfrm>
              <a:off x="512460" y="2470320"/>
              <a:ext cx="0" cy="11169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1" name="Arrow |  →  | editable arrowhead"/>
            <p:cNvSpPr/>
            <p:nvPr/>
          </p:nvSpPr>
          <p:spPr>
            <a:xfrm>
              <a:off x="498548" y="25496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92" name="Text | 7 spatial views"/>
          <p:cNvSpPr txBox="1"/>
          <p:nvPr/>
        </p:nvSpPr>
        <p:spPr>
          <a:xfrm>
            <a:off x="138600" y="262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7 spatial views</a:t>
            </a:r>
            <a:endParaRPr lang="en-US" sz="680" dirty="0"/>
          </a:p>
        </p:txBody>
      </p:sp>
      <p:sp>
        <p:nvSpPr>
          <p:cNvPr id="920" name="Text | Identity"/>
          <p:cNvSpPr txBox="1"/>
          <p:nvPr/>
        </p:nvSpPr>
        <p:spPr>
          <a:xfrm>
            <a:off x="131400" y="30744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</a:t>
            </a:r>
            <a:endParaRPr lang="en-US" sz="585" dirty="0"/>
          </a:p>
        </p:txBody>
      </p:sp>
      <p:sp>
        <p:nvSpPr>
          <p:cNvPr id="1049" name="Text | Gaussian ×2"/>
          <p:cNvSpPr txBox="1"/>
          <p:nvPr/>
        </p:nvSpPr>
        <p:spPr>
          <a:xfrm>
            <a:off x="522720" y="3074400"/>
            <a:ext cx="388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Gaussian ×2</a:t>
            </a:r>
            <a:endParaRPr lang="en-US" sz="565" dirty="0"/>
          </a:p>
        </p:txBody>
      </p:sp>
      <p:sp>
        <p:nvSpPr>
          <p:cNvPr id="1178" name="Text | DoG ×2"/>
          <p:cNvSpPr txBox="1"/>
          <p:nvPr/>
        </p:nvSpPr>
        <p:spPr>
          <a:xfrm>
            <a:off x="131400" y="34740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DoG ×2</a:t>
            </a:r>
            <a:endParaRPr lang="en-US" sz="585" dirty="0"/>
          </a:p>
        </p:txBody>
      </p:sp>
      <p:sp>
        <p:nvSpPr>
          <p:cNvPr id="1307" name="Text | Receptor / suppression / ×2"/>
          <p:cNvSpPr txBox="1"/>
          <p:nvPr/>
        </p:nvSpPr>
        <p:spPr>
          <a:xfrm>
            <a:off x="522720" y="3470400"/>
            <a:ext cx="388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suppression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×2</a:t>
            </a:r>
            <a:endParaRPr lang="en-US" sz="555" dirty="0"/>
          </a:p>
        </p:txBody>
      </p:sp>
      <p:grpSp>
        <p:nvGrpSpPr>
          <p:cNvPr id="1311" name="a | arrow views to 56 channels"/>
          <p:cNvGrpSpPr/>
          <p:nvPr/>
        </p:nvGrpSpPr>
        <p:grpSpPr>
          <a:xfrm>
            <a:off x="498600" y="3744000"/>
            <a:ext cx="27720" cy="97200"/>
            <a:chOff x="498548" y="3682485"/>
            <a:chExt cx="27824" cy="101835"/>
          </a:xfrm>
        </p:grpSpPr>
        <p:cxnSp>
          <p:nvCxnSpPr>
            <p:cNvPr id="1312" name="Arrow |  →  | path"/>
            <p:cNvCxnSpPr/>
            <p:nvPr/>
          </p:nvCxnSpPr>
          <p:spPr>
            <a:xfrm>
              <a:off x="512460" y="3682485"/>
              <a:ext cx="0" cy="10183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3" name="Arrow |  →  | editable arrowhead"/>
            <p:cNvSpPr/>
            <p:nvPr/>
          </p:nvSpPr>
          <p:spPr>
            <a:xfrm>
              <a:off x="498548" y="375196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447" name="Text | 56 channels"/>
          <p:cNvSpPr txBox="1"/>
          <p:nvPr/>
        </p:nvSpPr>
        <p:spPr>
          <a:xfrm>
            <a:off x="138600" y="42408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56 channels</a:t>
            </a:r>
            <a:endParaRPr lang="en-US" sz="750" dirty="0"/>
          </a:p>
        </p:txBody>
      </p:sp>
      <p:sp>
        <p:nvSpPr>
          <p:cNvPr id="1448" name="Text | 4 × 2 × 7"/>
          <p:cNvSpPr txBox="1"/>
          <p:nvPr/>
        </p:nvSpPr>
        <p:spPr>
          <a:xfrm>
            <a:off x="138600" y="4392000"/>
            <a:ext cx="74772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× 2 × 7</a:t>
            </a:r>
            <a:endParaRPr lang="en-US" sz="630" dirty="0"/>
          </a:p>
        </p:txBody>
      </p:sp>
      <p:cxnSp>
        <p:nvCxnSpPr>
          <p:cNvPr id="1449" name="path_1422"/>
          <p:cNvCxnSpPr/>
          <p:nvPr/>
        </p:nvCxnSpPr>
        <p:spPr>
          <a:xfrm>
            <a:off x="134685" y="4576005"/>
            <a:ext cx="758835" cy="0"/>
          </a:xfrm>
          <a:prstGeom prst="line">
            <a:avLst/>
          </a:prstGeom>
          <a:noFill/>
          <a:ln w="12700" cap="rnd" cmpd="sng" algn="ctr">
            <a:solidFill>
              <a:srgbClr val="C5D4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0" name="Text | Receptor atoms"/>
          <p:cNvSpPr txBox="1"/>
          <p:nvPr/>
        </p:nvSpPr>
        <p:spPr>
          <a:xfrm>
            <a:off x="138600" y="460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 atoms</a:t>
            </a:r>
            <a:endParaRPr lang="en-US" sz="680" dirty="0"/>
          </a:p>
        </p:txBody>
      </p:sp>
      <p:grpSp>
        <p:nvGrpSpPr>
          <p:cNvPr id="1563" name="Arrow |  → "/>
          <p:cNvGrpSpPr/>
          <p:nvPr/>
        </p:nvGrpSpPr>
        <p:grpSpPr>
          <a:xfrm>
            <a:off x="479610" y="4913802"/>
            <a:ext cx="75555" cy="27397"/>
            <a:chOff x="479610" y="4913802"/>
            <a:chExt cx="75555" cy="27397"/>
          </a:xfrm>
        </p:grpSpPr>
        <p:cxnSp>
          <p:nvCxnSpPr>
            <p:cNvPr id="1564" name="Arrow |  →  | path"/>
            <p:cNvCxnSpPr/>
            <p:nvPr/>
          </p:nvCxnSpPr>
          <p:spPr>
            <a:xfrm>
              <a:off x="479610" y="4927500"/>
              <a:ext cx="75555" cy="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5" name="Arrow |  →  | editable arrowhead"/>
            <p:cNvSpPr/>
            <p:nvPr/>
          </p:nvSpPr>
          <p:spPr>
            <a:xfrm>
              <a:off x="523301" y="4913802"/>
              <a:ext cx="31864" cy="27397"/>
            </a:xfrm>
            <a:custGeom>
              <a:avLst/>
              <a:gdLst/>
              <a:ahLst/>
              <a:cxnLst/>
              <a:rect l="0" t="0" r="w" b="h"/>
              <a:pathLst>
                <a:path w="31864" h="27397" stroke="0" extrusionOk="0">
                  <a:moveTo>
                    <a:pt x="31864" y="13698"/>
                  </a:moveTo>
                  <a:lnTo>
                    <a:pt x="0" y="2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180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573" name="Text | 50 features / atom"/>
          <p:cNvSpPr txBox="1"/>
          <p:nvPr/>
        </p:nvSpPr>
        <p:spPr>
          <a:xfrm>
            <a:off x="120600" y="5112000"/>
            <a:ext cx="783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50 features / atom</a:t>
            </a:r>
            <a:endParaRPr lang="en-US" sz="620" dirty="0"/>
          </a:p>
        </p:txBody>
      </p:sp>
      <p:grpSp>
        <p:nvGrpSpPr>
          <p:cNvPr id="1708" name="Arrow | shared_input → find_density"/>
          <p:cNvGrpSpPr/>
          <p:nvPr/>
        </p:nvGrpSpPr>
        <p:grpSpPr>
          <a:xfrm>
            <a:off x="959220" y="757422"/>
            <a:ext cx="174105" cy="29105"/>
            <a:chOff x="959220" y="757422"/>
            <a:chExt cx="174105" cy="29105"/>
          </a:xfrm>
        </p:grpSpPr>
        <p:cxnSp>
          <p:nvCxnSpPr>
            <p:cNvPr id="1709" name="Arrow | shared_input → find_density | path"/>
            <p:cNvCxnSpPr/>
            <p:nvPr/>
          </p:nvCxnSpPr>
          <p:spPr>
            <a:xfrm>
              <a:off x="959220" y="771975"/>
              <a:ext cx="174105" cy="0"/>
            </a:xfrm>
            <a:prstGeom prst="line">
              <a:avLst/>
            </a:prstGeom>
            <a:noFill/>
            <a:ln w="1270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10" name="Arrow | shared_input → find_density | editable arrowhead"/>
            <p:cNvSpPr/>
            <p:nvPr/>
          </p:nvSpPr>
          <p:spPr>
            <a:xfrm>
              <a:off x="1099490" y="757422"/>
              <a:ext cx="33836" cy="29105"/>
            </a:xfrm>
            <a:custGeom>
              <a:avLst/>
              <a:gdLst/>
              <a:ahLst/>
              <a:cxnLst/>
              <a:rect l="0" t="0" r="w" b="h"/>
              <a:pathLst>
                <a:path w="33836" h="29105" stroke="0" extrusionOk="0">
                  <a:moveTo>
                    <a:pt x="33836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467" name="c | V2 paired encoders with scoring at the foot"/>
          <p:cNvGrpSpPr/>
          <p:nvPr/>
        </p:nvGrpSpPr>
        <p:grpSpPr>
          <a:xfrm>
            <a:off x="959220" y="2378340"/>
            <a:ext cx="4231080" cy="2959785"/>
            <a:chOff x="959220" y="2378340"/>
            <a:chExt cx="4231080" cy="2959785"/>
          </a:xfrm>
        </p:grpSpPr>
        <p:sp>
          <p:nvSpPr>
            <p:cNvPr id="2468" name="c | panel background"/>
            <p:cNvSpPr/>
            <p:nvPr/>
          </p:nvSpPr>
          <p:spPr>
            <a:xfrm>
              <a:off x="1051200" y="2378340"/>
              <a:ext cx="4139100" cy="2959785"/>
            </a:xfrm>
            <a:prstGeom prst="roundRect">
              <a:avLst>
                <a:gd name="adj" fmla="val 1332"/>
              </a:avLst>
            </a:prstGeom>
            <a:solidFill>
              <a:srgbClr val="F5FBF8"/>
            </a:solidFill>
            <a:ln w="6480" cap="rnd" cmpd="sng" algn="ctr">
              <a:solidFill>
                <a:srgbClr val="BFDC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469" name="Text | c"/>
            <p:cNvSpPr txBox="1"/>
            <p:nvPr/>
          </p:nvSpPr>
          <p:spPr>
            <a:xfrm>
              <a:off x="1123470" y="2384910"/>
              <a:ext cx="126981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61"/>
            </a:p>
          </p:txBody>
        </p:sp>
        <p:sp>
          <p:nvSpPr>
            <p:cNvPr id="2470" name="Text | Match: candidate-to-identity assignment"/>
            <p:cNvSpPr txBox="1"/>
            <p:nvPr/>
          </p:nvSpPr>
          <p:spPr>
            <a:xfrm>
              <a:off x="1264725" y="2404620"/>
              <a:ext cx="261630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Match: candidate-to-identity assignment</a:t>
              </a:r>
              <a:endParaRPr lang="en-US" sz="879"/>
            </a:p>
          </p:txBody>
        </p:sp>
        <p:sp>
          <p:nvSpPr>
            <p:cNvPr id="2471" name="Text | Candidate encoder"/>
            <p:cNvSpPr txBox="1"/>
            <p:nvPr/>
          </p:nvSpPr>
          <p:spPr>
            <a:xfrm>
              <a:off x="1143180" y="2595150"/>
              <a:ext cx="1046169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Candidate encoder</a:t>
              </a:r>
              <a:endParaRPr lang="en-US" sz="750"/>
            </a:p>
          </p:txBody>
        </p:sp>
        <p:sp>
          <p:nvSpPr>
            <p:cNvPr id="2472" name="Text | Identity encoder"/>
            <p:cNvSpPr txBox="1"/>
            <p:nvPr/>
          </p:nvSpPr>
          <p:spPr>
            <a:xfrm>
              <a:off x="3350700" y="2595150"/>
              <a:ext cx="922570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Identity encoder</a:t>
              </a:r>
              <a:endParaRPr lang="en-US" sz="750"/>
            </a:p>
          </p:txBody>
        </p:sp>
        <p:cxnSp>
          <p:nvCxnSpPr>
            <p:cNvPr id="2473" name="path_2368"/>
            <p:cNvCxnSpPr/>
            <p:nvPr/>
          </p:nvCxnSpPr>
          <p:spPr>
            <a:xfrm>
              <a:off x="3229155" y="2628000"/>
              <a:ext cx="0" cy="2191095"/>
            </a:xfrm>
            <a:prstGeom prst="line">
              <a:avLst/>
            </a:prstGeom>
            <a:noFill/>
            <a:ln w="4928" cap="rnd" cmpd="sng" algn="ctr">
              <a:solidFill>
                <a:srgbClr val="D1E3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74" name="Text | Density + atoms"/>
            <p:cNvSpPr txBox="1"/>
            <p:nvPr/>
          </p:nvSpPr>
          <p:spPr>
            <a:xfrm>
              <a:off x="1182600" y="2733120"/>
              <a:ext cx="68884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 + atoms</a:t>
              </a:r>
              <a:endParaRPr lang="en-US" sz="621"/>
            </a:p>
          </p:txBody>
        </p:sp>
        <p:grpSp>
          <p:nvGrpSpPr>
            <p:cNvPr id="2475" name="Density voxel illustration | exp"/>
            <p:cNvGrpSpPr/>
            <p:nvPr/>
          </p:nvGrpSpPr>
          <p:grpSpPr>
            <a:xfrm>
              <a:off x="1179315" y="2886201"/>
              <a:ext cx="295650" cy="262800"/>
              <a:chOff x="1179315" y="2886201"/>
              <a:chExt cx="295650" cy="262800"/>
            </a:xfrm>
          </p:grpSpPr>
          <p:sp>
            <p:nvSpPr>
              <p:cNvPr id="2476" name="path_2370"/>
              <p:cNvSpPr/>
              <p:nvPr/>
            </p:nvSpPr>
            <p:spPr>
              <a:xfrm>
                <a:off x="1179315" y="2886201"/>
                <a:ext cx="295650" cy="47304"/>
              </a:xfrm>
              <a:custGeom>
                <a:avLst/>
                <a:gdLst/>
                <a:ahLst/>
                <a:cxnLst/>
                <a:rect l="0" t="0" r="w" b="h"/>
                <a:pathLst>
                  <a:path w="295650" h="47304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295650" y="0"/>
                    </a:lnTo>
                    <a:lnTo>
                      <a:pt x="248346" y="47304"/>
                    </a:lnTo>
                    <a:close/>
                  </a:path>
                </a:pathLst>
              </a:custGeom>
              <a:solidFill>
                <a:srgbClr val="EEF6FB">
                  <a:alpha val="70000"/>
                </a:srgbClr>
              </a:solidFill>
              <a:ln w="2628" cap="rnd" cmpd="sng" algn="ctr">
                <a:solidFill>
                  <a:srgbClr val="367FB7">
                    <a:alpha val="7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7" name="path_2371"/>
              <p:cNvSpPr/>
              <p:nvPr/>
            </p:nvSpPr>
            <p:spPr>
              <a:xfrm>
                <a:off x="1427661" y="2886201"/>
                <a:ext cx="47304" cy="262800"/>
              </a:xfrm>
              <a:custGeom>
                <a:avLst/>
                <a:gdLst/>
                <a:ahLst/>
                <a:cxnLst/>
                <a:rect l="0" t="0" r="w" b="h"/>
                <a:pathLst>
                  <a:path w="47304" h="262800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47304" y="215496"/>
                    </a:lnTo>
                    <a:lnTo>
                      <a:pt x="0" y="262800"/>
                    </a:lnTo>
                    <a:close/>
                  </a:path>
                </a:pathLst>
              </a:custGeom>
              <a:solidFill>
                <a:srgbClr val="E1EEF6">
                  <a:alpha val="60000"/>
                </a:srgbClr>
              </a:solidFill>
              <a:ln w="2628" cap="rnd" cmpd="sng" algn="ctr">
                <a:solidFill>
                  <a:srgbClr val="367FB7">
                    <a:alpha val="6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8" name="rect_2372"/>
              <p:cNvSpPr/>
              <p:nvPr/>
            </p:nvSpPr>
            <p:spPr>
              <a:xfrm>
                <a:off x="1179315" y="2933505"/>
                <a:ext cx="248346" cy="215496"/>
              </a:xfrm>
              <a:prstGeom prst="rect">
                <a:avLst/>
              </a:prstGeom>
              <a:solidFill>
                <a:srgbClr val="F7FBFE"/>
              </a:solidFill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9" name="Density voxel cell"/>
              <p:cNvSpPr/>
              <p:nvPr/>
            </p:nvSpPr>
            <p:spPr>
              <a:xfrm>
                <a:off x="1180465" y="2934655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0" name="Density voxel cell"/>
              <p:cNvSpPr/>
              <p:nvPr/>
            </p:nvSpPr>
            <p:spPr>
              <a:xfrm>
                <a:off x="1203042" y="2934655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1" name="Density voxel cell"/>
              <p:cNvSpPr/>
              <p:nvPr/>
            </p:nvSpPr>
            <p:spPr>
              <a:xfrm>
                <a:off x="1225619" y="2934655"/>
                <a:ext cx="20277" cy="17291"/>
              </a:xfrm>
              <a:prstGeom prst="rect">
                <a:avLst/>
              </a:prstGeom>
              <a:solidFill>
                <a:srgbClr val="D3E5F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2" name="Density voxel cell"/>
              <p:cNvSpPr/>
              <p:nvPr/>
            </p:nvSpPr>
            <p:spPr>
              <a:xfrm>
                <a:off x="1248195" y="2934655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3" name="Density voxel cell"/>
              <p:cNvSpPr/>
              <p:nvPr/>
            </p:nvSpPr>
            <p:spPr>
              <a:xfrm>
                <a:off x="1270772" y="2934655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4" name="Density voxel cell"/>
              <p:cNvSpPr/>
              <p:nvPr/>
            </p:nvSpPr>
            <p:spPr>
              <a:xfrm>
                <a:off x="1293349" y="2934655"/>
                <a:ext cx="20277" cy="17291"/>
              </a:xfrm>
              <a:prstGeom prst="rect">
                <a:avLst/>
              </a:prstGeom>
              <a:solidFill>
                <a:srgbClr val="D9E8F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5" name="Density voxel cell"/>
              <p:cNvSpPr/>
              <p:nvPr/>
            </p:nvSpPr>
            <p:spPr>
              <a:xfrm>
                <a:off x="1315926" y="2934655"/>
                <a:ext cx="20277" cy="17291"/>
              </a:xfrm>
              <a:prstGeom prst="rect">
                <a:avLst/>
              </a:prstGeom>
              <a:solidFill>
                <a:srgbClr val="E9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6" name="Density voxel cell"/>
              <p:cNvSpPr/>
              <p:nvPr/>
            </p:nvSpPr>
            <p:spPr>
              <a:xfrm>
                <a:off x="1338503" y="2934655"/>
                <a:ext cx="20277" cy="17291"/>
              </a:xfrm>
              <a:prstGeom prst="rect">
                <a:avLst/>
              </a:prstGeom>
              <a:solidFill>
                <a:srgbClr val="F3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7" name="Density voxel cell"/>
              <p:cNvSpPr/>
              <p:nvPr/>
            </p:nvSpPr>
            <p:spPr>
              <a:xfrm>
                <a:off x="1361080" y="2934655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8" name="Density voxel cell"/>
              <p:cNvSpPr/>
              <p:nvPr/>
            </p:nvSpPr>
            <p:spPr>
              <a:xfrm>
                <a:off x="1383657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9" name="Density voxel cell"/>
              <p:cNvSpPr/>
              <p:nvPr/>
            </p:nvSpPr>
            <p:spPr>
              <a:xfrm>
                <a:off x="1406234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0" name="Density voxel cell"/>
              <p:cNvSpPr/>
              <p:nvPr/>
            </p:nvSpPr>
            <p:spPr>
              <a:xfrm>
                <a:off x="1180465" y="2954245"/>
                <a:ext cx="20277" cy="17291"/>
              </a:xfrm>
              <a:prstGeom prst="rect">
                <a:avLst/>
              </a:prstGeom>
              <a:solidFill>
                <a:srgbClr val="EBF3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1" name="Density voxel cell"/>
              <p:cNvSpPr/>
              <p:nvPr/>
            </p:nvSpPr>
            <p:spPr>
              <a:xfrm>
                <a:off x="1203042" y="2954245"/>
                <a:ext cx="20277" cy="17291"/>
              </a:xfrm>
              <a:prstGeom prst="rect">
                <a:avLst/>
              </a:prstGeom>
              <a:solidFill>
                <a:srgbClr val="D4E5F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2" name="Density voxel cell"/>
              <p:cNvSpPr/>
              <p:nvPr/>
            </p:nvSpPr>
            <p:spPr>
              <a:xfrm>
                <a:off x="1225619" y="2954245"/>
                <a:ext cx="20277" cy="17291"/>
              </a:xfrm>
              <a:prstGeom prst="rect">
                <a:avLst/>
              </a:prstGeom>
              <a:solidFill>
                <a:srgbClr val="B1D0E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3" name="Density voxel cell"/>
              <p:cNvSpPr/>
              <p:nvPr/>
            </p:nvSpPr>
            <p:spPr>
              <a:xfrm>
                <a:off x="1248195" y="2954245"/>
                <a:ext cx="20277" cy="17291"/>
              </a:xfrm>
              <a:prstGeom prst="rect">
                <a:avLst/>
              </a:prstGeom>
              <a:solidFill>
                <a:srgbClr val="98C0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4" name="Density voxel cell"/>
              <p:cNvSpPr/>
              <p:nvPr/>
            </p:nvSpPr>
            <p:spPr>
              <a:xfrm>
                <a:off x="1270772" y="2954245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5" name="Density voxel cell"/>
              <p:cNvSpPr/>
              <p:nvPr/>
            </p:nvSpPr>
            <p:spPr>
              <a:xfrm>
                <a:off x="1293349" y="2954245"/>
                <a:ext cx="20277" cy="17291"/>
              </a:xfrm>
              <a:prstGeom prst="rect">
                <a:avLst/>
              </a:prstGeom>
              <a:solidFill>
                <a:srgbClr val="BCD6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6" name="Density voxel cell"/>
              <p:cNvSpPr/>
              <p:nvPr/>
            </p:nvSpPr>
            <p:spPr>
              <a:xfrm>
                <a:off x="1315926" y="2954245"/>
                <a:ext cx="20277" cy="17291"/>
              </a:xfrm>
              <a:prstGeom prst="rect">
                <a:avLst/>
              </a:prstGeom>
              <a:solidFill>
                <a:srgbClr val="DCEAF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7" name="Density voxel cell"/>
              <p:cNvSpPr/>
              <p:nvPr/>
            </p:nvSpPr>
            <p:spPr>
              <a:xfrm>
                <a:off x="1338503" y="2954245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8" name="Density voxel cell"/>
              <p:cNvSpPr/>
              <p:nvPr/>
            </p:nvSpPr>
            <p:spPr>
              <a:xfrm>
                <a:off x="1361080" y="2954245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9" name="Density voxel cell"/>
              <p:cNvSpPr/>
              <p:nvPr/>
            </p:nvSpPr>
            <p:spPr>
              <a:xfrm>
                <a:off x="1383657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0" name="Density voxel cell"/>
              <p:cNvSpPr/>
              <p:nvPr/>
            </p:nvSpPr>
            <p:spPr>
              <a:xfrm>
                <a:off x="1406234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1" name="Density voxel cell"/>
              <p:cNvSpPr/>
              <p:nvPr/>
            </p:nvSpPr>
            <p:spPr>
              <a:xfrm>
                <a:off x="1180465" y="2973836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2" name="Density voxel cell"/>
              <p:cNvSpPr/>
              <p:nvPr/>
            </p:nvSpPr>
            <p:spPr>
              <a:xfrm>
                <a:off x="1203042" y="2973836"/>
                <a:ext cx="20277" cy="17291"/>
              </a:xfrm>
              <a:prstGeom prst="rect">
                <a:avLst/>
              </a:prstGeom>
              <a:solidFill>
                <a:srgbClr val="C0D9E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3" name="Density voxel cell"/>
              <p:cNvSpPr/>
              <p:nvPr/>
            </p:nvSpPr>
            <p:spPr>
              <a:xfrm>
                <a:off x="1225619" y="2973836"/>
                <a:ext cx="20277" cy="17291"/>
              </a:xfrm>
              <a:prstGeom prst="rect">
                <a:avLst/>
              </a:prstGeom>
              <a:solidFill>
                <a:srgbClr val="8BB8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4" name="Density voxel cell"/>
              <p:cNvSpPr/>
              <p:nvPr/>
            </p:nvSpPr>
            <p:spPr>
              <a:xfrm>
                <a:off x="1248195" y="2973836"/>
                <a:ext cx="20277" cy="17291"/>
              </a:xfrm>
              <a:prstGeom prst="rect">
                <a:avLst/>
              </a:prstGeom>
              <a:solidFill>
                <a:srgbClr val="64A0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5" name="Density voxel cell"/>
              <p:cNvSpPr/>
              <p:nvPr/>
            </p:nvSpPr>
            <p:spPr>
              <a:xfrm>
                <a:off x="1270772" y="2973836"/>
                <a:ext cx="20277" cy="17291"/>
              </a:xfrm>
              <a:prstGeom prst="rect">
                <a:avLst/>
              </a:prstGeom>
              <a:solidFill>
                <a:srgbClr val="6BA4C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6" name="Density voxel cell"/>
              <p:cNvSpPr/>
              <p:nvPr/>
            </p:nvSpPr>
            <p:spPr>
              <a:xfrm>
                <a:off x="1293349" y="2973836"/>
                <a:ext cx="20277" cy="17291"/>
              </a:xfrm>
              <a:prstGeom prst="rect">
                <a:avLst/>
              </a:prstGeom>
              <a:solidFill>
                <a:srgbClr val="9CC2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7" name="Density voxel cell"/>
              <p:cNvSpPr/>
              <p:nvPr/>
            </p:nvSpPr>
            <p:spPr>
              <a:xfrm>
                <a:off x="1315926" y="2973836"/>
                <a:ext cx="20277" cy="17291"/>
              </a:xfrm>
              <a:prstGeom prst="rect">
                <a:avLst/>
              </a:prstGeom>
              <a:solidFill>
                <a:srgbClr val="CDE1E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8" name="Density voxel cell"/>
              <p:cNvSpPr/>
              <p:nvPr/>
            </p:nvSpPr>
            <p:spPr>
              <a:xfrm>
                <a:off x="1338503" y="2973836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9" name="Density voxel cell"/>
              <p:cNvSpPr/>
              <p:nvPr/>
            </p:nvSpPr>
            <p:spPr>
              <a:xfrm>
                <a:off x="1361080" y="2973836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0" name="Density voxel cell"/>
              <p:cNvSpPr/>
              <p:nvPr/>
            </p:nvSpPr>
            <p:spPr>
              <a:xfrm>
                <a:off x="1383657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1" name="Density voxel cell"/>
              <p:cNvSpPr/>
              <p:nvPr/>
            </p:nvSpPr>
            <p:spPr>
              <a:xfrm>
                <a:off x="1406234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2" name="Density voxel cell"/>
              <p:cNvSpPr/>
              <p:nvPr/>
            </p:nvSpPr>
            <p:spPr>
              <a:xfrm>
                <a:off x="1180465" y="2993426"/>
                <a:ext cx="20277" cy="17291"/>
              </a:xfrm>
              <a:prstGeom prst="rect">
                <a:avLst/>
              </a:prstGeom>
              <a:solidFill>
                <a:srgbClr val="E0EC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3" name="Density voxel cell"/>
              <p:cNvSpPr/>
              <p:nvPr/>
            </p:nvSpPr>
            <p:spPr>
              <a:xfrm>
                <a:off x="1203042" y="2993426"/>
                <a:ext cx="20277" cy="17291"/>
              </a:xfrm>
              <a:prstGeom prst="rect">
                <a:avLst/>
              </a:prstGeom>
              <a:solidFill>
                <a:srgbClr val="B4D2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4" name="Density voxel cell"/>
              <p:cNvSpPr/>
              <p:nvPr/>
            </p:nvSpPr>
            <p:spPr>
              <a:xfrm>
                <a:off x="1225619" y="2993426"/>
                <a:ext cx="20277" cy="17291"/>
              </a:xfrm>
              <a:prstGeom prst="rect">
                <a:avLst/>
              </a:prstGeom>
              <a:solidFill>
                <a:srgbClr val="73A9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5" name="Density voxel cell"/>
              <p:cNvSpPr/>
              <p:nvPr/>
            </p:nvSpPr>
            <p:spPr>
              <a:xfrm>
                <a:off x="1248195" y="2993426"/>
                <a:ext cx="20277" cy="17291"/>
              </a:xfrm>
              <a:prstGeom prst="rect">
                <a:avLst/>
              </a:prstGeom>
              <a:solidFill>
                <a:srgbClr val="458DB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6" name="Density voxel cell"/>
              <p:cNvSpPr/>
              <p:nvPr/>
            </p:nvSpPr>
            <p:spPr>
              <a:xfrm>
                <a:off x="1270772" y="2993426"/>
                <a:ext cx="20277" cy="17291"/>
              </a:xfrm>
              <a:prstGeom prst="rect">
                <a:avLst/>
              </a:prstGeom>
              <a:solidFill>
                <a:srgbClr val="4C91C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7" name="Density voxel cell"/>
              <p:cNvSpPr/>
              <p:nvPr/>
            </p:nvSpPr>
            <p:spPr>
              <a:xfrm>
                <a:off x="1293349" y="2993426"/>
                <a:ext cx="20277" cy="17291"/>
              </a:xfrm>
              <a:prstGeom prst="rect">
                <a:avLst/>
              </a:prstGeom>
              <a:solidFill>
                <a:srgbClr val="87B6D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8" name="Density voxel cell"/>
              <p:cNvSpPr/>
              <p:nvPr/>
            </p:nvSpPr>
            <p:spPr>
              <a:xfrm>
                <a:off x="1315926" y="2993426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9" name="Density voxel cell"/>
              <p:cNvSpPr/>
              <p:nvPr/>
            </p:nvSpPr>
            <p:spPr>
              <a:xfrm>
                <a:off x="1338503" y="2993426"/>
                <a:ext cx="20277" cy="17291"/>
              </a:xfrm>
              <a:prstGeom prst="rect">
                <a:avLst/>
              </a:prstGeom>
              <a:solidFill>
                <a:srgbClr val="E7F1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0" name="Density voxel cell"/>
              <p:cNvSpPr/>
              <p:nvPr/>
            </p:nvSpPr>
            <p:spPr>
              <a:xfrm>
                <a:off x="1361080" y="2993426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1" name="Density voxel cell"/>
              <p:cNvSpPr/>
              <p:nvPr/>
            </p:nvSpPr>
            <p:spPr>
              <a:xfrm>
                <a:off x="1383657" y="2993426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2" name="Density voxel cell"/>
              <p:cNvSpPr/>
              <p:nvPr/>
            </p:nvSpPr>
            <p:spPr>
              <a:xfrm>
                <a:off x="1406234" y="299342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3" name="Density voxel cell"/>
              <p:cNvSpPr/>
              <p:nvPr/>
            </p:nvSpPr>
            <p:spPr>
              <a:xfrm>
                <a:off x="1180465" y="3013017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4" name="Density voxel cell"/>
              <p:cNvSpPr/>
              <p:nvPr/>
            </p:nvSpPr>
            <p:spPr>
              <a:xfrm>
                <a:off x="1203042" y="3013017"/>
                <a:ext cx="20277" cy="17291"/>
              </a:xfrm>
              <a:prstGeom prst="rect">
                <a:avLst/>
              </a:prstGeom>
              <a:solidFill>
                <a:srgbClr val="B6D3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5" name="Density voxel cell"/>
              <p:cNvSpPr/>
              <p:nvPr/>
            </p:nvSpPr>
            <p:spPr>
              <a:xfrm>
                <a:off x="1225619" y="301301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6" name="Density voxel cell"/>
              <p:cNvSpPr/>
              <p:nvPr/>
            </p:nvSpPr>
            <p:spPr>
              <a:xfrm>
                <a:off x="1248195" y="3013017"/>
                <a:ext cx="20277" cy="17291"/>
              </a:xfrm>
              <a:prstGeom prst="rect">
                <a:avLst/>
              </a:prstGeom>
              <a:solidFill>
                <a:srgbClr val="498FC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7" name="Density voxel cell"/>
              <p:cNvSpPr/>
              <p:nvPr/>
            </p:nvSpPr>
            <p:spPr>
              <a:xfrm>
                <a:off x="1270772" y="3013017"/>
                <a:ext cx="20277" cy="17291"/>
              </a:xfrm>
              <a:prstGeom prst="rect">
                <a:avLst/>
              </a:prstGeom>
              <a:solidFill>
                <a:srgbClr val="5295C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8" name="Density voxel cell"/>
              <p:cNvSpPr/>
              <p:nvPr/>
            </p:nvSpPr>
            <p:spPr>
              <a:xfrm>
                <a:off x="1293349" y="3013017"/>
                <a:ext cx="20277" cy="17291"/>
              </a:xfrm>
              <a:prstGeom prst="rect">
                <a:avLst/>
              </a:prstGeom>
              <a:solidFill>
                <a:srgbClr val="8AB7D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9" name="Density voxel cell"/>
              <p:cNvSpPr/>
              <p:nvPr/>
            </p:nvSpPr>
            <p:spPr>
              <a:xfrm>
                <a:off x="1315926" y="3013017"/>
                <a:ext cx="20277" cy="17291"/>
              </a:xfrm>
              <a:prstGeom prst="rect">
                <a:avLst/>
              </a:prstGeom>
              <a:solidFill>
                <a:srgbClr val="C3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0" name="Density voxel cell"/>
              <p:cNvSpPr/>
              <p:nvPr/>
            </p:nvSpPr>
            <p:spPr>
              <a:xfrm>
                <a:off x="1338503" y="3013017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1" name="Density voxel cell"/>
              <p:cNvSpPr/>
              <p:nvPr/>
            </p:nvSpPr>
            <p:spPr>
              <a:xfrm>
                <a:off x="1361080" y="3013017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2" name="Density voxel cell"/>
              <p:cNvSpPr/>
              <p:nvPr/>
            </p:nvSpPr>
            <p:spPr>
              <a:xfrm>
                <a:off x="1383657" y="3013017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3" name="Density voxel cell"/>
              <p:cNvSpPr/>
              <p:nvPr/>
            </p:nvSpPr>
            <p:spPr>
              <a:xfrm>
                <a:off x="1406234" y="3013017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4" name="Density voxel cell"/>
              <p:cNvSpPr/>
              <p:nvPr/>
            </p:nvSpPr>
            <p:spPr>
              <a:xfrm>
                <a:off x="1180465" y="3032607"/>
                <a:ext cx="20277" cy="17291"/>
              </a:xfrm>
              <a:prstGeom prst="rect">
                <a:avLst/>
              </a:prstGeom>
              <a:solidFill>
                <a:srgbClr val="E6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5" name="Density voxel cell"/>
              <p:cNvSpPr/>
              <p:nvPr/>
            </p:nvSpPr>
            <p:spPr>
              <a:xfrm>
                <a:off x="1203042" y="3032607"/>
                <a:ext cx="20277" cy="17291"/>
              </a:xfrm>
              <a:prstGeom prst="rect">
                <a:avLst/>
              </a:prstGeom>
              <a:solidFill>
                <a:srgbClr val="C6DC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6" name="Density voxel cell"/>
              <p:cNvSpPr/>
              <p:nvPr/>
            </p:nvSpPr>
            <p:spPr>
              <a:xfrm>
                <a:off x="1225619" y="3032607"/>
                <a:ext cx="20277" cy="17291"/>
              </a:xfrm>
              <a:prstGeom prst="rect">
                <a:avLst/>
              </a:prstGeom>
              <a:solidFill>
                <a:srgbClr val="96BF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7" name="Density voxel cell"/>
              <p:cNvSpPr/>
              <p:nvPr/>
            </p:nvSpPr>
            <p:spPr>
              <a:xfrm>
                <a:off x="1248195" y="3032607"/>
                <a:ext cx="20277" cy="17291"/>
              </a:xfrm>
              <a:prstGeom prst="rect">
                <a:avLst/>
              </a:prstGeom>
              <a:solidFill>
                <a:srgbClr val="72A9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8" name="Density voxel cell"/>
              <p:cNvSpPr/>
              <p:nvPr/>
            </p:nvSpPr>
            <p:spPr>
              <a:xfrm>
                <a:off x="1270772" y="303260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9" name="Density voxel cell"/>
              <p:cNvSpPr/>
              <p:nvPr/>
            </p:nvSpPr>
            <p:spPr>
              <a:xfrm>
                <a:off x="1293349" y="3032607"/>
                <a:ext cx="20277" cy="17291"/>
              </a:xfrm>
              <a:prstGeom prst="rect">
                <a:avLst/>
              </a:prstGeom>
              <a:solidFill>
                <a:srgbClr val="9C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0" name="Density voxel cell"/>
              <p:cNvSpPr/>
              <p:nvPr/>
            </p:nvSpPr>
            <p:spPr>
              <a:xfrm>
                <a:off x="1315926" y="3032607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1" name="Density voxel cell"/>
              <p:cNvSpPr/>
              <p:nvPr/>
            </p:nvSpPr>
            <p:spPr>
              <a:xfrm>
                <a:off x="1338503" y="3032607"/>
                <a:ext cx="20277" cy="17291"/>
              </a:xfrm>
              <a:prstGeom prst="rect">
                <a:avLst/>
              </a:prstGeom>
              <a:solidFill>
                <a:srgbClr val="D2E4F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2" name="Density voxel cell"/>
              <p:cNvSpPr/>
              <p:nvPr/>
            </p:nvSpPr>
            <p:spPr>
              <a:xfrm>
                <a:off x="1361080" y="3032607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3" name="Density voxel cell"/>
              <p:cNvSpPr/>
              <p:nvPr/>
            </p:nvSpPr>
            <p:spPr>
              <a:xfrm>
                <a:off x="1383657" y="3032607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4" name="Density voxel cell"/>
              <p:cNvSpPr/>
              <p:nvPr/>
            </p:nvSpPr>
            <p:spPr>
              <a:xfrm>
                <a:off x="1406234" y="3032607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5" name="Density voxel cell"/>
              <p:cNvSpPr/>
              <p:nvPr/>
            </p:nvSpPr>
            <p:spPr>
              <a:xfrm>
                <a:off x="1180465" y="3052198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6" name="Density voxel cell"/>
              <p:cNvSpPr/>
              <p:nvPr/>
            </p:nvSpPr>
            <p:spPr>
              <a:xfrm>
                <a:off x="1203042" y="3052198"/>
                <a:ext cx="20277" cy="17291"/>
              </a:xfrm>
              <a:prstGeom prst="rect">
                <a:avLst/>
              </a:prstGeom>
              <a:solidFill>
                <a:srgbClr val="D9E9F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7" name="Density voxel cell"/>
              <p:cNvSpPr/>
              <p:nvPr/>
            </p:nvSpPr>
            <p:spPr>
              <a:xfrm>
                <a:off x="1225619" y="3052198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8" name="Density voxel cell"/>
              <p:cNvSpPr/>
              <p:nvPr/>
            </p:nvSpPr>
            <p:spPr>
              <a:xfrm>
                <a:off x="1248195" y="3052198"/>
                <a:ext cx="20277" cy="17291"/>
              </a:xfrm>
              <a:prstGeom prst="rect">
                <a:avLst/>
              </a:prstGeom>
              <a:solidFill>
                <a:srgbClr val="A7C9E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9" name="Density voxel cell"/>
              <p:cNvSpPr/>
              <p:nvPr/>
            </p:nvSpPr>
            <p:spPr>
              <a:xfrm>
                <a:off x="1270772" y="3052198"/>
                <a:ext cx="20277" cy="17291"/>
              </a:xfrm>
              <a:prstGeom prst="rect">
                <a:avLst/>
              </a:prstGeom>
              <a:solidFill>
                <a:srgbClr val="A5C8E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0" name="Density voxel cell"/>
              <p:cNvSpPr/>
              <p:nvPr/>
            </p:nvSpPr>
            <p:spPr>
              <a:xfrm>
                <a:off x="1293349" y="3052198"/>
                <a:ext cx="20277" cy="17291"/>
              </a:xfrm>
              <a:prstGeom prst="rect">
                <a:avLst/>
              </a:prstGeom>
              <a:solidFill>
                <a:srgbClr val="A8CAE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1" name="Density voxel cell"/>
              <p:cNvSpPr/>
              <p:nvPr/>
            </p:nvSpPr>
            <p:spPr>
              <a:xfrm>
                <a:off x="1315926" y="3052198"/>
                <a:ext cx="20277" cy="17291"/>
              </a:xfrm>
              <a:prstGeom prst="rect">
                <a:avLst/>
              </a:prstGeom>
              <a:solidFill>
                <a:srgbClr val="9BC2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2" name="Density voxel cell"/>
              <p:cNvSpPr/>
              <p:nvPr/>
            </p:nvSpPr>
            <p:spPr>
              <a:xfrm>
                <a:off x="1338503" y="3052198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3" name="Density voxel cell"/>
              <p:cNvSpPr/>
              <p:nvPr/>
            </p:nvSpPr>
            <p:spPr>
              <a:xfrm>
                <a:off x="1361080" y="3052198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4" name="Density voxel cell"/>
              <p:cNvSpPr/>
              <p:nvPr/>
            </p:nvSpPr>
            <p:spPr>
              <a:xfrm>
                <a:off x="1383657" y="3052198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5" name="Density voxel cell"/>
              <p:cNvSpPr/>
              <p:nvPr/>
            </p:nvSpPr>
            <p:spPr>
              <a:xfrm>
                <a:off x="1406234" y="3052198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6" name="Density voxel cell"/>
              <p:cNvSpPr/>
              <p:nvPr/>
            </p:nvSpPr>
            <p:spPr>
              <a:xfrm>
                <a:off x="1180465" y="307178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7" name="Density voxel cell"/>
              <p:cNvSpPr/>
              <p:nvPr/>
            </p:nvSpPr>
            <p:spPr>
              <a:xfrm>
                <a:off x="1203042" y="3071789"/>
                <a:ext cx="20277" cy="17291"/>
              </a:xfrm>
              <a:prstGeom prst="rect">
                <a:avLst/>
              </a:prstGeom>
              <a:solidFill>
                <a:srgbClr val="E9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8" name="Density voxel cell"/>
              <p:cNvSpPr/>
              <p:nvPr/>
            </p:nvSpPr>
            <p:spPr>
              <a:xfrm>
                <a:off x="1225619" y="3071789"/>
                <a:ext cx="20277" cy="17291"/>
              </a:xfrm>
              <a:prstGeom prst="rect">
                <a:avLst/>
              </a:prstGeom>
              <a:solidFill>
                <a:srgbClr val="DBEAF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9" name="Density voxel cell"/>
              <p:cNvSpPr/>
              <p:nvPr/>
            </p:nvSpPr>
            <p:spPr>
              <a:xfrm>
                <a:off x="1248195" y="3071789"/>
                <a:ext cx="20277" cy="17291"/>
              </a:xfrm>
              <a:prstGeom prst="rect">
                <a:avLst/>
              </a:prstGeom>
              <a:solidFill>
                <a:srgbClr val="D0E3F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0" name="Density voxel cell"/>
              <p:cNvSpPr/>
              <p:nvPr/>
            </p:nvSpPr>
            <p:spPr>
              <a:xfrm>
                <a:off x="1270772" y="3071789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1" name="Density voxel cell"/>
              <p:cNvSpPr/>
              <p:nvPr/>
            </p:nvSpPr>
            <p:spPr>
              <a:xfrm>
                <a:off x="1293349" y="3071789"/>
                <a:ext cx="20277" cy="17291"/>
              </a:xfrm>
              <a:prstGeom prst="rect">
                <a:avLst/>
              </a:prstGeom>
              <a:solidFill>
                <a:srgbClr val="AECDE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2" name="Density voxel cell"/>
              <p:cNvSpPr/>
              <p:nvPr/>
            </p:nvSpPr>
            <p:spPr>
              <a:xfrm>
                <a:off x="1315926" y="3071789"/>
                <a:ext cx="20277" cy="17291"/>
              </a:xfrm>
              <a:prstGeom prst="rect">
                <a:avLst/>
              </a:prstGeom>
              <a:solidFill>
                <a:srgbClr val="76AB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3" name="Density voxel cell"/>
              <p:cNvSpPr/>
              <p:nvPr/>
            </p:nvSpPr>
            <p:spPr>
              <a:xfrm>
                <a:off x="1338503" y="3071789"/>
                <a:ext cx="20277" cy="17291"/>
              </a:xfrm>
              <a:prstGeom prst="rect">
                <a:avLst/>
              </a:prstGeom>
              <a:solidFill>
                <a:srgbClr val="66A1C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4" name="Density voxel cell"/>
              <p:cNvSpPr/>
              <p:nvPr/>
            </p:nvSpPr>
            <p:spPr>
              <a:xfrm>
                <a:off x="1361080" y="3071789"/>
                <a:ext cx="20277" cy="17291"/>
              </a:xfrm>
              <a:prstGeom prst="rect">
                <a:avLst/>
              </a:prstGeom>
              <a:solidFill>
                <a:srgbClr val="A1C6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5" name="Density voxel cell"/>
              <p:cNvSpPr/>
              <p:nvPr/>
            </p:nvSpPr>
            <p:spPr>
              <a:xfrm>
                <a:off x="1383657" y="3071789"/>
                <a:ext cx="20277" cy="17291"/>
              </a:xfrm>
              <a:prstGeom prst="rect">
                <a:avLst/>
              </a:prstGeom>
              <a:solidFill>
                <a:srgbClr val="DDEBF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6" name="Density voxel cell"/>
              <p:cNvSpPr/>
              <p:nvPr/>
            </p:nvSpPr>
            <p:spPr>
              <a:xfrm>
                <a:off x="1406234" y="3071789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7" name="Density voxel cell"/>
              <p:cNvSpPr/>
              <p:nvPr/>
            </p:nvSpPr>
            <p:spPr>
              <a:xfrm>
                <a:off x="1180465" y="3091379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8" name="Density voxel cell"/>
              <p:cNvSpPr/>
              <p:nvPr/>
            </p:nvSpPr>
            <p:spPr>
              <a:xfrm>
                <a:off x="1203042" y="309137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9" name="Density voxel cell"/>
              <p:cNvSpPr/>
              <p:nvPr/>
            </p:nvSpPr>
            <p:spPr>
              <a:xfrm>
                <a:off x="1225619" y="3091379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0" name="Density voxel cell"/>
              <p:cNvSpPr/>
              <p:nvPr/>
            </p:nvSpPr>
            <p:spPr>
              <a:xfrm>
                <a:off x="1248195" y="3091379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1" name="Density voxel cell"/>
              <p:cNvSpPr/>
              <p:nvPr/>
            </p:nvSpPr>
            <p:spPr>
              <a:xfrm>
                <a:off x="1270772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2" name="Density voxel cell"/>
              <p:cNvSpPr/>
              <p:nvPr/>
            </p:nvSpPr>
            <p:spPr>
              <a:xfrm>
                <a:off x="1293349" y="3091379"/>
                <a:ext cx="20277" cy="17291"/>
              </a:xfrm>
              <a:prstGeom prst="rect">
                <a:avLst/>
              </a:prstGeom>
              <a:solidFill>
                <a:srgbClr val="C2DAE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3" name="Density voxel cell"/>
              <p:cNvSpPr/>
              <p:nvPr/>
            </p:nvSpPr>
            <p:spPr>
              <a:xfrm>
                <a:off x="1315926" y="3091379"/>
                <a:ext cx="20277" cy="17291"/>
              </a:xfrm>
              <a:prstGeom prst="rect">
                <a:avLst/>
              </a:prstGeom>
              <a:solidFill>
                <a:srgbClr val="8AB8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4" name="Density voxel cell"/>
              <p:cNvSpPr/>
              <p:nvPr/>
            </p:nvSpPr>
            <p:spPr>
              <a:xfrm>
                <a:off x="1338503" y="3091379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5" name="Density voxel cell"/>
              <p:cNvSpPr/>
              <p:nvPr/>
            </p:nvSpPr>
            <p:spPr>
              <a:xfrm>
                <a:off x="1361080" y="3091379"/>
                <a:ext cx="20277" cy="17291"/>
              </a:xfrm>
              <a:prstGeom prst="rect">
                <a:avLst/>
              </a:prstGeom>
              <a:solidFill>
                <a:srgbClr val="ABCC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6" name="Density voxel cell"/>
              <p:cNvSpPr/>
              <p:nvPr/>
            </p:nvSpPr>
            <p:spPr>
              <a:xfrm>
                <a:off x="1383657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7" name="Density voxel cell"/>
              <p:cNvSpPr/>
              <p:nvPr/>
            </p:nvSpPr>
            <p:spPr>
              <a:xfrm>
                <a:off x="1406234" y="3091379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8" name="Density voxel cell"/>
              <p:cNvSpPr/>
              <p:nvPr/>
            </p:nvSpPr>
            <p:spPr>
              <a:xfrm>
                <a:off x="1180465" y="311097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9" name="Density voxel cell"/>
              <p:cNvSpPr/>
              <p:nvPr/>
            </p:nvSpPr>
            <p:spPr>
              <a:xfrm>
                <a:off x="1203042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0" name="Density voxel cell"/>
              <p:cNvSpPr/>
              <p:nvPr/>
            </p:nvSpPr>
            <p:spPr>
              <a:xfrm>
                <a:off x="1225619" y="3110970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1" name="Density voxel cell"/>
              <p:cNvSpPr/>
              <p:nvPr/>
            </p:nvSpPr>
            <p:spPr>
              <a:xfrm>
                <a:off x="1248195" y="311097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2" name="Density voxel cell"/>
              <p:cNvSpPr/>
              <p:nvPr/>
            </p:nvSpPr>
            <p:spPr>
              <a:xfrm>
                <a:off x="1270772" y="311097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3" name="Density voxel cell"/>
              <p:cNvSpPr/>
              <p:nvPr/>
            </p:nvSpPr>
            <p:spPr>
              <a:xfrm>
                <a:off x="1293349" y="3110970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4" name="Density voxel cell"/>
              <p:cNvSpPr/>
              <p:nvPr/>
            </p:nvSpPr>
            <p:spPr>
              <a:xfrm>
                <a:off x="1315926" y="3110970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5" name="Density voxel cell"/>
              <p:cNvSpPr/>
              <p:nvPr/>
            </p:nvSpPr>
            <p:spPr>
              <a:xfrm>
                <a:off x="1338503" y="3110970"/>
                <a:ext cx="20277" cy="17291"/>
              </a:xfrm>
              <a:prstGeom prst="rect">
                <a:avLst/>
              </a:prstGeom>
              <a:solidFill>
                <a:srgbClr val="BED7E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6" name="Density voxel cell"/>
              <p:cNvSpPr/>
              <p:nvPr/>
            </p:nvSpPr>
            <p:spPr>
              <a:xfrm>
                <a:off x="1361080" y="3110970"/>
                <a:ext cx="20277" cy="17291"/>
              </a:xfrm>
              <a:prstGeom prst="rect">
                <a:avLst/>
              </a:prstGeom>
              <a:solidFill>
                <a:srgbClr val="D5E6F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7" name="Density voxel cell"/>
              <p:cNvSpPr/>
              <p:nvPr/>
            </p:nvSpPr>
            <p:spPr>
              <a:xfrm>
                <a:off x="1383657" y="3110970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8" name="Density voxel cell"/>
              <p:cNvSpPr/>
              <p:nvPr/>
            </p:nvSpPr>
            <p:spPr>
              <a:xfrm>
                <a:off x="1406234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9" name="Density voxel cell"/>
              <p:cNvSpPr/>
              <p:nvPr/>
            </p:nvSpPr>
            <p:spPr>
              <a:xfrm>
                <a:off x="1180465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0" name="Density voxel cell"/>
              <p:cNvSpPr/>
              <p:nvPr/>
            </p:nvSpPr>
            <p:spPr>
              <a:xfrm>
                <a:off x="1203042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1" name="Density voxel cell"/>
              <p:cNvSpPr/>
              <p:nvPr/>
            </p:nvSpPr>
            <p:spPr>
              <a:xfrm>
                <a:off x="1225619" y="313056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2" name="Density voxel cell"/>
              <p:cNvSpPr/>
              <p:nvPr/>
            </p:nvSpPr>
            <p:spPr>
              <a:xfrm>
                <a:off x="1248195" y="3130560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3" name="Density voxel cell"/>
              <p:cNvSpPr/>
              <p:nvPr/>
            </p:nvSpPr>
            <p:spPr>
              <a:xfrm>
                <a:off x="1270772" y="313056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4" name="Density voxel cell"/>
              <p:cNvSpPr/>
              <p:nvPr/>
            </p:nvSpPr>
            <p:spPr>
              <a:xfrm>
                <a:off x="1293349" y="313056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5" name="Density voxel cell"/>
              <p:cNvSpPr/>
              <p:nvPr/>
            </p:nvSpPr>
            <p:spPr>
              <a:xfrm>
                <a:off x="1315926" y="3130560"/>
                <a:ext cx="20277" cy="17291"/>
              </a:xfrm>
              <a:prstGeom prst="rect">
                <a:avLst/>
              </a:prstGeom>
              <a:solidFill>
                <a:srgbClr val="ECF4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6" name="Density voxel cell"/>
              <p:cNvSpPr/>
              <p:nvPr/>
            </p:nvSpPr>
            <p:spPr>
              <a:xfrm>
                <a:off x="1338503" y="3130560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7" name="Density voxel cell"/>
              <p:cNvSpPr/>
              <p:nvPr/>
            </p:nvSpPr>
            <p:spPr>
              <a:xfrm>
                <a:off x="1361080" y="313056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8" name="Density voxel cell"/>
              <p:cNvSpPr/>
              <p:nvPr/>
            </p:nvSpPr>
            <p:spPr>
              <a:xfrm>
                <a:off x="1383657" y="3130560"/>
                <a:ext cx="20277" cy="17291"/>
              </a:xfrm>
              <a:prstGeom prst="rect">
                <a:avLst/>
              </a:prstGeom>
              <a:solidFill>
                <a:srgbClr val="F5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9" name="Density voxel cell"/>
              <p:cNvSpPr/>
              <p:nvPr/>
            </p:nvSpPr>
            <p:spPr>
              <a:xfrm>
                <a:off x="1406234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cxnSp>
            <p:nvCxnSpPr>
              <p:cNvPr id="2600" name="path_2494"/>
              <p:cNvCxnSpPr/>
              <p:nvPr/>
            </p:nvCxnSpPr>
            <p:spPr>
              <a:xfrm>
                <a:off x="1179315" y="2933505"/>
                <a:ext cx="248346" cy="0"/>
              </a:xfrm>
              <a:prstGeom prst="line">
                <a:avLst/>
              </a:prstGeom>
              <a:noFill/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1" name="path_2495"/>
              <p:cNvCxnSpPr/>
              <p:nvPr/>
            </p:nvCxnSpPr>
            <p:spPr>
              <a:xfrm>
                <a:off x="1427661" y="2933505"/>
                <a:ext cx="0" cy="215496"/>
              </a:xfrm>
              <a:prstGeom prst="line">
                <a:avLst/>
              </a:prstGeom>
              <a:noFill/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602" name="Text | 48³ crop"/>
            <p:cNvSpPr txBox="1"/>
            <p:nvPr/>
          </p:nvSpPr>
          <p:spPr>
            <a:xfrm>
              <a:off x="1132270" y="3206160"/>
              <a:ext cx="356890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48³ crop</a:t>
              </a:r>
              <a:endParaRPr lang="en-US" sz="621"/>
            </a:p>
          </p:txBody>
        </p:sp>
        <p:grpSp>
          <p:nvGrpSpPr>
            <p:cNvPr id="2603" name="Arrow | shared_input → match_crop"/>
            <p:cNvGrpSpPr/>
            <p:nvPr/>
          </p:nvGrpSpPr>
          <p:grpSpPr>
            <a:xfrm>
              <a:off x="959220" y="3037426"/>
              <a:ext cx="180675" cy="28678"/>
              <a:chOff x="959220" y="3037426"/>
              <a:chExt cx="180675" cy="28678"/>
            </a:xfrm>
          </p:grpSpPr>
          <p:cxnSp>
            <p:nvCxnSpPr>
              <p:cNvPr id="2604" name="Arrow | shared_input → match_crop | path"/>
              <p:cNvCxnSpPr/>
              <p:nvPr/>
            </p:nvCxnSpPr>
            <p:spPr>
              <a:xfrm>
                <a:off x="959220" y="3051765"/>
                <a:ext cx="180675" cy="0"/>
              </a:xfrm>
              <a:prstGeom prst="line">
                <a:avLst/>
              </a:prstGeom>
              <a:noFill/>
              <a:ln w="689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5" name="Arrow | shared_input → match_crop | editable arrowhead"/>
              <p:cNvSpPr/>
              <p:nvPr/>
            </p:nvSpPr>
            <p:spPr>
              <a:xfrm>
                <a:off x="1106552" y="303742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6" name="Arrow | match_crop → match_unet"/>
            <p:cNvGrpSpPr/>
            <p:nvPr/>
          </p:nvGrpSpPr>
          <p:grpSpPr>
            <a:xfrm>
              <a:off x="1504530" y="3037640"/>
              <a:ext cx="154395" cy="28251"/>
              <a:chOff x="1504530" y="3037640"/>
              <a:chExt cx="154395" cy="28251"/>
            </a:xfrm>
          </p:grpSpPr>
          <p:cxnSp>
            <p:nvCxnSpPr>
              <p:cNvPr id="2607" name="Arrow | match_crop → match_unet | path"/>
              <p:cNvCxnSpPr/>
              <p:nvPr/>
            </p:nvCxnSpPr>
            <p:spPr>
              <a:xfrm>
                <a:off x="1504530" y="3051765"/>
                <a:ext cx="154395" cy="0"/>
              </a:xfrm>
              <a:prstGeom prst="line">
                <a:avLst/>
              </a:prstGeom>
              <a:noFill/>
              <a:ln w="65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8" name="Arrow | match_crop → match_unet | editable arrowhead"/>
              <p:cNvSpPr/>
              <p:nvPr/>
            </p:nvSpPr>
            <p:spPr>
              <a:xfrm>
                <a:off x="1626075" y="303764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5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9" name="Match | compact U-Net operator"/>
            <p:cNvGrpSpPr/>
            <p:nvPr/>
          </p:nvGrpSpPr>
          <p:grpSpPr>
            <a:xfrm>
              <a:off x="1680559" y="2920365"/>
              <a:ext cx="333146" cy="216810"/>
              <a:chOff x="1680559" y="2920365"/>
              <a:chExt cx="333146" cy="216810"/>
            </a:xfrm>
          </p:grpSpPr>
          <p:sp>
            <p:nvSpPr>
              <p:cNvPr id="2610" name="rect_2499"/>
              <p:cNvSpPr/>
              <p:nvPr/>
            </p:nvSpPr>
            <p:spPr>
              <a:xfrm>
                <a:off x="1757475" y="292036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1" name="rect_2500"/>
              <p:cNvSpPr/>
              <p:nvPr/>
            </p:nvSpPr>
            <p:spPr>
              <a:xfrm>
                <a:off x="1731195" y="2936790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2" name="rect_2501"/>
              <p:cNvSpPr/>
              <p:nvPr/>
            </p:nvSpPr>
            <p:spPr>
              <a:xfrm>
                <a:off x="1704915" y="295321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3" name="Text | U-Net"/>
              <p:cNvSpPr txBox="1"/>
              <p:nvPr/>
            </p:nvSpPr>
            <p:spPr>
              <a:xfrm>
                <a:off x="1680559" y="2989350"/>
                <a:ext cx="304942" cy="121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73" b="1" i="0" baseline="0" dirty="0">
                    <a:solidFill>
                      <a:srgbClr val="367FB7"/>
                    </a:solidFill>
                    <a:latin typeface="Arial"/>
                    <a:ea typeface="Arial"/>
                    <a:cs typeface="Arial"/>
                  </a:rPr>
                  <a:t>U-Net</a:t>
                </a:r>
                <a:endParaRPr lang="en-US" sz="673"/>
              </a:p>
            </p:txBody>
          </p:sp>
        </p:grpSp>
        <p:grpSp>
          <p:nvGrpSpPr>
            <p:cNvPr id="2614" name="Arrow | match_unet → hvox"/>
            <p:cNvGrpSpPr/>
            <p:nvPr/>
          </p:nvGrpSpPr>
          <p:grpSpPr>
            <a:xfrm>
              <a:off x="2023560" y="3037212"/>
              <a:ext cx="328500" cy="29105"/>
              <a:chOff x="2023560" y="3037212"/>
              <a:chExt cx="328500" cy="29105"/>
            </a:xfrm>
          </p:grpSpPr>
          <p:cxnSp>
            <p:nvCxnSpPr>
              <p:cNvPr id="2615" name="Arrow | match_unet → hvox | path"/>
              <p:cNvCxnSpPr/>
              <p:nvPr/>
            </p:nvCxnSpPr>
            <p:spPr>
              <a:xfrm>
                <a:off x="2023560" y="3051765"/>
                <a:ext cx="328500" cy="0"/>
              </a:xfrm>
              <a:prstGeom prst="line">
                <a:avLst/>
              </a:prstGeom>
              <a:noFill/>
              <a:ln w="7227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16" name="Arrow | match_unet → hvox | editable arrowhead"/>
              <p:cNvSpPr/>
              <p:nvPr/>
            </p:nvSpPr>
            <p:spPr>
              <a:xfrm>
                <a:off x="2318224" y="3037212"/>
                <a:ext cx="33835" cy="29105"/>
              </a:xfrm>
              <a:custGeom>
                <a:avLst/>
                <a:gdLst/>
                <a:ahLst/>
                <a:cxnLst/>
                <a:rect l="0" t="0" r="w" b="h"/>
                <a:pathLst>
                  <a:path w="33835" h="29105" stroke="0" extrusionOk="0">
                    <a:moveTo>
                      <a:pt x="33835" y="14553"/>
                    </a:moveTo>
                    <a:lnTo>
                      <a:pt x="0" y="29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17" name="Base voxel summary h_j^vox"/>
            <p:cNvGrpSpPr/>
            <p:nvPr/>
          </p:nvGrpSpPr>
          <p:grpSpPr>
            <a:xfrm>
              <a:off x="2375055" y="3012345"/>
              <a:ext cx="400770" cy="78840"/>
              <a:chOff x="2375055" y="3012345"/>
              <a:chExt cx="400770" cy="78840"/>
            </a:xfrm>
          </p:grpSpPr>
          <p:sp>
            <p:nvSpPr>
              <p:cNvPr id="2618" name="feature_1"/>
              <p:cNvSpPr/>
              <p:nvPr/>
            </p:nvSpPr>
            <p:spPr>
              <a:xfrm>
                <a:off x="2375055" y="3012345"/>
                <a:ext cx="54437" cy="7884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9" name="feature_2"/>
              <p:cNvSpPr/>
              <p:nvPr/>
            </p:nvSpPr>
            <p:spPr>
              <a:xfrm>
                <a:off x="2432777" y="3012345"/>
                <a:ext cx="54437" cy="7884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0" name="feature_3"/>
              <p:cNvSpPr/>
              <p:nvPr/>
            </p:nvSpPr>
            <p:spPr>
              <a:xfrm>
                <a:off x="2490499" y="3012345"/>
                <a:ext cx="54437" cy="7884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1" name="feature_4"/>
              <p:cNvSpPr/>
              <p:nvPr/>
            </p:nvSpPr>
            <p:spPr>
              <a:xfrm>
                <a:off x="2548221" y="3012345"/>
                <a:ext cx="54437" cy="7884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2" name="feature_5"/>
              <p:cNvSpPr/>
              <p:nvPr/>
            </p:nvSpPr>
            <p:spPr>
              <a:xfrm>
                <a:off x="2605944" y="3012345"/>
                <a:ext cx="54437" cy="7884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3" name="feature_6"/>
              <p:cNvSpPr/>
              <p:nvPr/>
            </p:nvSpPr>
            <p:spPr>
              <a:xfrm>
                <a:off x="2663666" y="3012345"/>
                <a:ext cx="54437" cy="7884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4" name="feature_7"/>
              <p:cNvSpPr/>
              <p:nvPr/>
            </p:nvSpPr>
            <p:spPr>
              <a:xfrm>
                <a:off x="2721388" y="3012345"/>
                <a:ext cx="54437" cy="7884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25" name="Formula | h_j^vox"/>
            <p:cNvGrpSpPr/>
            <p:nvPr/>
          </p:nvGrpSpPr>
          <p:grpSpPr>
            <a:xfrm>
              <a:off x="2471767" y="2824049"/>
              <a:ext cx="201989" cy="155620"/>
              <a:chOff x="2471767" y="2824049"/>
              <a:chExt cx="201989" cy="155620"/>
            </a:xfrm>
          </p:grpSpPr>
          <p:sp>
            <p:nvSpPr>
              <p:cNvPr id="2626" name="Text | h"/>
              <p:cNvSpPr txBox="1"/>
              <p:nvPr/>
            </p:nvSpPr>
            <p:spPr>
              <a:xfrm>
                <a:off x="2471767" y="2825100"/>
                <a:ext cx="103416" cy="14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28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28"/>
              </a:p>
            </p:txBody>
          </p:sp>
          <p:sp>
            <p:nvSpPr>
              <p:cNvPr id="2627" name="Text | j"/>
              <p:cNvSpPr txBox="1"/>
              <p:nvPr/>
            </p:nvSpPr>
            <p:spPr>
              <a:xfrm>
                <a:off x="2538391" y="2887121"/>
                <a:ext cx="44418" cy="92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3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513"/>
              </a:p>
            </p:txBody>
          </p:sp>
          <p:sp>
            <p:nvSpPr>
              <p:cNvPr id="2628" name="Text | vox"/>
              <p:cNvSpPr txBox="1"/>
              <p:nvPr/>
            </p:nvSpPr>
            <p:spPr>
              <a:xfrm>
                <a:off x="2541676" y="2824049"/>
                <a:ext cx="132080" cy="850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72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vox</a:t>
                </a:r>
                <a:endParaRPr lang="en-US" sz="472"/>
              </a:p>
            </p:txBody>
          </p:sp>
        </p:grpSp>
        <p:sp>
          <p:nvSpPr>
            <p:cNvPr id="2629" name="Text | Base summary"/>
            <p:cNvSpPr txBox="1"/>
            <p:nvPr/>
          </p:nvSpPr>
          <p:spPr>
            <a:xfrm>
              <a:off x="2218206" y="2733120"/>
              <a:ext cx="707898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Base summary</a:t>
              </a:r>
              <a:endParaRPr lang="en-US" sz="647"/>
            </a:p>
          </p:txBody>
        </p:sp>
        <p:grpSp>
          <p:nvGrpSpPr>
            <p:cNvPr id="2630" name="Match inputs | pocket independent from local cues"/>
            <p:cNvGrpSpPr/>
            <p:nvPr/>
          </p:nvGrpSpPr>
          <p:grpSpPr>
            <a:xfrm>
              <a:off x="1143180" y="3367125"/>
              <a:ext cx="1582474" cy="532170"/>
              <a:chOff x="1143180" y="3367125"/>
              <a:chExt cx="1582474" cy="532170"/>
            </a:xfrm>
          </p:grpSpPr>
          <p:sp>
            <p:nvSpPr>
              <p:cNvPr id="2631" name="rect_2515"/>
              <p:cNvSpPr/>
              <p:nvPr/>
            </p:nvSpPr>
            <p:spPr>
              <a:xfrm>
                <a:off x="1143180" y="3367125"/>
                <a:ext cx="604440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2" name="Text | Pocket"/>
              <p:cNvSpPr txBox="1"/>
              <p:nvPr/>
            </p:nvSpPr>
            <p:spPr>
              <a:xfrm>
                <a:off x="1261038" y="3376980"/>
                <a:ext cx="368725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Pocket</a:t>
                </a:r>
                <a:endParaRPr lang="en-US" sz="698"/>
              </a:p>
            </p:txBody>
          </p:sp>
          <p:grpSp>
            <p:nvGrpSpPr>
              <p:cNvPr id="2633" name="Local receptor pocket | atom environment"/>
              <p:cNvGrpSpPr/>
              <p:nvPr/>
            </p:nvGrpSpPr>
            <p:grpSpPr>
              <a:xfrm>
                <a:off x="1295748" y="3525328"/>
                <a:ext cx="304113" cy="219890"/>
                <a:chOff x="1295748" y="3525328"/>
                <a:chExt cx="304113" cy="219890"/>
              </a:xfrm>
            </p:grpSpPr>
            <p:sp>
              <p:nvSpPr>
                <p:cNvPr id="2634" name="ellipse_2517"/>
                <p:cNvSpPr/>
                <p:nvPr/>
              </p:nvSpPr>
              <p:spPr>
                <a:xfrm>
                  <a:off x="1343499" y="3569364"/>
                  <a:ext cx="20494" cy="204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5" name="ellipse_2518"/>
                <p:cNvSpPr/>
                <p:nvPr/>
              </p:nvSpPr>
              <p:spPr>
                <a:xfrm>
                  <a:off x="1296724" y="3594466"/>
                  <a:ext cx="19197" cy="191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6" name="ellipse_2519"/>
                <p:cNvSpPr/>
                <p:nvPr/>
              </p:nvSpPr>
              <p:spPr>
                <a:xfrm>
                  <a:off x="1438834" y="3720705"/>
                  <a:ext cx="24513" cy="2451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7" name="ellipse_2520"/>
                <p:cNvSpPr/>
                <p:nvPr/>
              </p:nvSpPr>
              <p:spPr>
                <a:xfrm>
                  <a:off x="1501618" y="3664422"/>
                  <a:ext cx="25439" cy="25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8" name="ellipse_2521"/>
                <p:cNvSpPr/>
                <p:nvPr/>
              </p:nvSpPr>
              <p:spPr>
                <a:xfrm>
                  <a:off x="1321281" y="3628338"/>
                  <a:ext cx="23115" cy="231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9" name="ellipse_2522"/>
                <p:cNvSpPr/>
                <p:nvPr/>
              </p:nvSpPr>
              <p:spPr>
                <a:xfrm>
                  <a:off x="1295748" y="3626085"/>
                  <a:ext cx="19345" cy="19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0" name="ellipse_2523"/>
                <p:cNvSpPr/>
                <p:nvPr/>
              </p:nvSpPr>
              <p:spPr>
                <a:xfrm>
                  <a:off x="1338176" y="3604570"/>
                  <a:ext cx="23202" cy="232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1" name="ellipse_2524"/>
                <p:cNvSpPr/>
                <p:nvPr/>
              </p:nvSpPr>
              <p:spPr>
                <a:xfrm>
                  <a:off x="1349937" y="3578135"/>
                  <a:ext cx="25593" cy="2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2" name="ellipse_2525"/>
                <p:cNvSpPr/>
                <p:nvPr/>
              </p:nvSpPr>
              <p:spPr>
                <a:xfrm>
                  <a:off x="1391990" y="3698653"/>
                  <a:ext cx="18941" cy="1894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3" name="ellipse_2526"/>
                <p:cNvSpPr/>
                <p:nvPr/>
              </p:nvSpPr>
              <p:spPr>
                <a:xfrm>
                  <a:off x="1335383" y="3592607"/>
                  <a:ext cx="16783" cy="167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4" name="ellipse_2527"/>
                <p:cNvSpPr/>
                <p:nvPr/>
              </p:nvSpPr>
              <p:spPr>
                <a:xfrm>
                  <a:off x="1421016" y="3723168"/>
                  <a:ext cx="20110" cy="201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6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5" name="ellipse_2528"/>
                <p:cNvSpPr/>
                <p:nvPr/>
              </p:nvSpPr>
              <p:spPr>
                <a:xfrm>
                  <a:off x="1366273" y="3564666"/>
                  <a:ext cx="21791" cy="2179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6" name="ellipse_2529"/>
                <p:cNvSpPr/>
                <p:nvPr/>
              </p:nvSpPr>
              <p:spPr>
                <a:xfrm>
                  <a:off x="1327790" y="3609446"/>
                  <a:ext cx="20508" cy="2050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7" name="ellipse_2530"/>
                <p:cNvSpPr/>
                <p:nvPr/>
              </p:nvSpPr>
              <p:spPr>
                <a:xfrm>
                  <a:off x="1408118" y="3688755"/>
                  <a:ext cx="22554" cy="2255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8" name="ellipse_2531"/>
                <p:cNvSpPr/>
                <p:nvPr/>
              </p:nvSpPr>
              <p:spPr>
                <a:xfrm>
                  <a:off x="1428373" y="3713303"/>
                  <a:ext cx="24738" cy="24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9" name="ellipse_2532"/>
                <p:cNvSpPr/>
                <p:nvPr/>
              </p:nvSpPr>
              <p:spPr>
                <a:xfrm>
                  <a:off x="1547670" y="3653309"/>
                  <a:ext cx="21842" cy="2184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0" name="ellipse_2533"/>
                <p:cNvSpPr/>
                <p:nvPr/>
              </p:nvSpPr>
              <p:spPr>
                <a:xfrm>
                  <a:off x="1517557" y="3700982"/>
                  <a:ext cx="20964" cy="209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1" name="ellipse_2534"/>
                <p:cNvSpPr/>
                <p:nvPr/>
              </p:nvSpPr>
              <p:spPr>
                <a:xfrm>
                  <a:off x="1535521" y="3630252"/>
                  <a:ext cx="17917" cy="179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9E0E5"/>
                    </a:gs>
                    <a:gs pos="100000">
                      <a:srgbClr val="B1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2" name="ellipse_2535"/>
                <p:cNvSpPr/>
                <p:nvPr/>
              </p:nvSpPr>
              <p:spPr>
                <a:xfrm>
                  <a:off x="1344039" y="3678107"/>
                  <a:ext cx="21719" cy="217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3" name="ellipse_2536"/>
                <p:cNvSpPr/>
                <p:nvPr/>
              </p:nvSpPr>
              <p:spPr>
                <a:xfrm>
                  <a:off x="1486134" y="3678415"/>
                  <a:ext cx="22120" cy="22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4" name="ellipse_2537"/>
                <p:cNvSpPr/>
                <p:nvPr/>
              </p:nvSpPr>
              <p:spPr>
                <a:xfrm>
                  <a:off x="1538537" y="3597777"/>
                  <a:ext cx="22828" cy="228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5" name="ellipse_2538"/>
                <p:cNvSpPr/>
                <p:nvPr/>
              </p:nvSpPr>
              <p:spPr>
                <a:xfrm>
                  <a:off x="1401131" y="3720374"/>
                  <a:ext cx="16876" cy="1687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9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6" name="ellipse_2539"/>
                <p:cNvSpPr/>
                <p:nvPr/>
              </p:nvSpPr>
              <p:spPr>
                <a:xfrm>
                  <a:off x="1525941" y="3593109"/>
                  <a:ext cx="21620" cy="216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7" name="ellipse_2540"/>
                <p:cNvSpPr/>
                <p:nvPr/>
              </p:nvSpPr>
              <p:spPr>
                <a:xfrm>
                  <a:off x="1462052" y="3689103"/>
                  <a:ext cx="24723" cy="247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C"/>
                    </a:gs>
                    <a:gs pos="100000">
                      <a:srgbClr val="A4B1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8" name="ellipse_2541"/>
                <p:cNvSpPr/>
                <p:nvPr/>
              </p:nvSpPr>
              <p:spPr>
                <a:xfrm>
                  <a:off x="1338003" y="3621442"/>
                  <a:ext cx="17209" cy="172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9" name="ellipse_2542"/>
                <p:cNvSpPr/>
                <p:nvPr/>
              </p:nvSpPr>
              <p:spPr>
                <a:xfrm>
                  <a:off x="1436611" y="3687896"/>
                  <a:ext cx="16365" cy="1636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0" name="ellipse_2543"/>
                <p:cNvSpPr/>
                <p:nvPr/>
              </p:nvSpPr>
              <p:spPr>
                <a:xfrm>
                  <a:off x="1387354" y="3566640"/>
                  <a:ext cx="17190" cy="171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1" name="ellipse_2544"/>
                <p:cNvSpPr/>
                <p:nvPr/>
              </p:nvSpPr>
              <p:spPr>
                <a:xfrm>
                  <a:off x="1453977" y="3540995"/>
                  <a:ext cx="18775" cy="187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2" name="ellipse_2545"/>
                <p:cNvSpPr/>
                <p:nvPr/>
              </p:nvSpPr>
              <p:spPr>
                <a:xfrm>
                  <a:off x="1487168" y="3548389"/>
                  <a:ext cx="16148" cy="161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3" name="ellipse_2546"/>
                <p:cNvSpPr/>
                <p:nvPr/>
              </p:nvSpPr>
              <p:spPr>
                <a:xfrm>
                  <a:off x="1536436" y="3643342"/>
                  <a:ext cx="21862" cy="218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4" name="ellipse_2547"/>
                <p:cNvSpPr/>
                <p:nvPr/>
              </p:nvSpPr>
              <p:spPr>
                <a:xfrm>
                  <a:off x="1542031" y="3603619"/>
                  <a:ext cx="25264" cy="252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5" name="ellipse_2548"/>
                <p:cNvSpPr/>
                <p:nvPr/>
              </p:nvSpPr>
              <p:spPr>
                <a:xfrm>
                  <a:off x="1434762" y="3711046"/>
                  <a:ext cx="16788" cy="167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6" name="ellipse_2549"/>
                <p:cNvSpPr/>
                <p:nvPr/>
              </p:nvSpPr>
              <p:spPr>
                <a:xfrm>
                  <a:off x="1543438" y="3672057"/>
                  <a:ext cx="23717" cy="237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7" name="ellipse_2550"/>
                <p:cNvSpPr/>
                <p:nvPr/>
              </p:nvSpPr>
              <p:spPr>
                <a:xfrm>
                  <a:off x="1529817" y="3654293"/>
                  <a:ext cx="15593" cy="1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8" name="ellipse_2551"/>
                <p:cNvSpPr/>
                <p:nvPr/>
              </p:nvSpPr>
              <p:spPr>
                <a:xfrm>
                  <a:off x="1550063" y="3626271"/>
                  <a:ext cx="18725" cy="187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9" name="ellipse_2552"/>
                <p:cNvSpPr/>
                <p:nvPr/>
              </p:nvSpPr>
              <p:spPr>
                <a:xfrm>
                  <a:off x="1395088" y="3533435"/>
                  <a:ext cx="15948" cy="159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0" name="ellipse_2553"/>
                <p:cNvSpPr/>
                <p:nvPr/>
              </p:nvSpPr>
              <p:spPr>
                <a:xfrm>
                  <a:off x="1313742" y="3573420"/>
                  <a:ext cx="15496" cy="154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3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1" name="ellipse_2554"/>
                <p:cNvSpPr/>
                <p:nvPr/>
              </p:nvSpPr>
              <p:spPr>
                <a:xfrm>
                  <a:off x="1329291" y="3672157"/>
                  <a:ext cx="23375" cy="233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2" name="ellipse_2555"/>
                <p:cNvSpPr/>
                <p:nvPr/>
              </p:nvSpPr>
              <p:spPr>
                <a:xfrm>
                  <a:off x="1307786" y="3621846"/>
                  <a:ext cx="22071" cy="2207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3" name="ellipse_2556"/>
                <p:cNvSpPr/>
                <p:nvPr/>
              </p:nvSpPr>
              <p:spPr>
                <a:xfrm>
                  <a:off x="1584475" y="3627694"/>
                  <a:ext cx="15386" cy="153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4" name="ellipse_2557"/>
                <p:cNvSpPr/>
                <p:nvPr/>
              </p:nvSpPr>
              <p:spPr>
                <a:xfrm>
                  <a:off x="1453895" y="3558216"/>
                  <a:ext cx="24625" cy="246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5" name="ellipse_2558"/>
                <p:cNvSpPr/>
                <p:nvPr/>
              </p:nvSpPr>
              <p:spPr>
                <a:xfrm>
                  <a:off x="1514397" y="3669171"/>
                  <a:ext cx="15296" cy="152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6" name="ellipse_2559"/>
                <p:cNvSpPr/>
                <p:nvPr/>
              </p:nvSpPr>
              <p:spPr>
                <a:xfrm>
                  <a:off x="1502877" y="3686988"/>
                  <a:ext cx="19310" cy="193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7" name="ellipse_2560"/>
                <p:cNvSpPr/>
                <p:nvPr/>
              </p:nvSpPr>
              <p:spPr>
                <a:xfrm>
                  <a:off x="1507745" y="3695631"/>
                  <a:ext cx="15466" cy="154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8" name="ellipse_2561"/>
                <p:cNvSpPr/>
                <p:nvPr/>
              </p:nvSpPr>
              <p:spPr>
                <a:xfrm>
                  <a:off x="1432818" y="3538051"/>
                  <a:ext cx="19094" cy="190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9" name="ellipse_2562"/>
                <p:cNvSpPr/>
                <p:nvPr/>
              </p:nvSpPr>
              <p:spPr>
                <a:xfrm>
                  <a:off x="1511410" y="3670510"/>
                  <a:ext cx="18124" cy="1812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0" name="ellipse_2563"/>
                <p:cNvSpPr/>
                <p:nvPr/>
              </p:nvSpPr>
              <p:spPr>
                <a:xfrm>
                  <a:off x="1465959" y="3697582"/>
                  <a:ext cx="20714" cy="207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1" name="ellipse_2564"/>
                <p:cNvSpPr/>
                <p:nvPr/>
              </p:nvSpPr>
              <p:spPr>
                <a:xfrm>
                  <a:off x="1421039" y="3688264"/>
                  <a:ext cx="20580" cy="205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2" name="ellipse_2565"/>
                <p:cNvSpPr/>
                <p:nvPr/>
              </p:nvSpPr>
              <p:spPr>
                <a:xfrm>
                  <a:off x="1317547" y="3643031"/>
                  <a:ext cx="24656" cy="246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8"/>
                    </a:gs>
                    <a:gs pos="43000">
                      <a:srgbClr val="D2DADF"/>
                    </a:gs>
                    <a:gs pos="100000">
                      <a:srgbClr val="A9B5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3" name="ellipse_2566"/>
                <p:cNvSpPr/>
                <p:nvPr/>
              </p:nvSpPr>
              <p:spPr>
                <a:xfrm>
                  <a:off x="1490146" y="3564893"/>
                  <a:ext cx="23114" cy="231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4" name="ellipse_2567"/>
                <p:cNvSpPr/>
                <p:nvPr/>
              </p:nvSpPr>
              <p:spPr>
                <a:xfrm>
                  <a:off x="1318021" y="3588334"/>
                  <a:ext cx="19866" cy="198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5" name="ellipse_2568"/>
                <p:cNvSpPr/>
                <p:nvPr/>
              </p:nvSpPr>
              <p:spPr>
                <a:xfrm>
                  <a:off x="1478242" y="3571021"/>
                  <a:ext cx="21106" cy="211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6" name="ellipse_2569"/>
                <p:cNvSpPr/>
                <p:nvPr/>
              </p:nvSpPr>
              <p:spPr>
                <a:xfrm>
                  <a:off x="1317612" y="3652314"/>
                  <a:ext cx="17900" cy="179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7" name="ellipse_2570"/>
                <p:cNvSpPr/>
                <p:nvPr/>
              </p:nvSpPr>
              <p:spPr>
                <a:xfrm>
                  <a:off x="1437620" y="3709822"/>
                  <a:ext cx="15418" cy="1541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8" name="ellipse_2571"/>
                <p:cNvSpPr/>
                <p:nvPr/>
              </p:nvSpPr>
              <p:spPr>
                <a:xfrm>
                  <a:off x="1482151" y="3682518"/>
                  <a:ext cx="16703" cy="167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9" name="ellipse_2572"/>
                <p:cNvSpPr/>
                <p:nvPr/>
              </p:nvSpPr>
              <p:spPr>
                <a:xfrm>
                  <a:off x="1411116" y="3562784"/>
                  <a:ext cx="21423" cy="214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0" name="ellipse_2573"/>
                <p:cNvSpPr/>
                <p:nvPr/>
              </p:nvSpPr>
              <p:spPr>
                <a:xfrm>
                  <a:off x="1454564" y="3537748"/>
                  <a:ext cx="19763" cy="1976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1" name="ellipse_2574"/>
                <p:cNvSpPr/>
                <p:nvPr/>
              </p:nvSpPr>
              <p:spPr>
                <a:xfrm>
                  <a:off x="1516785" y="3654731"/>
                  <a:ext cx="21578" cy="215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2" name="ellipse_2575"/>
                <p:cNvSpPr/>
                <p:nvPr/>
              </p:nvSpPr>
              <p:spPr>
                <a:xfrm>
                  <a:off x="1410634" y="3697683"/>
                  <a:ext cx="24162" cy="241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3" name="ellipse_2576"/>
                <p:cNvSpPr/>
                <p:nvPr/>
              </p:nvSpPr>
              <p:spPr>
                <a:xfrm>
                  <a:off x="1425946" y="3562304"/>
                  <a:ext cx="17525" cy="175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4" name="ellipse_2577"/>
                <p:cNvSpPr/>
                <p:nvPr/>
              </p:nvSpPr>
              <p:spPr>
                <a:xfrm>
                  <a:off x="1355269" y="3594031"/>
                  <a:ext cx="21133" cy="2113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5" name="ellipse_2578"/>
                <p:cNvSpPr/>
                <p:nvPr/>
              </p:nvSpPr>
              <p:spPr>
                <a:xfrm>
                  <a:off x="1506719" y="3690770"/>
                  <a:ext cx="17358" cy="1735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6" name="ellipse_2579"/>
                <p:cNvSpPr/>
                <p:nvPr/>
              </p:nvSpPr>
              <p:spPr>
                <a:xfrm>
                  <a:off x="1349195" y="3647004"/>
                  <a:ext cx="22300" cy="223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7" name="ellipse_2580"/>
                <p:cNvSpPr/>
                <p:nvPr/>
              </p:nvSpPr>
              <p:spPr>
                <a:xfrm>
                  <a:off x="1577404" y="3601425"/>
                  <a:ext cx="20206" cy="202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8" name="ellipse_2581"/>
                <p:cNvSpPr/>
                <p:nvPr/>
              </p:nvSpPr>
              <p:spPr>
                <a:xfrm>
                  <a:off x="1509076" y="3554975"/>
                  <a:ext cx="15762" cy="157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9" name="ellipse_2582"/>
                <p:cNvSpPr/>
                <p:nvPr/>
              </p:nvSpPr>
              <p:spPr>
                <a:xfrm>
                  <a:off x="1462460" y="3706007"/>
                  <a:ext cx="22750" cy="227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0" name="ellipse_2583"/>
                <p:cNvSpPr/>
                <p:nvPr/>
              </p:nvSpPr>
              <p:spPr>
                <a:xfrm>
                  <a:off x="1439477" y="3526920"/>
                  <a:ext cx="21290" cy="212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1" name="ellipse_2584"/>
                <p:cNvSpPr/>
                <p:nvPr/>
              </p:nvSpPr>
              <p:spPr>
                <a:xfrm>
                  <a:off x="1310268" y="3672453"/>
                  <a:ext cx="21000" cy="21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2" name="ellipse_2585"/>
                <p:cNvSpPr/>
                <p:nvPr/>
              </p:nvSpPr>
              <p:spPr>
                <a:xfrm>
                  <a:off x="1552938" y="3621802"/>
                  <a:ext cx="15605" cy="156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3" name="ellipse_2586"/>
                <p:cNvSpPr/>
                <p:nvPr/>
              </p:nvSpPr>
              <p:spPr>
                <a:xfrm>
                  <a:off x="1558418" y="3676011"/>
                  <a:ext cx="22184" cy="221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4" name="ellipse_2587"/>
                <p:cNvSpPr/>
                <p:nvPr/>
              </p:nvSpPr>
              <p:spPr>
                <a:xfrm>
                  <a:off x="1456866" y="3525328"/>
                  <a:ext cx="23606" cy="236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5" name="ellipse_2588"/>
                <p:cNvSpPr/>
                <p:nvPr/>
              </p:nvSpPr>
              <p:spPr>
                <a:xfrm>
                  <a:off x="1364561" y="3569140"/>
                  <a:ext cx="22851" cy="228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6" name="ellipse_2589"/>
                <p:cNvSpPr/>
                <p:nvPr/>
              </p:nvSpPr>
              <p:spPr>
                <a:xfrm>
                  <a:off x="1539847" y="3619786"/>
                  <a:ext cx="18619" cy="186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7" name="ellipse_2590"/>
                <p:cNvSpPr/>
                <p:nvPr/>
              </p:nvSpPr>
              <p:spPr>
                <a:xfrm>
                  <a:off x="1298635" y="3654692"/>
                  <a:ext cx="18927" cy="189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1"/>
                    </a:gs>
                    <a:gs pos="100000">
                      <a:srgbClr val="AC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8" name="ellipse_2591"/>
                <p:cNvSpPr/>
                <p:nvPr/>
              </p:nvSpPr>
              <p:spPr>
                <a:xfrm>
                  <a:off x="1319712" y="3686409"/>
                  <a:ext cx="23715" cy="237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9" name="ellipse_2592"/>
                <p:cNvSpPr/>
                <p:nvPr/>
              </p:nvSpPr>
              <p:spPr>
                <a:xfrm>
                  <a:off x="1501588" y="3562901"/>
                  <a:ext cx="22327" cy="223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0" name="ellipse_2593"/>
                <p:cNvSpPr/>
                <p:nvPr/>
              </p:nvSpPr>
              <p:spPr>
                <a:xfrm>
                  <a:off x="1466525" y="3529327"/>
                  <a:ext cx="15101" cy="1510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1" name="ellipse_2594"/>
                <p:cNvSpPr/>
                <p:nvPr/>
              </p:nvSpPr>
              <p:spPr>
                <a:xfrm>
                  <a:off x="1333290" y="3551629"/>
                  <a:ext cx="21303" cy="213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2" name="ellipse_2595"/>
                <p:cNvSpPr/>
                <p:nvPr/>
              </p:nvSpPr>
              <p:spPr>
                <a:xfrm>
                  <a:off x="1339812" y="3618696"/>
                  <a:ext cx="23994" cy="239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3" name="ellipse_2596"/>
                <p:cNvSpPr/>
                <p:nvPr/>
              </p:nvSpPr>
              <p:spPr>
                <a:xfrm>
                  <a:off x="1322053" y="3616233"/>
                  <a:ext cx="19417" cy="194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D"/>
                    </a:gs>
                    <a:gs pos="100000">
                      <a:srgbClr val="A4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4" name="ellipse_2597"/>
                <p:cNvSpPr/>
                <p:nvPr/>
              </p:nvSpPr>
              <p:spPr>
                <a:xfrm>
                  <a:off x="1442627" y="3702519"/>
                  <a:ext cx="16815" cy="168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5" name="ellipse_2598"/>
                <p:cNvSpPr/>
                <p:nvPr/>
              </p:nvSpPr>
              <p:spPr>
                <a:xfrm>
                  <a:off x="1359926" y="3695336"/>
                  <a:ext cx="19088" cy="190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6" name="ellipse_2599"/>
                <p:cNvSpPr/>
                <p:nvPr/>
              </p:nvSpPr>
              <p:spPr>
                <a:xfrm>
                  <a:off x="1316114" y="3579850"/>
                  <a:ext cx="19778" cy="197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7" name="ellipse_2600"/>
                <p:cNvSpPr/>
                <p:nvPr/>
              </p:nvSpPr>
              <p:spPr>
                <a:xfrm>
                  <a:off x="1434798" y="3553542"/>
                  <a:ext cx="17285" cy="172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8" name="ellipse_2601"/>
                <p:cNvSpPr/>
                <p:nvPr/>
              </p:nvSpPr>
              <p:spPr>
                <a:xfrm>
                  <a:off x="1494855" y="3573622"/>
                  <a:ext cx="23632" cy="2363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grpSp>
            <p:nvGrpSpPr>
              <p:cNvPr id="2719" name="Feature vector"/>
              <p:cNvGrpSpPr/>
              <p:nvPr/>
            </p:nvGrpSpPr>
            <p:grpSpPr>
              <a:xfrm>
                <a:off x="1274580" y="3787605"/>
                <a:ext cx="338355" cy="49275"/>
                <a:chOff x="1274580" y="3787605"/>
                <a:chExt cx="338355" cy="49275"/>
              </a:xfrm>
            </p:grpSpPr>
            <p:sp>
              <p:nvSpPr>
                <p:cNvPr id="2720" name="feature_1"/>
                <p:cNvSpPr/>
                <p:nvPr/>
              </p:nvSpPr>
              <p:spPr>
                <a:xfrm>
                  <a:off x="1274580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1" name="feature_2"/>
                <p:cNvSpPr/>
                <p:nvPr/>
              </p:nvSpPr>
              <p:spPr>
                <a:xfrm>
                  <a:off x="1323386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2" name="feature_3"/>
                <p:cNvSpPr/>
                <p:nvPr/>
              </p:nvSpPr>
              <p:spPr>
                <a:xfrm>
                  <a:off x="1372191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3" name="feature_4"/>
                <p:cNvSpPr/>
                <p:nvPr/>
              </p:nvSpPr>
              <p:spPr>
                <a:xfrm>
                  <a:off x="1420997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4" name="feature_5"/>
                <p:cNvSpPr/>
                <p:nvPr/>
              </p:nvSpPr>
              <p:spPr>
                <a:xfrm>
                  <a:off x="1469803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5" name="feature_6"/>
                <p:cNvSpPr/>
                <p:nvPr/>
              </p:nvSpPr>
              <p:spPr>
                <a:xfrm>
                  <a:off x="1518609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6" name="feature_7"/>
                <p:cNvSpPr/>
                <p:nvPr/>
              </p:nvSpPr>
              <p:spPr>
                <a:xfrm>
                  <a:off x="1567414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27" name="rect_2609"/>
              <p:cNvSpPr/>
              <p:nvPr/>
            </p:nvSpPr>
            <p:spPr>
              <a:xfrm>
                <a:off x="1826460" y="3367125"/>
                <a:ext cx="844245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8" name="Text | Local candidate cues"/>
              <p:cNvSpPr txBox="1"/>
              <p:nvPr/>
            </p:nvSpPr>
            <p:spPr>
              <a:xfrm>
                <a:off x="1768226" y="3383550"/>
                <a:ext cx="957429" cy="1119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21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Local candidate cues</a:t>
                </a:r>
                <a:endParaRPr lang="en-US" sz="621"/>
              </a:p>
            </p:txBody>
          </p:sp>
          <p:sp>
            <p:nvSpPr>
              <p:cNvPr id="2729" name="Candidate blob | editable contour"/>
              <p:cNvSpPr/>
              <p:nvPr/>
            </p:nvSpPr>
            <p:spPr>
              <a:xfrm>
                <a:off x="1928706" y="3559489"/>
                <a:ext cx="227897" cy="155682"/>
              </a:xfrm>
              <a:custGeom>
                <a:avLst/>
                <a:gdLst/>
                <a:ahLst/>
                <a:cxnLst/>
                <a:rect l="0" t="0" r="w" b="h"/>
                <a:pathLst>
                  <a:path w="227897" h="155682" extrusionOk="0">
                    <a:moveTo>
                      <a:pt x="5338" y="97866"/>
                    </a:moveTo>
                    <a:cubicBezTo>
                      <a:pt x="0" y="80701"/>
                      <a:pt x="18889" y="54504"/>
                      <a:pt x="29976" y="43663"/>
                    </a:cubicBezTo>
                    <a:cubicBezTo>
                      <a:pt x="41062" y="32823"/>
                      <a:pt x="58719" y="39447"/>
                      <a:pt x="71859" y="32823"/>
                    </a:cubicBezTo>
                    <a:cubicBezTo>
                      <a:pt x="84999" y="26198"/>
                      <a:pt x="92391" y="7829"/>
                      <a:pt x="108816" y="3915"/>
                    </a:cubicBezTo>
                    <a:cubicBezTo>
                      <a:pt x="125241" y="0"/>
                      <a:pt x="153984" y="3613"/>
                      <a:pt x="170409" y="9335"/>
                    </a:cubicBezTo>
                    <a:cubicBezTo>
                      <a:pt x="186834" y="15056"/>
                      <a:pt x="198332" y="26198"/>
                      <a:pt x="207366" y="38243"/>
                    </a:cubicBezTo>
                    <a:cubicBezTo>
                      <a:pt x="216399" y="50288"/>
                      <a:pt x="227897" y="67151"/>
                      <a:pt x="224612" y="81605"/>
                    </a:cubicBezTo>
                    <a:cubicBezTo>
                      <a:pt x="221327" y="96059"/>
                      <a:pt x="203259" y="113223"/>
                      <a:pt x="187656" y="124967"/>
                    </a:cubicBezTo>
                    <a:cubicBezTo>
                      <a:pt x="172052" y="136711"/>
                      <a:pt x="151931" y="148455"/>
                      <a:pt x="130989" y="152068"/>
                    </a:cubicBezTo>
                    <a:cubicBezTo>
                      <a:pt x="110048" y="155682"/>
                      <a:pt x="82946" y="155682"/>
                      <a:pt x="62004" y="146648"/>
                    </a:cubicBezTo>
                    <a:cubicBezTo>
                      <a:pt x="41062" y="137614"/>
                      <a:pt x="10676" y="115030"/>
                      <a:pt x="5338" y="978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9F2F9"/>
                  </a:gs>
                  <a:gs pos="48000">
                    <a:srgbClr val="85B7DD"/>
                  </a:gs>
                  <a:gs pos="100000">
                    <a:srgbClr val="65A1CE"/>
                  </a:gs>
                </a:gsLst>
                <a:lin ang="2700000" scaled="1"/>
                <a:tileRect/>
              </a:gradFill>
              <a:ln w="3285" cap="rnd" cmpd="sng" algn="ctr">
                <a:solidFill>
                  <a:srgbClr val="71A9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0" name="ellipse_2612"/>
              <p:cNvSpPr/>
              <p:nvPr/>
            </p:nvSpPr>
            <p:spPr>
              <a:xfrm>
                <a:off x="1980855" y="3603152"/>
                <a:ext cx="56666" cy="19874"/>
              </a:xfrm>
              <a:prstGeom prst="ellipse">
                <a:avLst/>
              </a:prstGeom>
              <a:solidFill>
                <a:srgbClr val="FFFFFF">
                  <a:alpha val="35000"/>
                </a:srgbClr>
              </a:solidFill>
              <a:ln w="328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2731" name="Pseudo-atom sampling points; no chemical bonds"/>
              <p:cNvGrpSpPr/>
              <p:nvPr/>
            </p:nvGrpSpPr>
            <p:grpSpPr>
              <a:xfrm>
                <a:off x="2356083" y="3581646"/>
                <a:ext cx="132815" cy="121377"/>
                <a:chOff x="2356083" y="3581646"/>
                <a:chExt cx="132815" cy="121377"/>
              </a:xfrm>
            </p:grpSpPr>
            <p:sp>
              <p:nvSpPr>
                <p:cNvPr id="2732" name="Pseudo atom | small solid diamond"/>
                <p:cNvSpPr/>
                <p:nvPr/>
              </p:nvSpPr>
              <p:spPr>
                <a:xfrm>
                  <a:off x="2470337" y="365792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3" name="Pseudo atom | small solid diamond"/>
                <p:cNvSpPr/>
                <p:nvPr/>
              </p:nvSpPr>
              <p:spPr>
                <a:xfrm>
                  <a:off x="2367832" y="358164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4" name="Pseudo atom | small solid diamond"/>
                <p:cNvSpPr/>
                <p:nvPr/>
              </p:nvSpPr>
              <p:spPr>
                <a:xfrm>
                  <a:off x="2462977" y="3688569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5" name="Pseudo atom | small solid diamond"/>
                <p:cNvSpPr/>
                <p:nvPr/>
              </p:nvSpPr>
              <p:spPr>
                <a:xfrm>
                  <a:off x="2381094" y="3596723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6" name="Pseudo atom | small solid diamond"/>
                <p:cNvSpPr/>
                <p:nvPr/>
              </p:nvSpPr>
              <p:spPr>
                <a:xfrm>
                  <a:off x="2474444" y="3633245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7" name="Pseudo atom | small solid diamond"/>
                <p:cNvSpPr/>
                <p:nvPr/>
              </p:nvSpPr>
              <p:spPr>
                <a:xfrm>
                  <a:off x="2419798" y="361567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8" name="Pseudo atom | small solid diamond"/>
                <p:cNvSpPr/>
                <p:nvPr/>
              </p:nvSpPr>
              <p:spPr>
                <a:xfrm>
                  <a:off x="2356083" y="363092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9" name="Pseudo atom | small solid diamond"/>
                <p:cNvSpPr/>
                <p:nvPr/>
              </p:nvSpPr>
              <p:spPr>
                <a:xfrm>
                  <a:off x="2399168" y="362144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0" name="Pseudo atom | small solid diamond"/>
                <p:cNvSpPr/>
                <p:nvPr/>
              </p:nvSpPr>
              <p:spPr>
                <a:xfrm>
                  <a:off x="2442478" y="366401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1" name="Pseudo atom | small solid diamond"/>
                <p:cNvSpPr/>
                <p:nvPr/>
              </p:nvSpPr>
              <p:spPr>
                <a:xfrm>
                  <a:off x="2457792" y="3672561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42" name="Text | Blob"/>
              <p:cNvSpPr txBox="1"/>
              <p:nvPr/>
            </p:nvSpPr>
            <p:spPr>
              <a:xfrm>
                <a:off x="1946540" y="3764610"/>
                <a:ext cx="19346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Blob</a:t>
                </a:r>
                <a:endParaRPr lang="en-US" sz="595"/>
              </a:p>
            </p:txBody>
          </p:sp>
          <p:sp>
            <p:nvSpPr>
              <p:cNvPr id="2743" name="Text | Pseudo"/>
              <p:cNvSpPr txBox="1"/>
              <p:nvPr/>
            </p:nvSpPr>
            <p:spPr>
              <a:xfrm>
                <a:off x="2298026" y="3764610"/>
                <a:ext cx="298599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Pseudo</a:t>
                </a:r>
                <a:endParaRPr lang="en-US" sz="595"/>
              </a:p>
            </p:txBody>
          </p:sp>
        </p:grpSp>
        <p:sp>
          <p:nvSpPr>
            <p:cNvPr id="2750" name="Text | Q"/>
            <p:cNvSpPr txBox="1"/>
            <p:nvPr/>
          </p:nvSpPr>
          <p:spPr>
            <a:xfrm>
              <a:off x="2772000" y="3963600"/>
              <a:ext cx="94616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621"/>
            </a:p>
          </p:txBody>
        </p:sp>
        <p:sp>
          <p:nvSpPr>
            <p:cNvPr id="2761" name="Operation | Mean/max pool"/>
            <p:cNvSpPr/>
            <p:nvPr/>
          </p:nvSpPr>
          <p:spPr>
            <a:xfrm>
              <a:off x="1379700" y="4022482"/>
              <a:ext cx="617580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2" name="Text | Mean/max pool"/>
            <p:cNvSpPr txBox="1"/>
            <p:nvPr/>
          </p:nvSpPr>
          <p:spPr>
            <a:xfrm>
              <a:off x="1336948" y="4050931"/>
              <a:ext cx="70308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Mean/max pool</a:t>
              </a:r>
              <a:endParaRPr lang="en-US" sz="621"/>
            </a:p>
          </p:txBody>
        </p:sp>
        <p:sp>
          <p:nvSpPr>
            <p:cNvPr id="2763" name="Operation | Attention"/>
            <p:cNvSpPr/>
            <p:nvPr/>
          </p:nvSpPr>
          <p:spPr>
            <a:xfrm>
              <a:off x="2202592" y="4022482"/>
              <a:ext cx="509175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4" name="Text | Attention"/>
            <p:cNvSpPr txBox="1"/>
            <p:nvPr/>
          </p:nvSpPr>
          <p:spPr>
            <a:xfrm>
              <a:off x="2232886" y="4050931"/>
              <a:ext cx="44858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Attention</a:t>
              </a:r>
              <a:endParaRPr lang="en-US" sz="621"/>
            </a:p>
          </p:txBody>
        </p:sp>
        <p:sp>
          <p:nvSpPr>
            <p:cNvPr id="2771" name="Concatenation"/>
            <p:cNvSpPr/>
            <p:nvPr/>
          </p:nvSpPr>
          <p:spPr>
            <a:xfrm>
              <a:off x="1885590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772" name="path_2641"/>
            <p:cNvCxnSpPr/>
            <p:nvPr/>
          </p:nvCxnSpPr>
          <p:spPr>
            <a:xfrm>
              <a:off x="192829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3" name="path_2642"/>
            <p:cNvCxnSpPr/>
            <p:nvPr/>
          </p:nvCxnSpPr>
          <p:spPr>
            <a:xfrm>
              <a:off x="195457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7" name="Operation | MLP"/>
            <p:cNvSpPr/>
            <p:nvPr/>
          </p:nvSpPr>
          <p:spPr>
            <a:xfrm>
              <a:off x="2169742" y="4421610"/>
              <a:ext cx="30550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8" name="Text | MLP"/>
            <p:cNvSpPr txBox="1"/>
            <p:nvPr/>
          </p:nvSpPr>
          <p:spPr>
            <a:xfrm>
              <a:off x="2211001" y="4446248"/>
              <a:ext cx="2229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MLP</a:t>
              </a:r>
              <a:endParaRPr lang="en-US" sz="647"/>
            </a:p>
          </p:txBody>
        </p:sp>
        <p:sp>
          <p:nvSpPr>
            <p:cNvPr id="2782" name="FiLM | base summary modulated by conditions"/>
            <p:cNvSpPr/>
            <p:nvPr/>
          </p:nvSpPr>
          <p:spPr>
            <a:xfrm>
              <a:off x="2729835" y="4392045"/>
              <a:ext cx="216810" cy="216810"/>
            </a:xfrm>
            <a:prstGeom prst="ellipse">
              <a:avLst/>
            </a:prstGeom>
            <a:solidFill>
              <a:srgbClr val="F2EEF9"/>
            </a:solidFill>
            <a:ln w="6570" cap="rnd" cmpd="sng" algn="ctr">
              <a:solidFill>
                <a:srgbClr val="8B7BB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3" name="Text | FiLM"/>
            <p:cNvSpPr txBox="1"/>
            <p:nvPr/>
          </p:nvSpPr>
          <p:spPr>
            <a:xfrm>
              <a:off x="2704831" y="4438035"/>
              <a:ext cx="266819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FiLM</a:t>
              </a:r>
              <a:endParaRPr lang="en-US" sz="698"/>
            </a:p>
          </p:txBody>
        </p:sp>
        <p:grpSp>
          <p:nvGrpSpPr>
            <p:cNvPr id="2787" name="Candidate representation h_j"/>
            <p:cNvGrpSpPr/>
            <p:nvPr/>
          </p:nvGrpSpPr>
          <p:grpSpPr>
            <a:xfrm>
              <a:off x="2641140" y="4746825"/>
              <a:ext cx="397485" cy="72270"/>
              <a:chOff x="2641140" y="4746825"/>
              <a:chExt cx="397485" cy="72270"/>
            </a:xfrm>
          </p:grpSpPr>
          <p:sp>
            <p:nvSpPr>
              <p:cNvPr id="2788" name="feature_1"/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9" name="feature_2"/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0" name="feature_3"/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1" name="feature_4"/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2" name="feature_5"/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3" name="feature_6"/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4" name="feature_7"/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795" name="Formula | h_j"/>
            <p:cNvGrpSpPr/>
            <p:nvPr/>
          </p:nvGrpSpPr>
          <p:grpSpPr>
            <a:xfrm>
              <a:off x="2443251" y="4713975"/>
              <a:ext cx="108392" cy="149738"/>
              <a:chOff x="2443251" y="4713975"/>
              <a:chExt cx="108392" cy="149738"/>
            </a:xfrm>
          </p:grpSpPr>
          <p:sp>
            <p:nvSpPr>
              <p:cNvPr id="2796" name="Text | h"/>
              <p:cNvSpPr txBox="1"/>
              <p:nvPr/>
            </p:nvSpPr>
            <p:spPr>
              <a:xfrm>
                <a:off x="2443251" y="4713975"/>
                <a:ext cx="100187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02"/>
              </a:p>
            </p:txBody>
          </p:sp>
          <p:sp>
            <p:nvSpPr>
              <p:cNvPr id="2797" name="Text | j"/>
              <p:cNvSpPr txBox="1"/>
              <p:nvPr/>
            </p:nvSpPr>
            <p:spPr>
              <a:xfrm>
                <a:off x="2507796" y="4774058"/>
                <a:ext cx="43847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497"/>
              </a:p>
            </p:txBody>
          </p:sp>
        </p:grpSp>
        <p:sp>
          <p:nvSpPr>
            <p:cNvPr id="2798" name="Text | User-provided SMILES · same PDB"/>
            <p:cNvSpPr txBox="1"/>
            <p:nvPr/>
          </p:nvSpPr>
          <p:spPr>
            <a:xfrm>
              <a:off x="3447117" y="2736405"/>
              <a:ext cx="136425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User-provided SMILES · same PDB</a:t>
              </a:r>
              <a:endParaRPr lang="en-US" sz="621"/>
            </a:p>
          </p:txBody>
        </p:sp>
        <p:cxnSp>
          <p:nvCxnSpPr>
            <p:cNvPr id="2799" name="path_2660"/>
            <p:cNvCxnSpPr/>
            <p:nvPr/>
          </p:nvCxnSpPr>
          <p:spPr>
            <a:xfrm flipV="1">
              <a:off x="3370410" y="2994376"/>
              <a:ext cx="83110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0" name="path_2661"/>
            <p:cNvCxnSpPr/>
            <p:nvPr/>
          </p:nvCxnSpPr>
          <p:spPr>
            <a:xfrm>
              <a:off x="3453520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1" name="path_2662"/>
            <p:cNvCxnSpPr/>
            <p:nvPr/>
          </p:nvCxnSpPr>
          <p:spPr>
            <a:xfrm flipV="1">
              <a:off x="3540244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02" name="Text | O"/>
            <p:cNvSpPr txBox="1"/>
            <p:nvPr/>
          </p:nvSpPr>
          <p:spPr>
            <a:xfrm>
              <a:off x="3637809" y="2942703"/>
              <a:ext cx="83164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69"/>
            </a:p>
          </p:txBody>
        </p:sp>
        <p:grpSp>
          <p:nvGrpSpPr>
            <p:cNvPr id="2803" name="Ligand identity | illustrative molecular graph"/>
            <p:cNvGrpSpPr/>
            <p:nvPr/>
          </p:nvGrpSpPr>
          <p:grpSpPr>
            <a:xfrm>
              <a:off x="3971842" y="2937250"/>
              <a:ext cx="368110" cy="194735"/>
              <a:chOff x="3971842" y="2937250"/>
              <a:chExt cx="368110" cy="194735"/>
            </a:xfrm>
          </p:grpSpPr>
          <p:cxnSp>
            <p:nvCxnSpPr>
              <p:cNvPr id="2804" name="path_2664"/>
              <p:cNvCxnSpPr/>
              <p:nvPr/>
            </p:nvCxnSpPr>
            <p:spPr>
              <a:xfrm flipH="1">
                <a:off x="4050077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5" name="path_2665"/>
              <p:cNvCxnSpPr/>
              <p:nvPr/>
            </p:nvCxnSpPr>
            <p:spPr>
              <a:xfrm flipH="1" flipV="1">
                <a:off x="3971842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6" name="path_2666"/>
              <p:cNvCxnSpPr/>
              <p:nvPr/>
            </p:nvCxnSpPr>
            <p:spPr>
              <a:xfrm flipV="1">
                <a:off x="3971842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7" name="path_2667"/>
              <p:cNvCxnSpPr/>
              <p:nvPr/>
            </p:nvCxnSpPr>
            <p:spPr>
              <a:xfrm flipV="1">
                <a:off x="3971842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8" name="path_2668"/>
              <p:cNvCxnSpPr/>
              <p:nvPr/>
            </p:nvCxnSpPr>
            <p:spPr>
              <a:xfrm>
                <a:off x="4050077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9" name="path_2669"/>
              <p:cNvCxnSpPr/>
              <p:nvPr/>
            </p:nvCxnSpPr>
            <p:spPr>
              <a:xfrm>
                <a:off x="4128311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0" name="path_2670"/>
              <p:cNvCxnSpPr/>
              <p:nvPr/>
            </p:nvCxnSpPr>
            <p:spPr>
              <a:xfrm flipV="1">
                <a:off x="4128311" y="2960311"/>
                <a:ext cx="69919" cy="122990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1" name="path_2671"/>
              <p:cNvCxnSpPr/>
              <p:nvPr/>
            </p:nvCxnSpPr>
            <p:spPr>
              <a:xfrm>
                <a:off x="4198230" y="2960311"/>
                <a:ext cx="50589" cy="53808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2" name="path_2672"/>
              <p:cNvCxnSpPr/>
              <p:nvPr/>
            </p:nvCxnSpPr>
            <p:spPr>
              <a:xfrm flipH="1">
                <a:off x="4050077" y="3074538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3" name="path_2673"/>
              <p:cNvCxnSpPr/>
              <p:nvPr/>
            </p:nvCxnSpPr>
            <p:spPr>
              <a:xfrm flipV="1">
                <a:off x="3985924" y="2994697"/>
                <a:ext cx="0" cy="7984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4" name="path_2674"/>
              <p:cNvCxnSpPr/>
              <p:nvPr/>
            </p:nvCxnSpPr>
            <p:spPr>
              <a:xfrm>
                <a:off x="4050077" y="2954776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15" name="Text | O"/>
              <p:cNvSpPr txBox="1"/>
              <p:nvPr/>
            </p:nvSpPr>
            <p:spPr>
              <a:xfrm>
                <a:off x="4261959" y="297141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cxnSp>
          <p:nvCxnSpPr>
            <p:cNvPr id="2816" name="path_2676"/>
            <p:cNvCxnSpPr/>
            <p:nvPr/>
          </p:nvCxnSpPr>
          <p:spPr>
            <a:xfrm flipV="1">
              <a:off x="4520160" y="2990631"/>
              <a:ext cx="90338" cy="52429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7" name="path_2677"/>
            <p:cNvCxnSpPr/>
            <p:nvPr/>
          </p:nvCxnSpPr>
          <p:spPr>
            <a:xfrm>
              <a:off x="4610498" y="2990631"/>
              <a:ext cx="97565" cy="54301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8" name="path_2678"/>
            <p:cNvCxnSpPr/>
            <p:nvPr/>
          </p:nvCxnSpPr>
          <p:spPr>
            <a:xfrm flipV="1">
              <a:off x="4708062" y="2994376"/>
              <a:ext cx="86724" cy="5055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9" name="path_2679"/>
            <p:cNvCxnSpPr/>
            <p:nvPr/>
          </p:nvCxnSpPr>
          <p:spPr>
            <a:xfrm flipV="1">
              <a:off x="4610498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0" name="path_2680"/>
            <p:cNvCxnSpPr/>
            <p:nvPr/>
          </p:nvCxnSpPr>
          <p:spPr>
            <a:xfrm flipV="1">
              <a:off x="4628565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21" name="Text | O"/>
            <p:cNvSpPr txBox="1"/>
            <p:nvPr/>
          </p:nvSpPr>
          <p:spPr>
            <a:xfrm>
              <a:off x="4606884" y="2844876"/>
              <a:ext cx="80579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43"/>
            </a:p>
          </p:txBody>
        </p:sp>
        <p:sp>
          <p:nvSpPr>
            <p:cNvPr id="2822" name="Text | N"/>
            <p:cNvSpPr txBox="1"/>
            <p:nvPr/>
          </p:nvSpPr>
          <p:spPr>
            <a:xfrm>
              <a:off x="4791172" y="2942243"/>
              <a:ext cx="77884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8EB3CF"/>
                  </a:solidFill>
                  <a:latin typeface="Arial"/>
                  <a:ea typeface="Arial"/>
                  <a:cs typeface="Arial"/>
                </a:rPr>
                <a:t>N</a:t>
              </a:r>
              <a:endParaRPr lang="en-US" sz="543"/>
            </a:p>
          </p:txBody>
        </p:sp>
        <p:sp>
          <p:nvSpPr>
            <p:cNvPr id="2823" name="rect_2683"/>
            <p:cNvSpPr/>
            <p:nvPr/>
          </p:nvSpPr>
          <p:spPr>
            <a:xfrm>
              <a:off x="3876300" y="2864520"/>
              <a:ext cx="436905" cy="328500"/>
            </a:xfrm>
            <a:prstGeom prst="roundRect">
              <a:avLst>
                <a:gd name="adj" fmla="val 6000"/>
              </a:avLst>
            </a:prstGeom>
            <a:noFill/>
            <a:ln w="3614" cap="rnd" cmpd="sng" algn="ctr">
              <a:solidFill>
                <a:srgbClr val="90C4B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4" name="Text | Selected identity"/>
            <p:cNvSpPr txBox="1"/>
            <p:nvPr/>
          </p:nvSpPr>
          <p:spPr>
            <a:xfrm>
              <a:off x="3773116" y="3212730"/>
              <a:ext cx="66626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Selected identity</a:t>
              </a:r>
              <a:endParaRPr lang="en-US" sz="595"/>
            </a:p>
          </p:txBody>
        </p:sp>
        <p:grpSp>
          <p:nvGrpSpPr>
            <p:cNvPr id="2825" name="Arrow | smiles → language_encoder"/>
            <p:cNvGrpSpPr/>
            <p:nvPr/>
          </p:nvGrpSpPr>
          <p:grpSpPr>
            <a:xfrm>
              <a:off x="4092338" y="3196305"/>
              <a:ext cx="27824" cy="174105"/>
              <a:chOff x="4092338" y="3196305"/>
              <a:chExt cx="27824" cy="174105"/>
            </a:xfrm>
          </p:grpSpPr>
          <p:cxnSp>
            <p:nvCxnSpPr>
              <p:cNvPr id="2826" name="Arrow | smiles → language_encoder | path"/>
              <p:cNvCxnSpPr/>
              <p:nvPr/>
            </p:nvCxnSpPr>
            <p:spPr>
              <a:xfrm>
                <a:off x="4106250" y="3196305"/>
                <a:ext cx="0" cy="174105"/>
              </a:xfrm>
              <a:prstGeom prst="line">
                <a:avLst/>
              </a:prstGeom>
              <a:noFill/>
              <a:ln w="6242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27" name="Arrow | smiles → language_encoder | editable arrowhead"/>
              <p:cNvSpPr/>
              <p:nvPr/>
            </p:nvSpPr>
            <p:spPr>
              <a:xfrm>
                <a:off x="4092338" y="3338053"/>
                <a:ext cx="27824" cy="32357"/>
              </a:xfrm>
              <a:custGeom>
                <a:avLst/>
                <a:gdLst/>
                <a:ahLst/>
                <a:cxnLst/>
                <a:rect l="0" t="0" r="w" b="h"/>
                <a:pathLst>
                  <a:path w="27824" h="32357" stroke="0" extrusionOk="0">
                    <a:moveTo>
                      <a:pt x="13912" y="32357"/>
                    </a:moveTo>
                    <a:lnTo>
                      <a:pt x="0" y="0"/>
                    </a:lnTo>
                    <a:lnTo>
                      <a:pt x="27824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28" name="Operation | SMI-TED"/>
            <p:cNvSpPr/>
            <p:nvPr/>
          </p:nvSpPr>
          <p:spPr>
            <a:xfrm>
              <a:off x="3871372" y="3385192"/>
              <a:ext cx="469755" cy="167535"/>
            </a:xfrm>
            <a:prstGeom prst="roundRect">
              <a:avLst>
                <a:gd name="adj" fmla="val 17647"/>
              </a:avLst>
            </a:prstGeom>
            <a:solidFill>
              <a:srgbClr val="F3FAF7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9" name="Text | SMI-TED"/>
            <p:cNvSpPr txBox="1"/>
            <p:nvPr/>
          </p:nvSpPr>
          <p:spPr>
            <a:xfrm>
              <a:off x="3905005" y="3414758"/>
              <a:ext cx="4024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647"/>
            </a:p>
          </p:txBody>
        </p:sp>
        <p:sp>
          <p:nvSpPr>
            <p:cNvPr id="2830" name="Text | + linear"/>
            <p:cNvSpPr txBox="1"/>
            <p:nvPr/>
          </p:nvSpPr>
          <p:spPr>
            <a:xfrm>
              <a:off x="3935389" y="3574080"/>
              <a:ext cx="34172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621"/>
            </a:p>
          </p:txBody>
        </p:sp>
        <p:grpSp>
          <p:nvGrpSpPr>
            <p:cNvPr id="2831" name="Arrow | language_encoder → language_vector"/>
            <p:cNvGrpSpPr/>
            <p:nvPr/>
          </p:nvGrpSpPr>
          <p:grpSpPr>
            <a:xfrm>
              <a:off x="4092552" y="3675915"/>
              <a:ext cx="27397" cy="75555"/>
              <a:chOff x="4092552" y="3675915"/>
              <a:chExt cx="27397" cy="75555"/>
            </a:xfrm>
          </p:grpSpPr>
          <p:cxnSp>
            <p:nvCxnSpPr>
              <p:cNvPr id="2832" name="Arrow | language_encoder → language_vector | path"/>
              <p:cNvCxnSpPr/>
              <p:nvPr/>
            </p:nvCxnSpPr>
            <p:spPr>
              <a:xfrm>
                <a:off x="4106250" y="3675915"/>
                <a:ext cx="0" cy="75555"/>
              </a:xfrm>
              <a:prstGeom prst="line">
                <a:avLst/>
              </a:prstGeom>
              <a:noFill/>
              <a:ln w="5913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33" name="Arrow | language_encoder → language_vector | editable arrowhead"/>
              <p:cNvSpPr/>
              <p:nvPr/>
            </p:nvSpPr>
            <p:spPr>
              <a:xfrm>
                <a:off x="4092552" y="3719606"/>
                <a:ext cx="27397" cy="31865"/>
              </a:xfrm>
              <a:custGeom>
                <a:avLst/>
                <a:gdLst/>
                <a:ahLst/>
                <a:cxnLst/>
                <a:rect l="0" t="0" r="w" b="h"/>
                <a:pathLst>
                  <a:path w="27397" h="31865" stroke="0" extrusionOk="0">
                    <a:moveTo>
                      <a:pt x="13698" y="31865"/>
                    </a:moveTo>
                    <a:lnTo>
                      <a:pt x="0" y="0"/>
                    </a:lnTo>
                    <a:lnTo>
                      <a:pt x="27397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34" name="Language vector v_k"/>
            <p:cNvGrpSpPr/>
            <p:nvPr/>
          </p:nvGrpSpPr>
          <p:grpSpPr>
            <a:xfrm>
              <a:off x="3942000" y="3774465"/>
              <a:ext cx="338355" cy="75555"/>
              <a:chOff x="3942000" y="3774465"/>
              <a:chExt cx="338355" cy="75555"/>
            </a:xfrm>
          </p:grpSpPr>
          <p:sp>
            <p:nvSpPr>
              <p:cNvPr id="2835" name="feature_1"/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6" name="feature_2"/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7" name="feature_3"/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8" name="feature_4"/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CBE7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9" name="feature_5"/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0" name="feature_6"/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1" name="feature_7"/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cxnSp>
          <p:nvCxnSpPr>
            <p:cNvPr id="2845" name="path_2698"/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6" name="path_2699"/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7" name="path_2700"/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8" name="path_2701"/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9" name="path_2702"/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0" name="path_2703"/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1" name="path_2704"/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2" name="ellipse_2705"/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3" name="ellipse_2706"/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4" name="ellipse_2707"/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5" name="ellipse_2708"/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6" name="ellipse_2709"/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7" name="ellipse_2710"/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8" name="ellipse_2711"/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9" name="Text | Own graph"/>
            <p:cNvSpPr txBox="1"/>
            <p:nvPr/>
          </p:nvSpPr>
          <p:spPr>
            <a:xfrm>
              <a:off x="3343833" y="3958425"/>
              <a:ext cx="44078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Own graph</a:t>
              </a:r>
              <a:endParaRPr lang="en-US" sz="595"/>
            </a:p>
          </p:txBody>
        </p:sp>
        <p:grpSp>
          <p:nvGrpSpPr>
            <p:cNvPr id="2860" name="Arrow | other_smiles → other_language_vectors"/>
            <p:cNvGrpSpPr/>
            <p:nvPr/>
          </p:nvGrpSpPr>
          <p:grpSpPr>
            <a:xfrm>
              <a:off x="4507020" y="3173310"/>
              <a:ext cx="525304" cy="538740"/>
              <a:chOff x="4507020" y="3173310"/>
              <a:chExt cx="525304" cy="538740"/>
            </a:xfrm>
          </p:grpSpPr>
          <p:sp>
            <p:nvSpPr>
              <p:cNvPr id="2861" name="Arrow | other_smiles → other_language_vectors | path"/>
              <p:cNvSpPr/>
              <p:nvPr/>
            </p:nvSpPr>
            <p:spPr>
              <a:xfrm>
                <a:off x="4507020" y="3173310"/>
                <a:ext cx="512460" cy="538740"/>
              </a:xfrm>
              <a:custGeom>
                <a:avLst/>
                <a:gdLst/>
                <a:ahLst/>
                <a:cxnLst/>
                <a:rect l="0" t="0" r="w" b="h"/>
                <a:pathLst>
                  <a:path w="512460" h="538740" fill="none" extrusionOk="0">
                    <a:moveTo>
                      <a:pt x="0" y="0"/>
                    </a:moveTo>
                    <a:lnTo>
                      <a:pt x="512460" y="0"/>
                    </a:lnTo>
                    <a:lnTo>
                      <a:pt x="512460" y="538740"/>
                    </a:lnTo>
                  </a:path>
                </a:pathLst>
              </a:custGeom>
              <a:noFill/>
              <a:ln w="4599" cap="rnd" cmpd="sng" algn="ctr">
                <a:solidFill>
                  <a:srgbClr val="6DB19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2" name="Arrow | other_smiles → other_language_vectors | editable arrowhead"/>
              <p:cNvSpPr/>
              <p:nvPr/>
            </p:nvSpPr>
            <p:spPr>
              <a:xfrm>
                <a:off x="5006636" y="3682157"/>
                <a:ext cx="25689" cy="29893"/>
              </a:xfrm>
              <a:custGeom>
                <a:avLst/>
                <a:gdLst/>
                <a:ahLst/>
                <a:cxnLst/>
                <a:rect l="0" t="0" r="w" b="h"/>
                <a:pathLst>
                  <a:path w="25689" h="29893" stroke="0" extrusionOk="0">
                    <a:moveTo>
                      <a:pt x="12844" y="29893"/>
                    </a:moveTo>
                    <a:lnTo>
                      <a:pt x="0" y="0"/>
                    </a:lnTo>
                    <a:lnTo>
                      <a:pt x="25689" y="0"/>
                    </a:lnTo>
                    <a:close/>
                  </a:path>
                </a:pathLst>
              </a:custGeom>
              <a:solidFill>
                <a:srgbClr val="6DB19A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63" name="Text | SMI-TED / + linear"/>
            <p:cNvGrpSpPr/>
            <p:nvPr/>
          </p:nvGrpSpPr>
          <p:grpSpPr>
            <a:xfrm>
              <a:off x="4599399" y="3383550"/>
              <a:ext cx="334272" cy="195983"/>
              <a:chOff x="4599399" y="3383550"/>
              <a:chExt cx="334272" cy="195983"/>
            </a:xfrm>
          </p:grpSpPr>
          <p:sp>
            <p:nvSpPr>
              <p:cNvPr id="2864" name="Text | SMI-TED"/>
              <p:cNvSpPr txBox="1"/>
              <p:nvPr/>
            </p:nvSpPr>
            <p:spPr>
              <a:xfrm>
                <a:off x="4599399" y="3383550"/>
                <a:ext cx="334272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SMI-TED</a:t>
                </a:r>
                <a:endParaRPr lang="en-US" sz="595"/>
              </a:p>
            </p:txBody>
          </p:sp>
          <p:sp>
            <p:nvSpPr>
              <p:cNvPr id="2865" name="Text | + linear"/>
              <p:cNvSpPr txBox="1"/>
              <p:nvPr/>
            </p:nvSpPr>
            <p:spPr>
              <a:xfrm>
                <a:off x="4602790" y="3472245"/>
                <a:ext cx="32749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+ linear</a:t>
                </a:r>
                <a:endParaRPr lang="en-US" sz="595"/>
              </a:p>
            </p:txBody>
          </p:sp>
        </p:grpSp>
        <p:grpSp>
          <p:nvGrpSpPr>
            <p:cNvPr id="2866" name="Other identity language vector"/>
            <p:cNvGrpSpPr/>
            <p:nvPr/>
          </p:nvGrpSpPr>
          <p:grpSpPr>
            <a:xfrm>
              <a:off x="4648275" y="3748185"/>
              <a:ext cx="85410" cy="39420"/>
              <a:chOff x="4648275" y="3748185"/>
              <a:chExt cx="85410" cy="39420"/>
            </a:xfrm>
          </p:grpSpPr>
          <p:sp>
            <p:nvSpPr>
              <p:cNvPr id="2867" name="feature_1"/>
              <p:cNvSpPr/>
              <p:nvPr/>
            </p:nvSpPr>
            <p:spPr>
              <a:xfrm>
                <a:off x="464827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8" name="feature_2"/>
              <p:cNvSpPr/>
              <p:nvPr/>
            </p:nvSpPr>
            <p:spPr>
              <a:xfrm>
                <a:off x="467784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9" name="feature_3"/>
              <p:cNvSpPr/>
              <p:nvPr/>
            </p:nvSpPr>
            <p:spPr>
              <a:xfrm>
                <a:off x="470740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0" name="Other identity language vector"/>
            <p:cNvGrpSpPr/>
            <p:nvPr/>
          </p:nvGrpSpPr>
          <p:grpSpPr>
            <a:xfrm>
              <a:off x="4766535" y="3748185"/>
              <a:ext cx="85410" cy="39420"/>
              <a:chOff x="4766535" y="3748185"/>
              <a:chExt cx="85410" cy="39420"/>
            </a:xfrm>
          </p:grpSpPr>
          <p:sp>
            <p:nvSpPr>
              <p:cNvPr id="2871" name="feature_1"/>
              <p:cNvSpPr/>
              <p:nvPr/>
            </p:nvSpPr>
            <p:spPr>
              <a:xfrm>
                <a:off x="476653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2" name="feature_2"/>
              <p:cNvSpPr/>
              <p:nvPr/>
            </p:nvSpPr>
            <p:spPr>
              <a:xfrm>
                <a:off x="479610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3" name="feature_3"/>
              <p:cNvSpPr/>
              <p:nvPr/>
            </p:nvSpPr>
            <p:spPr>
              <a:xfrm>
                <a:off x="482566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4" name="Other identity language vector"/>
            <p:cNvGrpSpPr/>
            <p:nvPr/>
          </p:nvGrpSpPr>
          <p:grpSpPr>
            <a:xfrm>
              <a:off x="4884795" y="3748185"/>
              <a:ext cx="85410" cy="39420"/>
              <a:chOff x="4884795" y="3748185"/>
              <a:chExt cx="85410" cy="39420"/>
            </a:xfrm>
          </p:grpSpPr>
          <p:sp>
            <p:nvSpPr>
              <p:cNvPr id="2875" name="feature_1"/>
              <p:cNvSpPr/>
              <p:nvPr/>
            </p:nvSpPr>
            <p:spPr>
              <a:xfrm>
                <a:off x="488479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6" name="feature_2"/>
              <p:cNvSpPr/>
              <p:nvPr/>
            </p:nvSpPr>
            <p:spPr>
              <a:xfrm>
                <a:off x="491436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7" name="feature_3"/>
              <p:cNvSpPr/>
              <p:nvPr/>
            </p:nvSpPr>
            <p:spPr>
              <a:xfrm>
                <a:off x="494392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8" name="Text | Other identity / vectors"/>
            <p:cNvGrpSpPr/>
            <p:nvPr/>
          </p:nvGrpSpPr>
          <p:grpSpPr>
            <a:xfrm>
              <a:off x="4519465" y="3850020"/>
              <a:ext cx="553270" cy="192698"/>
              <a:chOff x="4519465" y="3850020"/>
              <a:chExt cx="553270" cy="192698"/>
            </a:xfrm>
          </p:grpSpPr>
          <p:sp>
            <p:nvSpPr>
              <p:cNvPr id="2879" name="Text | Other identity"/>
              <p:cNvSpPr txBox="1"/>
              <p:nvPr/>
            </p:nvSpPr>
            <p:spPr>
              <a:xfrm>
                <a:off x="4519465" y="3850020"/>
                <a:ext cx="55327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Other identity</a:t>
                </a:r>
                <a:endParaRPr lang="en-US" sz="595"/>
              </a:p>
            </p:txBody>
          </p:sp>
          <p:sp>
            <p:nvSpPr>
              <p:cNvPr id="2880" name="Text | vectors"/>
              <p:cNvSpPr txBox="1"/>
              <p:nvPr/>
            </p:nvSpPr>
            <p:spPr>
              <a:xfrm>
                <a:off x="4643368" y="3935430"/>
                <a:ext cx="305464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vectors</a:t>
                </a:r>
                <a:endParaRPr lang="en-US" sz="595"/>
              </a:p>
            </p:txBody>
          </p:sp>
        </p:grpSp>
        <p:sp>
          <p:nvSpPr>
            <p:cNvPr id="2881" name="Operation | Graph attention"/>
            <p:cNvSpPr/>
            <p:nvPr/>
          </p:nvSpPr>
          <p:spPr>
            <a:xfrm>
              <a:off x="3399975" y="4129245"/>
              <a:ext cx="65700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2" name="Text | Graph attention"/>
            <p:cNvSpPr txBox="1"/>
            <p:nvPr/>
          </p:nvSpPr>
          <p:spPr>
            <a:xfrm>
              <a:off x="3359686" y="4169191"/>
              <a:ext cx="73757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Graph attention</a:t>
              </a:r>
              <a:endParaRPr lang="en-US" sz="621"/>
            </a:p>
          </p:txBody>
        </p:sp>
        <p:sp>
          <p:nvSpPr>
            <p:cNvPr id="2883" name="Operation | Context attention"/>
            <p:cNvSpPr/>
            <p:nvPr/>
          </p:nvSpPr>
          <p:spPr>
            <a:xfrm>
              <a:off x="4346055" y="4129245"/>
              <a:ext cx="71613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4" name="Text | Context attention"/>
            <p:cNvSpPr txBox="1"/>
            <p:nvPr/>
          </p:nvSpPr>
          <p:spPr>
            <a:xfrm>
              <a:off x="4296085" y="4169191"/>
              <a:ext cx="81607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Context attention</a:t>
              </a:r>
              <a:endParaRPr lang="en-US" sz="621"/>
            </a:p>
          </p:txBody>
        </p:sp>
        <p:grpSp>
          <p:nvGrpSpPr>
            <p:cNvPr id="2888" name="Arrow | other_language_vectors → context_attention_KV"/>
            <p:cNvGrpSpPr/>
            <p:nvPr/>
          </p:nvGrpSpPr>
          <p:grpSpPr>
            <a:xfrm>
              <a:off x="4783042" y="4040550"/>
              <a:ext cx="26116" cy="65700"/>
              <a:chOff x="4783042" y="4040550"/>
              <a:chExt cx="26116" cy="65700"/>
            </a:xfrm>
          </p:grpSpPr>
          <p:cxnSp>
            <p:nvCxnSpPr>
              <p:cNvPr id="2889" name="Arrow | other_language_vectors → context_attention_KV | path"/>
              <p:cNvCxnSpPr/>
              <p:nvPr/>
            </p:nvCxnSpPr>
            <p:spPr>
              <a:xfrm>
                <a:off x="4796100" y="4040550"/>
                <a:ext cx="0" cy="65700"/>
              </a:xfrm>
              <a:prstGeom prst="line">
                <a:avLst/>
              </a:prstGeom>
              <a:noFill/>
              <a:ln w="4928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90" name="Arrow | other_language_vectors → context_attention_KV | editable arrowhead"/>
              <p:cNvSpPr/>
              <p:nvPr/>
            </p:nvSpPr>
            <p:spPr>
              <a:xfrm>
                <a:off x="4783042" y="4075864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97" name="Text | Q"/>
            <p:cNvSpPr txBox="1"/>
            <p:nvPr/>
          </p:nvSpPr>
          <p:spPr>
            <a:xfrm>
              <a:off x="387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8" name="Text | Q"/>
            <p:cNvSpPr txBox="1"/>
            <p:nvPr/>
          </p:nvSpPr>
          <p:spPr>
            <a:xfrm>
              <a:off x="432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9" name="Concatenation"/>
            <p:cNvSpPr/>
            <p:nvPr/>
          </p:nvSpPr>
          <p:spPr>
            <a:xfrm>
              <a:off x="4116105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900" name="path_2738"/>
            <p:cNvCxnSpPr/>
            <p:nvPr/>
          </p:nvCxnSpPr>
          <p:spPr>
            <a:xfrm>
              <a:off x="415881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01" name="path_2739"/>
            <p:cNvCxnSpPr/>
            <p:nvPr/>
          </p:nvCxnSpPr>
          <p:spPr>
            <a:xfrm>
              <a:off x="418509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914" name="Identity representation g_k"/>
            <p:cNvGrpSpPr/>
            <p:nvPr/>
          </p:nvGrpSpPr>
          <p:grpSpPr>
            <a:xfrm>
              <a:off x="3958425" y="4746825"/>
              <a:ext cx="427050" cy="72270"/>
              <a:chOff x="3958425" y="4746825"/>
              <a:chExt cx="427050" cy="72270"/>
            </a:xfrm>
          </p:grpSpPr>
          <p:sp>
            <p:nvSpPr>
              <p:cNvPr id="2915" name="feature_1"/>
              <p:cNvSpPr/>
              <p:nvPr/>
            </p:nvSpPr>
            <p:spPr>
              <a:xfrm>
                <a:off x="3958425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6" name="feature_2"/>
              <p:cNvSpPr/>
              <p:nvPr/>
            </p:nvSpPr>
            <p:spPr>
              <a:xfrm>
                <a:off x="4019901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7" name="feature_3"/>
              <p:cNvSpPr/>
              <p:nvPr/>
            </p:nvSpPr>
            <p:spPr>
              <a:xfrm>
                <a:off x="4081378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8" name="feature_4"/>
              <p:cNvSpPr/>
              <p:nvPr/>
            </p:nvSpPr>
            <p:spPr>
              <a:xfrm>
                <a:off x="4142854" y="4746825"/>
                <a:ext cx="58191" cy="72270"/>
              </a:xfrm>
              <a:prstGeom prst="rect">
                <a:avLst/>
              </a:prstGeom>
              <a:solidFill>
                <a:srgbClr val="68AB9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9" name="feature_5"/>
              <p:cNvSpPr/>
              <p:nvPr/>
            </p:nvSpPr>
            <p:spPr>
              <a:xfrm>
                <a:off x="4204331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0" name="feature_6"/>
              <p:cNvSpPr/>
              <p:nvPr/>
            </p:nvSpPr>
            <p:spPr>
              <a:xfrm>
                <a:off x="4265807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1" name="feature_7"/>
              <p:cNvSpPr/>
              <p:nvPr/>
            </p:nvSpPr>
            <p:spPr>
              <a:xfrm>
                <a:off x="4327284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22" name="Formula | g_k"/>
            <p:cNvGrpSpPr/>
            <p:nvPr/>
          </p:nvGrpSpPr>
          <p:grpSpPr>
            <a:xfrm>
              <a:off x="4467600" y="4713975"/>
              <a:ext cx="127544" cy="149738"/>
              <a:chOff x="4467600" y="4713975"/>
              <a:chExt cx="127544" cy="149738"/>
            </a:xfrm>
          </p:grpSpPr>
          <p:sp>
            <p:nvSpPr>
              <p:cNvPr id="2923" name="Text | g"/>
              <p:cNvSpPr txBox="1"/>
              <p:nvPr/>
            </p:nvSpPr>
            <p:spPr>
              <a:xfrm>
                <a:off x="4467600" y="4713975"/>
                <a:ext cx="100284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g</a:t>
                </a:r>
                <a:endParaRPr lang="en-US" sz="802"/>
              </a:p>
            </p:txBody>
          </p:sp>
          <p:sp>
            <p:nvSpPr>
              <p:cNvPr id="2924" name="Text | k"/>
              <p:cNvSpPr txBox="1"/>
              <p:nvPr/>
            </p:nvSpPr>
            <p:spPr>
              <a:xfrm>
                <a:off x="4532241" y="4774058"/>
                <a:ext cx="62903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k</a:t>
                </a:r>
                <a:endParaRPr lang="en-US" sz="497"/>
              </a:p>
            </p:txBody>
          </p:sp>
        </p:grpSp>
        <p:sp>
          <p:nvSpPr>
            <p:cNvPr id="2931" name="Operation | Cosine score"/>
            <p:cNvSpPr/>
            <p:nvPr/>
          </p:nvSpPr>
          <p:spPr>
            <a:xfrm>
              <a:off x="3444322" y="5022765"/>
              <a:ext cx="53545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2" name="Text | Cosine score"/>
            <p:cNvSpPr txBox="1"/>
            <p:nvPr/>
          </p:nvSpPr>
          <p:spPr>
            <a:xfrm>
              <a:off x="3416654" y="5049571"/>
              <a:ext cx="59079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Cosine score</a:t>
              </a:r>
              <a:endParaRPr lang="en-US" sz="621"/>
            </a:p>
          </p:txBody>
        </p:sp>
        <p:sp>
          <p:nvSpPr>
            <p:cNvPr id="2933" name="Text | Learned projections"/>
            <p:cNvSpPr txBox="1"/>
            <p:nvPr/>
          </p:nvSpPr>
          <p:spPr>
            <a:xfrm>
              <a:off x="3325656" y="5206725"/>
              <a:ext cx="77278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Learned projections</a:t>
              </a:r>
              <a:endParaRPr lang="en-US" sz="595"/>
            </a:p>
          </p:txBody>
        </p:sp>
        <p:grpSp>
          <p:nvGrpSpPr>
            <p:cNvPr id="2934" name="Arrow | score → identity_matrix"/>
            <p:cNvGrpSpPr/>
            <p:nvPr/>
          </p:nvGrpSpPr>
          <p:grpSpPr>
            <a:xfrm>
              <a:off x="4001130" y="5088334"/>
              <a:ext cx="295650" cy="26543"/>
              <a:chOff x="4001130" y="5088334"/>
              <a:chExt cx="295650" cy="26543"/>
            </a:xfrm>
          </p:grpSpPr>
          <p:cxnSp>
            <p:nvCxnSpPr>
              <p:cNvPr id="2935" name="Arrow | score → identity_matrix | path"/>
              <p:cNvCxnSpPr/>
              <p:nvPr/>
            </p:nvCxnSpPr>
            <p:spPr>
              <a:xfrm>
                <a:off x="4001130" y="5101605"/>
                <a:ext cx="295650" cy="0"/>
              </a:xfrm>
              <a:prstGeom prst="line">
                <a:avLst/>
              </a:prstGeom>
              <a:noFill/>
              <a:ln w="5256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36" name="Arrow | score → identity_matrix | editable arrowhead"/>
              <p:cNvSpPr/>
              <p:nvPr/>
            </p:nvSpPr>
            <p:spPr>
              <a:xfrm>
                <a:off x="4265901" y="5088334"/>
                <a:ext cx="30879" cy="26543"/>
              </a:xfrm>
              <a:custGeom>
                <a:avLst/>
                <a:gdLst/>
                <a:ahLst/>
                <a:cxnLst/>
                <a:rect l="0" t="0" r="w" b="h"/>
                <a:pathLst>
                  <a:path w="30879" h="26543" stroke="0" extrusionOk="0">
                    <a:moveTo>
                      <a:pt x="30879" y="13271"/>
                    </a:moveTo>
                    <a:lnTo>
                      <a:pt x="0" y="26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37" name="Match | J × K identity scores, separate foreground output"/>
            <p:cNvGrpSpPr/>
            <p:nvPr/>
          </p:nvGrpSpPr>
          <p:grpSpPr>
            <a:xfrm>
              <a:off x="4307399" y="4851945"/>
              <a:ext cx="488195" cy="419133"/>
              <a:chOff x="4307399" y="4851945"/>
              <a:chExt cx="488195" cy="419133"/>
            </a:xfrm>
          </p:grpSpPr>
          <p:sp>
            <p:nvSpPr>
              <p:cNvPr id="2938" name="Text | B1"/>
              <p:cNvSpPr txBox="1"/>
              <p:nvPr/>
            </p:nvSpPr>
            <p:spPr>
              <a:xfrm>
                <a:off x="4307399" y="495630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B1</a:t>
                </a:r>
                <a:endParaRPr lang="en-US" sz="543"/>
              </a:p>
            </p:txBody>
          </p:sp>
          <p:sp>
            <p:nvSpPr>
              <p:cNvPr id="2939" name="Text | B2"/>
              <p:cNvSpPr txBox="1"/>
              <p:nvPr/>
            </p:nvSpPr>
            <p:spPr>
              <a:xfrm>
                <a:off x="4307399" y="5064714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B2</a:t>
                </a:r>
                <a:endParaRPr lang="en-US" sz="543"/>
              </a:p>
            </p:txBody>
          </p:sp>
          <p:sp>
            <p:nvSpPr>
              <p:cNvPr id="2940" name="Text | B3"/>
              <p:cNvSpPr txBox="1"/>
              <p:nvPr/>
            </p:nvSpPr>
            <p:spPr>
              <a:xfrm>
                <a:off x="4307399" y="517311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B3</a:t>
                </a:r>
                <a:endParaRPr lang="en-US" sz="543"/>
              </a:p>
            </p:txBody>
          </p:sp>
          <p:sp>
            <p:nvSpPr>
              <p:cNvPr id="2941" name="Text | S1"/>
              <p:cNvSpPr txBox="1"/>
              <p:nvPr/>
            </p:nvSpPr>
            <p:spPr>
              <a:xfrm>
                <a:off x="446482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S1</a:t>
                </a:r>
                <a:endParaRPr lang="en-US" sz="543"/>
              </a:p>
            </p:txBody>
          </p:sp>
          <p:sp>
            <p:nvSpPr>
              <p:cNvPr id="2942" name="Text | S2"/>
              <p:cNvSpPr txBox="1"/>
              <p:nvPr/>
            </p:nvSpPr>
            <p:spPr>
              <a:xfrm>
                <a:off x="4573227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S2</a:t>
                </a:r>
                <a:endParaRPr lang="en-US" sz="543"/>
              </a:p>
            </p:txBody>
          </p:sp>
          <p:sp>
            <p:nvSpPr>
              <p:cNvPr id="2943" name="Text | S3"/>
              <p:cNvSpPr txBox="1"/>
              <p:nvPr/>
            </p:nvSpPr>
            <p:spPr>
              <a:xfrm>
                <a:off x="468163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S3</a:t>
                </a:r>
                <a:endParaRPr lang="en-US" sz="543"/>
              </a:p>
            </p:txBody>
          </p:sp>
          <p:sp>
            <p:nvSpPr>
              <p:cNvPr id="2944" name="Score B1, S1 | illustrative"/>
              <p:cNvSpPr/>
              <p:nvPr/>
            </p:nvSpPr>
            <p:spPr>
              <a:xfrm>
                <a:off x="4467600" y="4950495"/>
                <a:ext cx="102492" cy="102492"/>
              </a:xfrm>
              <a:prstGeom prst="rect">
                <a:avLst/>
              </a:prstGeom>
              <a:solidFill>
                <a:srgbClr val="C5DED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5" name="Score B1, S2 | illustrative"/>
              <p:cNvSpPr/>
              <p:nvPr/>
            </p:nvSpPr>
            <p:spPr>
              <a:xfrm>
                <a:off x="4576005" y="4950495"/>
                <a:ext cx="102492" cy="102492"/>
              </a:xfrm>
              <a:prstGeom prst="rect">
                <a:avLst/>
              </a:prstGeom>
              <a:solidFill>
                <a:srgbClr val="3C948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6" name="Score B1, S3 | illustrative"/>
              <p:cNvSpPr/>
              <p:nvPr/>
            </p:nvSpPr>
            <p:spPr>
              <a:xfrm>
                <a:off x="4684410" y="4950495"/>
                <a:ext cx="102492" cy="102492"/>
              </a:xfrm>
              <a:prstGeom prst="rect">
                <a:avLst/>
              </a:prstGeom>
              <a:solidFill>
                <a:srgbClr val="D1E4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7" name="Score B2, S1 | illustrative"/>
              <p:cNvSpPr/>
              <p:nvPr/>
            </p:nvSpPr>
            <p:spPr>
              <a:xfrm>
                <a:off x="4467600" y="5058900"/>
                <a:ext cx="102492" cy="102492"/>
              </a:xfrm>
              <a:prstGeom prst="rect">
                <a:avLst/>
              </a:prstGeom>
              <a:solidFill>
                <a:srgbClr val="CBE1D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8" name="Score B2, S2 | illustrative"/>
              <p:cNvSpPr/>
              <p:nvPr/>
            </p:nvSpPr>
            <p:spPr>
              <a:xfrm>
                <a:off x="4576005" y="5058900"/>
                <a:ext cx="102492" cy="102492"/>
              </a:xfrm>
              <a:prstGeom prst="rect">
                <a:avLst/>
              </a:prstGeom>
              <a:solidFill>
                <a:srgbClr val="509F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9" name="Score B2, S3 | illustrative"/>
              <p:cNvSpPr/>
              <p:nvPr/>
            </p:nvSpPr>
            <p:spPr>
              <a:xfrm>
                <a:off x="4684410" y="5058900"/>
                <a:ext cx="102492" cy="102492"/>
              </a:xfrm>
              <a:prstGeom prst="rect">
                <a:avLst/>
              </a:prstGeom>
              <a:solidFill>
                <a:srgbClr val="B5D5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0" name="Score B3, S1 | illustrative"/>
              <p:cNvSpPr/>
              <p:nvPr/>
            </p:nvSpPr>
            <p:spPr>
              <a:xfrm>
                <a:off x="4467600" y="5167305"/>
                <a:ext cx="102492" cy="102492"/>
              </a:xfrm>
              <a:prstGeom prst="rect">
                <a:avLst/>
              </a:prstGeom>
              <a:solidFill>
                <a:srgbClr val="54A19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1" name="Score B3, S2 | illustrative"/>
              <p:cNvSpPr/>
              <p:nvPr/>
            </p:nvSpPr>
            <p:spPr>
              <a:xfrm>
                <a:off x="4576005" y="5167305"/>
                <a:ext cx="102492" cy="102492"/>
              </a:xfrm>
              <a:prstGeom prst="rect">
                <a:avLst/>
              </a:prstGeom>
              <a:solidFill>
                <a:srgbClr val="BFDB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2" name="Score B3, S3 | illustrative"/>
              <p:cNvSpPr/>
              <p:nvPr/>
            </p:nvSpPr>
            <p:spPr>
              <a:xfrm>
                <a:off x="4684410" y="5167305"/>
                <a:ext cx="102492" cy="102492"/>
              </a:xfrm>
              <a:prstGeom prst="rect">
                <a:avLst/>
              </a:prstGeom>
              <a:solidFill>
                <a:srgbClr val="CDE2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53" name="Text | J × K"/>
            <p:cNvSpPr txBox="1"/>
            <p:nvPr/>
          </p:nvSpPr>
          <p:spPr>
            <a:xfrm>
              <a:off x="4832551" y="5062185"/>
              <a:ext cx="20960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J × K</a:t>
              </a:r>
              <a:endParaRPr lang="en-US" sz="595"/>
            </a:p>
          </p:txBody>
        </p:sp>
        <p:sp>
          <p:nvSpPr>
            <p:cNvPr id="2957" name="Operation | FG"/>
            <p:cNvSpPr/>
            <p:nvPr/>
          </p:nvSpPr>
          <p:spPr>
            <a:xfrm>
              <a:off x="2757758" y="5014552"/>
              <a:ext cx="174105" cy="134685"/>
            </a:xfrm>
            <a:prstGeom prst="roundRect">
              <a:avLst>
                <a:gd name="adj" fmla="val 21951"/>
              </a:avLst>
            </a:prstGeom>
            <a:solidFill>
              <a:srgbClr val="FFFFFF"/>
            </a:solidFill>
            <a:ln w="4928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8" name="Text | FG"/>
            <p:cNvSpPr txBox="1"/>
            <p:nvPr/>
          </p:nvSpPr>
          <p:spPr>
            <a:xfrm>
              <a:off x="2774774" y="5032029"/>
              <a:ext cx="1400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1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FG</a:t>
              </a:r>
              <a:endParaRPr lang="en-US" sz="595"/>
            </a:p>
          </p:txBody>
        </p:sp>
        <p:grpSp>
          <p:nvGrpSpPr>
            <p:cNvPr id="2959" name="Arrow | foreground_head → foreground_probability"/>
            <p:cNvGrpSpPr/>
            <p:nvPr/>
          </p:nvGrpSpPr>
          <p:grpSpPr>
            <a:xfrm>
              <a:off x="2949930" y="5069051"/>
              <a:ext cx="88695" cy="25689"/>
              <a:chOff x="2949930" y="5069051"/>
              <a:chExt cx="88695" cy="25689"/>
            </a:xfrm>
          </p:grpSpPr>
          <p:cxnSp>
            <p:nvCxnSpPr>
              <p:cNvPr id="2960" name="Arrow | foreground_head → foreground_probability | path"/>
              <p:cNvCxnSpPr/>
              <p:nvPr/>
            </p:nvCxnSpPr>
            <p:spPr>
              <a:xfrm>
                <a:off x="2949930" y="5081895"/>
                <a:ext cx="88695" cy="0"/>
              </a:xfrm>
              <a:prstGeom prst="line">
                <a:avLst/>
              </a:prstGeom>
              <a:noFill/>
              <a:ln w="4599" cap="rnd" cmpd="sng" algn="ctr">
                <a:solidFill>
                  <a:srgbClr val="5E71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61" name="Arrow | foreground_head → foreground_probability | editable arrowhead"/>
              <p:cNvSpPr/>
              <p:nvPr/>
            </p:nvSpPr>
            <p:spPr>
              <a:xfrm>
                <a:off x="3008732" y="5069051"/>
                <a:ext cx="29894" cy="25689"/>
              </a:xfrm>
              <a:custGeom>
                <a:avLst/>
                <a:gdLst/>
                <a:ahLst/>
                <a:cxnLst/>
                <a:rect l="0" t="0" r="w" b="h"/>
                <a:pathLst>
                  <a:path w="29894" h="25689" stroke="0" extrusionOk="0">
                    <a:moveTo>
                      <a:pt x="29894" y="12844"/>
                    </a:moveTo>
                    <a:lnTo>
                      <a:pt x="0" y="256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7180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62" name="Foreground probability: full range"/>
            <p:cNvSpPr/>
            <p:nvPr/>
          </p:nvSpPr>
          <p:spPr>
            <a:xfrm>
              <a:off x="3068190" y="5052330"/>
              <a:ext cx="170820" cy="52560"/>
            </a:xfrm>
            <a:prstGeom prst="rect">
              <a:avLst/>
            </a:prstGeom>
            <a:solidFill>
              <a:srgbClr val="DFE8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3" name="Foreground probability: illustrative value"/>
            <p:cNvSpPr/>
            <p:nvPr/>
          </p:nvSpPr>
          <p:spPr>
            <a:xfrm>
              <a:off x="3068190" y="5052330"/>
              <a:ext cx="121545" cy="52560"/>
            </a:xfrm>
            <a:prstGeom prst="rect">
              <a:avLst/>
            </a:prstGeom>
            <a:solidFill>
              <a:srgbClr val="7592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4" name="Text | Foreground"/>
            <p:cNvSpPr txBox="1"/>
            <p:nvPr/>
          </p:nvSpPr>
          <p:spPr>
            <a:xfrm>
              <a:off x="2695321" y="5200155"/>
              <a:ext cx="45665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Foreground</a:t>
              </a:r>
              <a:endParaRPr lang="en-US" sz="595"/>
            </a:p>
          </p:txBody>
        </p:sp>
        <p:grpSp>
          <p:nvGrpSpPr>
            <p:cNvPr id="5776" name="Arrow | hvox → film_base | editable route"/>
            <p:cNvGrpSpPr/>
            <p:nvPr/>
          </p:nvGrpSpPr>
          <p:grpSpPr>
            <a:xfrm>
              <a:off x="2795400" y="3051720"/>
              <a:ext cx="293400" cy="1340280"/>
              <a:chOff x="2795400" y="3051720"/>
              <a:chExt cx="293400" cy="1340280"/>
            </a:xfrm>
          </p:grpSpPr>
          <p:sp>
            <p:nvSpPr>
              <p:cNvPr id="5774" name="Arrow | hvox → film_base"/>
              <p:cNvSpPr/>
              <p:nvPr/>
            </p:nvSpPr>
            <p:spPr>
              <a:xfrm>
                <a:off x="2795400" y="3051720"/>
                <a:ext cx="293400" cy="1314360"/>
              </a:xfrm>
              <a:custGeom>
                <a:avLst/>
                <a:gdLst/>
                <a:ahLst/>
                <a:cxnLst/>
                <a:rect l="0" t="0" r="r" b="b"/>
                <a:pathLst>
                  <a:path w="293400" h="1314360" fill="none">
                    <a:moveTo>
                      <a:pt x="0" y="0"/>
                    </a:moveTo>
                    <a:lnTo>
                      <a:pt x="293400" y="0"/>
                    </a:lnTo>
                    <a:lnTo>
                      <a:pt x="293400" y="1282680"/>
                    </a:lnTo>
                    <a:lnTo>
                      <a:pt x="42840" y="1282680"/>
                    </a:lnTo>
                    <a:lnTo>
                      <a:pt x="42840" y="13143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5" name="Arrow | hvox → film_base | arrowhead"/>
              <p:cNvSpPr/>
              <p:nvPr/>
            </p:nvSpPr>
            <p:spPr>
              <a:xfrm>
                <a:off x="2828160" y="43660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779" name="Arrow | hvox → attention_Q | editable route"/>
            <p:cNvGrpSpPr/>
            <p:nvPr/>
          </p:nvGrpSpPr>
          <p:grpSpPr>
            <a:xfrm>
              <a:off x="2711520" y="3074760"/>
              <a:ext cx="204480" cy="1038240"/>
              <a:chOff x="2711520" y="3074760"/>
              <a:chExt cx="204480" cy="1038240"/>
            </a:xfrm>
          </p:grpSpPr>
          <p:sp>
            <p:nvSpPr>
              <p:cNvPr id="5777" name="Arrow | hvox → attention_Q"/>
              <p:cNvSpPr/>
              <p:nvPr/>
            </p:nvSpPr>
            <p:spPr>
              <a:xfrm>
                <a:off x="2737440" y="3074760"/>
                <a:ext cx="178560" cy="1028160"/>
              </a:xfrm>
              <a:custGeom>
                <a:avLst/>
                <a:gdLst/>
                <a:ahLst/>
                <a:cxnLst/>
                <a:rect l="0" t="0" r="r" b="b"/>
                <a:pathLst>
                  <a:path w="178560" h="1028160" fill="none">
                    <a:moveTo>
                      <a:pt x="57960" y="0"/>
                    </a:moveTo>
                    <a:lnTo>
                      <a:pt x="178560" y="0"/>
                    </a:lnTo>
                    <a:lnTo>
                      <a:pt x="178560" y="1028160"/>
                    </a:lnTo>
                    <a:lnTo>
                      <a:pt x="0" y="10281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8" name="Arrow | hvox → attention_Q | arrowhead"/>
              <p:cNvSpPr/>
              <p:nvPr/>
            </p:nvSpPr>
            <p:spPr>
              <a:xfrm>
                <a:off x="2711520" y="409284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sp>
          <p:nvSpPr>
            <p:cNvPr id="5780" name="AUX features per type | pocket input"/>
            <p:cNvSpPr/>
            <p:nvPr/>
          </p:nvSpPr>
          <p:spPr>
            <a:xfrm>
              <a:off x="144864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1" name="AUX features per type | local cues input"/>
            <p:cNvSpPr/>
            <p:nvPr/>
          </p:nvSpPr>
          <p:spPr>
            <a:xfrm>
              <a:off x="224676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2" name="AUX features per type | distribution"/>
            <p:cNvSpPr/>
            <p:nvPr/>
          </p:nvSpPr>
          <p:spPr>
            <a:xfrm>
              <a:off x="1448640" y="3947400"/>
              <a:ext cx="1008360" cy="36"/>
            </a:xfrm>
            <a:custGeom>
              <a:avLst/>
              <a:gdLst/>
              <a:ahLst/>
              <a:cxnLst/>
              <a:rect l="0" t="0" r="r" b="b"/>
              <a:pathLst>
                <a:path w="1008360" h="36" fill="none">
                  <a:moveTo>
                    <a:pt x="0" y="0"/>
                  </a:moveTo>
                  <a:lnTo>
                    <a:pt x="100836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grpSp>
          <p:nvGrpSpPr>
            <p:cNvPr id="5785" name="AUX features per type | pooling | editable route"/>
            <p:cNvGrpSpPr/>
            <p:nvPr/>
          </p:nvGrpSpPr>
          <p:grpSpPr>
            <a:xfrm>
              <a:off x="1678320" y="3947400"/>
              <a:ext cx="20160" cy="75240"/>
              <a:chOff x="1678320" y="3947400"/>
              <a:chExt cx="20160" cy="75240"/>
            </a:xfrm>
          </p:grpSpPr>
          <p:sp>
            <p:nvSpPr>
              <p:cNvPr id="5783" name="AUX features per type | pooling"/>
              <p:cNvSpPr/>
              <p:nvPr/>
            </p:nvSpPr>
            <p:spPr>
              <a:xfrm>
                <a:off x="16884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4" name="AUX features per type | pooling | arrowhead"/>
              <p:cNvSpPr/>
              <p:nvPr/>
            </p:nvSpPr>
            <p:spPr>
              <a:xfrm>
                <a:off x="16783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88" name="AUX features per type | attention KV | editable route"/>
            <p:cNvGrpSpPr/>
            <p:nvPr/>
          </p:nvGrpSpPr>
          <p:grpSpPr>
            <a:xfrm>
              <a:off x="2446920" y="3947400"/>
              <a:ext cx="20160" cy="75240"/>
              <a:chOff x="2446920" y="3947400"/>
              <a:chExt cx="20160" cy="75240"/>
            </a:xfrm>
          </p:grpSpPr>
          <p:sp>
            <p:nvSpPr>
              <p:cNvPr id="5786" name="AUX features per type | attention KV"/>
              <p:cNvSpPr/>
              <p:nvPr/>
            </p:nvSpPr>
            <p:spPr>
              <a:xfrm>
                <a:off x="24570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7" name="AUX features per type | attention KV | arrowhead"/>
              <p:cNvSpPr/>
              <p:nvPr/>
            </p:nvSpPr>
            <p:spPr>
              <a:xfrm>
                <a:off x="24469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1" name="Arrow | pool_summary → conditioning_concat | editable route"/>
            <p:cNvGrpSpPr/>
            <p:nvPr/>
          </p:nvGrpSpPr>
          <p:grpSpPr>
            <a:xfrm>
              <a:off x="1688400" y="4183560"/>
              <a:ext cx="197280" cy="326880"/>
              <a:chOff x="1688400" y="4183560"/>
              <a:chExt cx="197280" cy="326880"/>
            </a:xfrm>
          </p:grpSpPr>
          <p:sp>
            <p:nvSpPr>
              <p:cNvPr id="5789" name="Arrow | pool_summary → conditioning_concat"/>
              <p:cNvSpPr/>
              <p:nvPr/>
            </p:nvSpPr>
            <p:spPr>
              <a:xfrm>
                <a:off x="1688400" y="4183560"/>
                <a:ext cx="17136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171360" h="316800" fill="none">
                    <a:moveTo>
                      <a:pt x="0" y="0"/>
                    </a:moveTo>
                    <a:lnTo>
                      <a:pt x="0" y="316800"/>
                    </a:lnTo>
                    <a:lnTo>
                      <a:pt x="171360" y="31680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0" name="Arrow | pool_summary → conditioning_concat | arrowhead"/>
              <p:cNvSpPr/>
              <p:nvPr/>
            </p:nvSpPr>
            <p:spPr>
              <a:xfrm>
                <a:off x="18597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4" name="Arrow | attention_summary → conditioning_concat | editable route"/>
            <p:cNvGrpSpPr/>
            <p:nvPr/>
          </p:nvGrpSpPr>
          <p:grpSpPr>
            <a:xfrm>
              <a:off x="1931400" y="4183560"/>
              <a:ext cx="525600" cy="261000"/>
              <a:chOff x="1931400" y="4183560"/>
              <a:chExt cx="525600" cy="261000"/>
            </a:xfrm>
          </p:grpSpPr>
          <p:sp>
            <p:nvSpPr>
              <p:cNvPr id="5792" name="Arrow | attention_summary → conditioning_concat"/>
              <p:cNvSpPr/>
              <p:nvPr/>
            </p:nvSpPr>
            <p:spPr>
              <a:xfrm>
                <a:off x="1941480" y="4183560"/>
                <a:ext cx="515520" cy="235080"/>
              </a:xfrm>
              <a:custGeom>
                <a:avLst/>
                <a:gdLst/>
                <a:ahLst/>
                <a:cxnLst/>
                <a:rect l="0" t="0" r="r" b="b"/>
                <a:pathLst>
                  <a:path w="515520" h="235080" fill="none">
                    <a:moveTo>
                      <a:pt x="515520" y="0"/>
                    </a:moveTo>
                    <a:lnTo>
                      <a:pt x="515520" y="114840"/>
                    </a:lnTo>
                    <a:lnTo>
                      <a:pt x="0" y="114840"/>
                    </a:lnTo>
                    <a:lnTo>
                      <a:pt x="0" y="23508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3" name="Arrow | attention_summary → conditioning_concat | arrowhead"/>
              <p:cNvSpPr/>
              <p:nvPr/>
            </p:nvSpPr>
            <p:spPr>
              <a:xfrm>
                <a:off x="193140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7" name="Arrow | conditioning_concat → conditioning_mlp | editable route"/>
            <p:cNvGrpSpPr/>
            <p:nvPr/>
          </p:nvGrpSpPr>
          <p:grpSpPr>
            <a:xfrm>
              <a:off x="1997280" y="4490280"/>
              <a:ext cx="172440" cy="20160"/>
              <a:chOff x="1997280" y="4490280"/>
              <a:chExt cx="172440" cy="20160"/>
            </a:xfrm>
          </p:grpSpPr>
          <p:sp>
            <p:nvSpPr>
              <p:cNvPr id="5795" name="Arrow | conditioning_concat → conditioning_mlp"/>
              <p:cNvSpPr/>
              <p:nvPr/>
            </p:nvSpPr>
            <p:spPr>
              <a:xfrm>
                <a:off x="1997280" y="4500360"/>
                <a:ext cx="14652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146520" h="36" fill="none">
                    <a:moveTo>
                      <a:pt x="0" y="0"/>
                    </a:moveTo>
                    <a:lnTo>
                      <a:pt x="14652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6" name="Arrow | conditioning_concat → conditioning_mlp | arrowhead"/>
              <p:cNvSpPr/>
              <p:nvPr/>
            </p:nvSpPr>
            <p:spPr>
              <a:xfrm>
                <a:off x="214380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0" name="Arrow | conditioning_mlp → film_condition | editable route"/>
            <p:cNvGrpSpPr/>
            <p:nvPr/>
          </p:nvGrpSpPr>
          <p:grpSpPr>
            <a:xfrm>
              <a:off x="2475360" y="4490280"/>
              <a:ext cx="254520" cy="20160"/>
              <a:chOff x="2475360" y="4490280"/>
              <a:chExt cx="254520" cy="20160"/>
            </a:xfrm>
          </p:grpSpPr>
          <p:sp>
            <p:nvSpPr>
              <p:cNvPr id="5798" name="Arrow | conditioning_mlp → film_condition"/>
              <p:cNvSpPr/>
              <p:nvPr/>
            </p:nvSpPr>
            <p:spPr>
              <a:xfrm>
                <a:off x="2475360" y="4500360"/>
                <a:ext cx="22860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36" fill="none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9" name="Arrow | conditioning_mlp → film_condition | arrowhead"/>
              <p:cNvSpPr/>
              <p:nvPr/>
            </p:nvSpPr>
            <p:spPr>
              <a:xfrm>
                <a:off x="27039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3" name="Arrow | film → candidate_repr | editable route"/>
            <p:cNvGrpSpPr/>
            <p:nvPr/>
          </p:nvGrpSpPr>
          <p:grpSpPr>
            <a:xfrm>
              <a:off x="2828160" y="4608720"/>
              <a:ext cx="20160" cy="138240"/>
              <a:chOff x="2828160" y="4608720"/>
              <a:chExt cx="20160" cy="138240"/>
            </a:xfrm>
          </p:grpSpPr>
          <p:sp>
            <p:nvSpPr>
              <p:cNvPr id="5801" name="Arrow | film → candidate_repr"/>
              <p:cNvSpPr/>
              <p:nvPr/>
            </p:nvSpPr>
            <p:spPr>
              <a:xfrm>
                <a:off x="2838240" y="4608720"/>
                <a:ext cx="36" cy="112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12320" fill="none">
                    <a:moveTo>
                      <a:pt x="0" y="0"/>
                    </a:moveTo>
                    <a:lnTo>
                      <a:pt x="0" y="112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2" name="Arrow | film → candidate_repr | arrowhead"/>
              <p:cNvSpPr/>
              <p:nvPr/>
            </p:nvSpPr>
            <p:spPr>
              <a:xfrm>
                <a:off x="28281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6" name="Arrow | smiles → own_graph | editable route"/>
            <p:cNvGrpSpPr/>
            <p:nvPr/>
          </p:nvGrpSpPr>
          <p:grpSpPr>
            <a:xfrm>
              <a:off x="3348000" y="3028680"/>
              <a:ext cx="528120" cy="693360"/>
              <a:chOff x="3348000" y="3028680"/>
              <a:chExt cx="528120" cy="693360"/>
            </a:xfrm>
          </p:grpSpPr>
          <p:sp>
            <p:nvSpPr>
              <p:cNvPr id="5804" name="Arrow | smiles → own_graph"/>
              <p:cNvSpPr/>
              <p:nvPr/>
            </p:nvSpPr>
            <p:spPr>
              <a:xfrm>
                <a:off x="3348000" y="3028680"/>
                <a:ext cx="528120" cy="667440"/>
              </a:xfrm>
              <a:custGeom>
                <a:avLst/>
                <a:gdLst/>
                <a:ahLst/>
                <a:cxnLst/>
                <a:rect l="0" t="0" r="r" b="b"/>
                <a:pathLst>
                  <a:path w="528120" h="667440" fill="none">
                    <a:moveTo>
                      <a:pt x="528120" y="0"/>
                    </a:moveTo>
                    <a:lnTo>
                      <a:pt x="446400" y="0"/>
                    </a:lnTo>
                    <a:lnTo>
                      <a:pt x="446400" y="142920"/>
                    </a:lnTo>
                    <a:lnTo>
                      <a:pt x="0" y="142920"/>
                    </a:lnTo>
                    <a:lnTo>
                      <a:pt x="0" y="636120"/>
                    </a:lnTo>
                    <a:lnTo>
                      <a:pt x="96840" y="636120"/>
                    </a:lnTo>
                    <a:lnTo>
                      <a:pt x="96840" y="667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5" name="Arrow | smiles → own_graph | arrowhead"/>
              <p:cNvSpPr/>
              <p:nvPr/>
            </p:nvSpPr>
            <p:spPr>
              <a:xfrm>
                <a:off x="3434760" y="36961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9" name="Arrow | own_graph → graph_attention_KV | editable route"/>
            <p:cNvGrpSpPr/>
            <p:nvPr/>
          </p:nvGrpSpPr>
          <p:grpSpPr>
            <a:xfrm>
              <a:off x="3326400" y="3807000"/>
              <a:ext cx="73440" cy="424080"/>
              <a:chOff x="3326400" y="3807000"/>
              <a:chExt cx="73440" cy="424080"/>
            </a:xfrm>
          </p:grpSpPr>
          <p:sp>
            <p:nvSpPr>
              <p:cNvPr id="5807" name="Arrow | own_graph → graph_attention_KV"/>
              <p:cNvSpPr/>
              <p:nvPr/>
            </p:nvSpPr>
            <p:spPr>
              <a:xfrm>
                <a:off x="3326400" y="3807000"/>
                <a:ext cx="47520" cy="414000"/>
              </a:xfrm>
              <a:custGeom>
                <a:avLst/>
                <a:gdLst/>
                <a:ahLst/>
                <a:cxnLst/>
                <a:rect l="0" t="0" r="r" b="b"/>
                <a:pathLst>
                  <a:path w="47520" h="414000" fill="none">
                    <a:moveTo>
                      <a:pt x="39960" y="0"/>
                    </a:moveTo>
                    <a:lnTo>
                      <a:pt x="0" y="0"/>
                    </a:lnTo>
                    <a:lnTo>
                      <a:pt x="0" y="414000"/>
                    </a:lnTo>
                    <a:lnTo>
                      <a:pt x="47520" y="4140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8" name="Arrow | own_graph → graph_attention_KV | arrowhead"/>
              <p:cNvSpPr/>
              <p:nvPr/>
            </p:nvSpPr>
            <p:spPr>
              <a:xfrm>
                <a:off x="3373920" y="4210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12" name="Arrow | language_vector → graph_attention_Q | editable route"/>
            <p:cNvGrpSpPr/>
            <p:nvPr/>
          </p:nvGrpSpPr>
          <p:grpSpPr>
            <a:xfrm>
              <a:off x="3718440" y="3812400"/>
              <a:ext cx="223560" cy="316800"/>
              <a:chOff x="3718440" y="3812400"/>
              <a:chExt cx="223560" cy="316800"/>
            </a:xfrm>
          </p:grpSpPr>
          <p:sp>
            <p:nvSpPr>
              <p:cNvPr id="5810" name="Arrow | language_vector → graph_attention_Q"/>
              <p:cNvSpPr/>
              <p:nvPr/>
            </p:nvSpPr>
            <p:spPr>
              <a:xfrm>
                <a:off x="3728520" y="3812400"/>
                <a:ext cx="21348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213480" h="290880" fill="none">
                    <a:moveTo>
                      <a:pt x="213480" y="0"/>
                    </a:moveTo>
                    <a:lnTo>
                      <a:pt x="116280" y="0"/>
                    </a:lnTo>
                    <a:lnTo>
                      <a:pt x="116280" y="264600"/>
                    </a:lnTo>
                    <a:lnTo>
                      <a:pt x="0" y="264600"/>
                    </a:lnTo>
                    <a:lnTo>
                      <a:pt x="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1" name="Arrow | language_vector → graph_attention_Q | arrowhead"/>
              <p:cNvSpPr/>
              <p:nvPr/>
            </p:nvSpPr>
            <p:spPr>
              <a:xfrm>
                <a:off x="371844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5" name="Arrow | language_vector → context_attention_Q | editable route"/>
            <p:cNvGrpSpPr/>
            <p:nvPr/>
          </p:nvGrpSpPr>
          <p:grpSpPr>
            <a:xfrm>
              <a:off x="4280400" y="3812400"/>
              <a:ext cx="330480" cy="316800"/>
              <a:chOff x="4280400" y="3812400"/>
              <a:chExt cx="330480" cy="316800"/>
            </a:xfrm>
          </p:grpSpPr>
          <p:sp>
            <p:nvSpPr>
              <p:cNvPr id="5813" name="Arrow | language_vector → context_attention_Q"/>
              <p:cNvSpPr/>
              <p:nvPr/>
            </p:nvSpPr>
            <p:spPr>
              <a:xfrm>
                <a:off x="4280400" y="3812400"/>
                <a:ext cx="32040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320400" h="290880" fill="none">
                    <a:moveTo>
                      <a:pt x="0" y="0"/>
                    </a:moveTo>
                    <a:lnTo>
                      <a:pt x="154800" y="0"/>
                    </a:lnTo>
                    <a:lnTo>
                      <a:pt x="154800" y="264600"/>
                    </a:lnTo>
                    <a:lnTo>
                      <a:pt x="320400" y="264600"/>
                    </a:lnTo>
                    <a:lnTo>
                      <a:pt x="32040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4" name="Arrow | language_vector → context_attention_Q | arrowhead"/>
              <p:cNvSpPr/>
              <p:nvPr/>
            </p:nvSpPr>
            <p:spPr>
              <a:xfrm>
                <a:off x="459072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8" name="Arrow | graph_attention_out → identity_concat | editable route"/>
            <p:cNvGrpSpPr/>
            <p:nvPr/>
          </p:nvGrpSpPr>
          <p:grpSpPr>
            <a:xfrm>
              <a:off x="3728520" y="4313160"/>
              <a:ext cx="387720" cy="197280"/>
              <a:chOff x="3728520" y="4313160"/>
              <a:chExt cx="387720" cy="197280"/>
            </a:xfrm>
          </p:grpSpPr>
          <p:sp>
            <p:nvSpPr>
              <p:cNvPr id="5816" name="Arrow | graph_attention_out → identity_concat"/>
              <p:cNvSpPr/>
              <p:nvPr/>
            </p:nvSpPr>
            <p:spPr>
              <a:xfrm>
                <a:off x="3728520" y="4313160"/>
                <a:ext cx="3618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361800" h="187200" fill="none">
                    <a:moveTo>
                      <a:pt x="0" y="0"/>
                    </a:moveTo>
                    <a:lnTo>
                      <a:pt x="0" y="187200"/>
                    </a:lnTo>
                    <a:lnTo>
                      <a:pt x="36180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17" name="Arrow | graph_attention_out → identity_concat | arrowhead"/>
              <p:cNvSpPr/>
              <p:nvPr/>
            </p:nvSpPr>
            <p:spPr>
              <a:xfrm>
                <a:off x="409032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1" name="Arrow | context_attention_out → identity_concat | editable route"/>
            <p:cNvGrpSpPr/>
            <p:nvPr/>
          </p:nvGrpSpPr>
          <p:grpSpPr>
            <a:xfrm>
              <a:off x="4227840" y="4313160"/>
              <a:ext cx="476280" cy="197280"/>
              <a:chOff x="4227840" y="4313160"/>
              <a:chExt cx="476280" cy="197280"/>
            </a:xfrm>
          </p:grpSpPr>
          <p:sp>
            <p:nvSpPr>
              <p:cNvPr id="5819" name="Arrow | context_attention_out → identity_concat"/>
              <p:cNvSpPr/>
              <p:nvPr/>
            </p:nvSpPr>
            <p:spPr>
              <a:xfrm>
                <a:off x="4253760" y="4313160"/>
                <a:ext cx="45036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450360" h="187200" fill="none">
                    <a:moveTo>
                      <a:pt x="450360" y="0"/>
                    </a:moveTo>
                    <a:lnTo>
                      <a:pt x="450360" y="187200"/>
                    </a:lnTo>
                    <a:lnTo>
                      <a:pt x="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0" name="Arrow | context_attention_out → identity_concat | arrowhead"/>
              <p:cNvSpPr/>
              <p:nvPr/>
            </p:nvSpPr>
            <p:spPr>
              <a:xfrm>
                <a:off x="422784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4" name="Arrow | language_vector → identity_concat | editable route"/>
            <p:cNvGrpSpPr/>
            <p:nvPr/>
          </p:nvGrpSpPr>
          <p:grpSpPr>
            <a:xfrm>
              <a:off x="4106160" y="3850200"/>
              <a:ext cx="75960" cy="594360"/>
              <a:chOff x="4106160" y="3850200"/>
              <a:chExt cx="75960" cy="594360"/>
            </a:xfrm>
          </p:grpSpPr>
          <p:sp>
            <p:nvSpPr>
              <p:cNvPr id="5822" name="Arrow | language_vector → identity_concat"/>
              <p:cNvSpPr/>
              <p:nvPr/>
            </p:nvSpPr>
            <p:spPr>
              <a:xfrm>
                <a:off x="4106160" y="3850200"/>
                <a:ext cx="65880" cy="568440"/>
              </a:xfrm>
              <a:custGeom>
                <a:avLst/>
                <a:gdLst/>
                <a:ahLst/>
                <a:cxnLst/>
                <a:rect l="0" t="0" r="r" b="b"/>
                <a:pathLst>
                  <a:path w="65880" h="568440" fill="none">
                    <a:moveTo>
                      <a:pt x="0" y="0"/>
                    </a:moveTo>
                    <a:lnTo>
                      <a:pt x="0" y="523800"/>
                    </a:lnTo>
                    <a:lnTo>
                      <a:pt x="65880" y="523800"/>
                    </a:lnTo>
                    <a:lnTo>
                      <a:pt x="65880" y="568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3" name="Arrow | language_vector → identity_concat | arrowhead"/>
              <p:cNvSpPr/>
              <p:nvPr/>
            </p:nvSpPr>
            <p:spPr>
              <a:xfrm>
                <a:off x="416196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7" name="Arrow | identity_concat → identity_repr | editable route"/>
            <p:cNvGrpSpPr/>
            <p:nvPr/>
          </p:nvGrpSpPr>
          <p:grpSpPr>
            <a:xfrm>
              <a:off x="4161960" y="4556160"/>
              <a:ext cx="20160" cy="190800"/>
              <a:chOff x="4161960" y="4556160"/>
              <a:chExt cx="20160" cy="190800"/>
            </a:xfrm>
          </p:grpSpPr>
          <p:sp>
            <p:nvSpPr>
              <p:cNvPr id="5825" name="Arrow | identity_concat → identity_repr"/>
              <p:cNvSpPr/>
              <p:nvPr/>
            </p:nvSpPr>
            <p:spPr>
              <a:xfrm>
                <a:off x="4172040" y="4556160"/>
                <a:ext cx="36" cy="16488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64880" fill="none">
                    <a:moveTo>
                      <a:pt x="0" y="0"/>
                    </a:moveTo>
                    <a:lnTo>
                      <a:pt x="0" y="16488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6" name="Arrow | identity_concat → identity_repr | arrowhead"/>
              <p:cNvSpPr/>
              <p:nvPr/>
            </p:nvSpPr>
            <p:spPr>
              <a:xfrm>
                <a:off x="41619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0" name="Arrow | candidate_repr → scoring_candidate | editable route"/>
            <p:cNvGrpSpPr/>
            <p:nvPr/>
          </p:nvGrpSpPr>
          <p:grpSpPr>
            <a:xfrm>
              <a:off x="2841480" y="4819320"/>
              <a:ext cx="603000" cy="292320"/>
              <a:chOff x="2841480" y="4819320"/>
              <a:chExt cx="603000" cy="292320"/>
            </a:xfrm>
          </p:grpSpPr>
          <p:sp>
            <p:nvSpPr>
              <p:cNvPr id="5828" name="Arrow | candidate_repr → scoring_candidate"/>
              <p:cNvSpPr/>
              <p:nvPr/>
            </p:nvSpPr>
            <p:spPr>
              <a:xfrm>
                <a:off x="2841480" y="4819320"/>
                <a:ext cx="577080" cy="282240"/>
              </a:xfrm>
              <a:custGeom>
                <a:avLst/>
                <a:gdLst/>
                <a:ahLst/>
                <a:cxnLst/>
                <a:rect l="0" t="0" r="r" b="b"/>
                <a:pathLst>
                  <a:path w="577080" h="282240" fill="none">
                    <a:moveTo>
                      <a:pt x="0" y="0"/>
                    </a:moveTo>
                    <a:lnTo>
                      <a:pt x="0" y="121680"/>
                    </a:lnTo>
                    <a:lnTo>
                      <a:pt x="556920" y="121680"/>
                    </a:lnTo>
                    <a:lnTo>
                      <a:pt x="556920" y="282240"/>
                    </a:lnTo>
                    <a:lnTo>
                      <a:pt x="577080" y="282240"/>
                    </a:lnTo>
                  </a:path>
                </a:pathLst>
              </a:custGeom>
              <a:ln w="540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29" name="Arrow | candidate_repr → scoring_candidate | arrowhead"/>
              <p:cNvSpPr/>
              <p:nvPr/>
            </p:nvSpPr>
            <p:spPr>
              <a:xfrm>
                <a:off x="3418560" y="50914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33" name="Arrow | identity_repr → scoring_identity | editable route"/>
            <p:cNvGrpSpPr/>
            <p:nvPr/>
          </p:nvGrpSpPr>
          <p:grpSpPr>
            <a:xfrm>
              <a:off x="3702240" y="4819320"/>
              <a:ext cx="469800" cy="203400"/>
              <a:chOff x="3702240" y="4819320"/>
              <a:chExt cx="469800" cy="203400"/>
            </a:xfrm>
          </p:grpSpPr>
          <p:sp>
            <p:nvSpPr>
              <p:cNvPr id="5831" name="Arrow | identity_repr → scoring_identity"/>
              <p:cNvSpPr/>
              <p:nvPr/>
            </p:nvSpPr>
            <p:spPr>
              <a:xfrm>
                <a:off x="3712320" y="4819320"/>
                <a:ext cx="459720" cy="177480"/>
              </a:xfrm>
              <a:custGeom>
                <a:avLst/>
                <a:gdLst/>
                <a:ahLst/>
                <a:cxnLst/>
                <a:rect l="0" t="0" r="r" b="b"/>
                <a:pathLst>
                  <a:path w="459720" h="177480" fill="none">
                    <a:moveTo>
                      <a:pt x="459720" y="0"/>
                    </a:moveTo>
                    <a:lnTo>
                      <a:pt x="459720" y="92880"/>
                    </a:lnTo>
                    <a:lnTo>
                      <a:pt x="0" y="92880"/>
                    </a:lnTo>
                    <a:lnTo>
                      <a:pt x="0" y="177480"/>
                    </a:lnTo>
                  </a:path>
                </a:pathLst>
              </a:custGeom>
              <a:ln w="540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32" name="Arrow | identity_repr → scoring_identity | arrowhead"/>
              <p:cNvSpPr/>
              <p:nvPr/>
            </p:nvSpPr>
            <p:spPr>
              <a:xfrm>
                <a:off x="3702240" y="499680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6" name="Arrow | candidate_repr → foreground_head | editable route"/>
            <p:cNvGrpSpPr/>
            <p:nvPr/>
          </p:nvGrpSpPr>
          <p:grpSpPr>
            <a:xfrm>
              <a:off x="2664000" y="4819320"/>
              <a:ext cx="93600" cy="272520"/>
              <a:chOff x="2664000" y="4819320"/>
              <a:chExt cx="93600" cy="272520"/>
            </a:xfrm>
          </p:grpSpPr>
          <p:sp>
            <p:nvSpPr>
              <p:cNvPr id="5834" name="Arrow | candidate_repr → foreground_head"/>
              <p:cNvSpPr/>
              <p:nvPr/>
            </p:nvSpPr>
            <p:spPr>
              <a:xfrm>
                <a:off x="2664000" y="4819320"/>
                <a:ext cx="67680" cy="262440"/>
              </a:xfrm>
              <a:custGeom>
                <a:avLst/>
                <a:gdLst/>
                <a:ahLst/>
                <a:cxnLst/>
                <a:rect l="0" t="0" r="r" b="b"/>
                <a:pathLst>
                  <a:path w="67680" h="262440" fill="none">
                    <a:moveTo>
                      <a:pt x="0" y="0"/>
                    </a:moveTo>
                    <a:lnTo>
                      <a:pt x="0" y="262440"/>
                    </a:lnTo>
                    <a:lnTo>
                      <a:pt x="67680" y="262440"/>
                    </a:lnTo>
                  </a:path>
                </a:pathLst>
              </a:custGeom>
              <a:ln w="504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35" name="Arrow | candidate_repr → foreground_head | arrowhead"/>
              <p:cNvSpPr/>
              <p:nvPr/>
            </p:nvSpPr>
            <p:spPr>
              <a:xfrm>
                <a:off x="2731680" y="50716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2965" name="d | Build: downstream pose reconstruction"/>
          <p:cNvGrpSpPr/>
          <p:nvPr/>
        </p:nvGrpSpPr>
        <p:grpSpPr>
          <a:xfrm>
            <a:off x="65700" y="5420250"/>
            <a:ext cx="5124600" cy="759952"/>
            <a:chOff x="65700" y="5420250"/>
            <a:chExt cx="5124600" cy="759952"/>
          </a:xfrm>
        </p:grpSpPr>
        <p:sp>
          <p:nvSpPr>
            <p:cNvPr id="2966" name="d | panel background"/>
            <p:cNvSpPr/>
            <p:nvPr/>
          </p:nvSpPr>
          <p:spPr>
            <a:xfrm>
              <a:off x="65700" y="5420250"/>
              <a:ext cx="5124600" cy="748980"/>
            </a:xfrm>
            <a:prstGeom prst="roundRect">
              <a:avLst>
                <a:gd name="adj" fmla="val 5263"/>
              </a:avLst>
            </a:prstGeom>
            <a:solidFill>
              <a:srgbClr val="FCFAF5"/>
            </a:solidFill>
            <a:ln w="6480" cap="rnd" cmpd="sng" algn="ctr">
              <a:solidFill>
                <a:srgbClr val="D8CAB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7" name="Text | d"/>
            <p:cNvSpPr txBox="1"/>
            <p:nvPr/>
          </p:nvSpPr>
          <p:spPr>
            <a:xfrm>
              <a:off x="137970" y="542682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1061"/>
            </a:p>
          </p:txBody>
        </p:sp>
        <p:sp>
          <p:nvSpPr>
            <p:cNvPr id="2968" name="Text | Build: downstream pose reconstruction"/>
            <p:cNvSpPr txBox="1"/>
            <p:nvPr/>
          </p:nvSpPr>
          <p:spPr>
            <a:xfrm>
              <a:off x="279225" y="5446530"/>
              <a:ext cx="252425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Build: downstream pose reconstruction</a:t>
              </a:r>
              <a:endParaRPr lang="en-US" sz="879"/>
            </a:p>
          </p:txBody>
        </p:sp>
        <p:grpSp>
          <p:nvGrpSpPr>
            <p:cNvPr id="2969" name="d | Site p: local receptor environment"/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2970" name="ellipse_2785"/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1" name="ellipse_2786"/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2" name="ellipse_2787"/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3" name="ellipse_2788"/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4" name="ellipse_2789"/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5" name="ellipse_2790"/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6" name="ellipse_2791"/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7" name="ellipse_2792"/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8" name="ellipse_2793"/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9" name="ellipse_2794"/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0" name="ellipse_2795"/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1" name="ellipse_2796"/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2" name="ellipse_2797"/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3" name="ellipse_2798"/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4" name="ellipse_2799"/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5" name="ellipse_2800"/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6" name="ellipse_2801"/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7" name="ellipse_2802"/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8" name="ellipse_2803"/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9" name="ellipse_2804"/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0" name="ellipse_2805"/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1" name="ellipse_2806"/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2" name="ellipse_2807"/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3" name="ellipse_2808"/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4" name="ellipse_2809"/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5" name="ellipse_2810"/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6" name="ellipse_2811"/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7" name="ellipse_2812"/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8" name="ellipse_2813"/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9" name="ellipse_2814"/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0" name="ellipse_2815"/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1" name="ellipse_2816"/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2" name="ellipse_2817"/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3" name="ellipse_2818"/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4" name="ellipse_2819"/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5" name="ellipse_2820"/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6" name="ellipse_2821"/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7" name="ellipse_2822"/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8" name="ellipse_2823"/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9" name="ellipse_2824"/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0" name="ellipse_2825"/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1" name="ellipse_2826"/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2" name="ellipse_2827"/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3" name="ellipse_2828"/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4" name="ellipse_2829"/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5" name="ellipse_2830"/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6" name="ellipse_2831"/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7" name="ellipse_2832"/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8" name="ellipse_2833"/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9" name="ellipse_2834"/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0" name="ellipse_2835"/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1" name="ellipse_2836"/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2" name="ellipse_2837"/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3" name="ellipse_2838"/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4" name="ellipse_2839"/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5" name="ellipse_2840"/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6" name="ellipse_2841"/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7" name="ellipse_2842"/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8" name="ellipse_2843"/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9" name="ellipse_2844"/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0" name="ellipse_2845"/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1" name="ellipse_2846"/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2" name="ellipse_2847"/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3" name="ellipse_2848"/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4" name="ellipse_2849"/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5" name="ellipse_2850"/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6" name="ellipse_2851"/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7" name="ellipse_2852"/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8" name="ellipse_2853"/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9" name="ellipse_2854"/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0" name="ellipse_2855"/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1" name="ellipse_2856"/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2" name="ellipse_2857"/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3" name="ellipse_2858"/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4" name="ellipse_2859"/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5" name="ellipse_2860"/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6" name="ellipse_2861"/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7" name="ellipse_2862"/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8" name="ellipse_2863"/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9" name="ellipse_2864"/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0" name="ellipse_2865"/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1" name="ellipse_2866"/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2" name="ellipse_2867"/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3" name="ellipse_2868"/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4" name="ellipse_2869"/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055" name="Candidate blob | editable contour"/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6" name="ellipse_2871"/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7" name="Text | Site p"/>
            <p:cNvSpPr txBox="1"/>
            <p:nvPr/>
          </p:nvSpPr>
          <p:spPr>
            <a:xfrm>
              <a:off x="203508" y="5975415"/>
              <a:ext cx="32225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Site p</a:t>
              </a:r>
              <a:endParaRPr lang="en-US" sz="698"/>
            </a:p>
          </p:txBody>
        </p:sp>
        <p:sp>
          <p:nvSpPr>
            <p:cNvPr id="3058" name="Text | from Find"/>
            <p:cNvSpPr txBox="1"/>
            <p:nvPr/>
          </p:nvSpPr>
          <p:spPr>
            <a:xfrm>
              <a:off x="181872" y="6070680"/>
              <a:ext cx="36552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from Find</a:t>
              </a:r>
              <a:endParaRPr lang="en-US" sz="569"/>
            </a:p>
          </p:txBody>
        </p:sp>
        <p:sp>
          <p:nvSpPr>
            <p:cNvPr id="3059" name="Text | +"/>
            <p:cNvSpPr txBox="1"/>
            <p:nvPr/>
          </p:nvSpPr>
          <p:spPr>
            <a:xfrm>
              <a:off x="601134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60" name="d | Ligand identity: illustrative molecular graph"/>
            <p:cNvGrpSpPr/>
            <p:nvPr/>
          </p:nvGrpSpPr>
          <p:grpSpPr>
            <a:xfrm>
              <a:off x="863060" y="5744348"/>
              <a:ext cx="420988" cy="204721"/>
              <a:chOff x="863060" y="5744348"/>
              <a:chExt cx="420988" cy="204721"/>
            </a:xfrm>
          </p:grpSpPr>
          <p:cxnSp>
            <p:nvCxnSpPr>
              <p:cNvPr id="3061" name="path_2875"/>
              <p:cNvCxnSpPr/>
              <p:nvPr/>
            </p:nvCxnSpPr>
            <p:spPr>
              <a:xfrm flipH="1">
                <a:off x="956231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2" name="path_2876"/>
              <p:cNvCxnSpPr/>
              <p:nvPr/>
            </p:nvCxnSpPr>
            <p:spPr>
              <a:xfrm flipH="1" flipV="1">
                <a:off x="863060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3" name="path_2877"/>
              <p:cNvCxnSpPr/>
              <p:nvPr/>
            </p:nvCxnSpPr>
            <p:spPr>
              <a:xfrm flipH="1" flipV="1">
                <a:off x="863060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4" name="path_2878"/>
              <p:cNvCxnSpPr/>
              <p:nvPr/>
            </p:nvCxnSpPr>
            <p:spPr>
              <a:xfrm flipV="1">
                <a:off x="863060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5" name="path_2879"/>
              <p:cNvCxnSpPr/>
              <p:nvPr/>
            </p:nvCxnSpPr>
            <p:spPr>
              <a:xfrm>
                <a:off x="956231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6" name="path_2880"/>
              <p:cNvCxnSpPr/>
              <p:nvPr/>
            </p:nvCxnSpPr>
            <p:spPr>
              <a:xfrm flipH="1">
                <a:off x="1049401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7" name="path_2881"/>
              <p:cNvCxnSpPr/>
              <p:nvPr/>
            </p:nvCxnSpPr>
            <p:spPr>
              <a:xfrm flipV="1">
                <a:off x="1049401" y="5768591"/>
                <a:ext cx="83267" cy="12929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8" name="path_2882"/>
              <p:cNvCxnSpPr/>
              <p:nvPr/>
            </p:nvCxnSpPr>
            <p:spPr>
              <a:xfrm>
                <a:off x="1132668" y="5768591"/>
                <a:ext cx="60247" cy="565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9" name="path_2883"/>
              <p:cNvCxnSpPr/>
              <p:nvPr/>
            </p:nvCxnSpPr>
            <p:spPr>
              <a:xfrm flipH="1">
                <a:off x="956231" y="5888677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0" name="path_2884"/>
              <p:cNvCxnSpPr/>
              <p:nvPr/>
            </p:nvCxnSpPr>
            <p:spPr>
              <a:xfrm flipH="1" flipV="1">
                <a:off x="879831" y="5804741"/>
                <a:ext cx="0" cy="83936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1" name="path_2885"/>
              <p:cNvCxnSpPr/>
              <p:nvPr/>
            </p:nvCxnSpPr>
            <p:spPr>
              <a:xfrm>
                <a:off x="956231" y="5762773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72" name="Text | O"/>
              <p:cNvSpPr txBox="1"/>
              <p:nvPr/>
            </p:nvSpPr>
            <p:spPr>
              <a:xfrm>
                <a:off x="1206055" y="578245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sp>
          <p:nvSpPr>
            <p:cNvPr id="3073" name="Text | SMILES"/>
            <p:cNvSpPr txBox="1"/>
            <p:nvPr/>
          </p:nvSpPr>
          <p:spPr>
            <a:xfrm>
              <a:off x="786913" y="5975415"/>
              <a:ext cx="39717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SMILES</a:t>
              </a:r>
              <a:endParaRPr lang="en-US" sz="698"/>
            </a:p>
          </p:txBody>
        </p:sp>
        <p:sp>
          <p:nvSpPr>
            <p:cNvPr id="3074" name="Text | +"/>
            <p:cNvSpPr txBox="1"/>
            <p:nvPr/>
          </p:nvSpPr>
          <p:spPr>
            <a:xfrm>
              <a:off x="1267989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75" name="d | Pocket: local receptor environment"/>
            <p:cNvGrpSpPr/>
            <p:nvPr/>
          </p:nvGrpSpPr>
          <p:grpSpPr>
            <a:xfrm>
              <a:off x="1411968" y="5662376"/>
              <a:ext cx="418007" cy="338292"/>
              <a:chOff x="1411968" y="5662376"/>
              <a:chExt cx="418007" cy="338292"/>
            </a:xfrm>
          </p:grpSpPr>
          <p:sp>
            <p:nvSpPr>
              <p:cNvPr id="3076" name="ellipse_2889"/>
              <p:cNvSpPr/>
              <p:nvPr/>
            </p:nvSpPr>
            <p:spPr>
              <a:xfrm>
                <a:off x="1477028" y="5730123"/>
                <a:ext cx="31529" cy="315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7" name="ellipse_2890"/>
              <p:cNvSpPr/>
              <p:nvPr/>
            </p:nvSpPr>
            <p:spPr>
              <a:xfrm>
                <a:off x="1413313" y="5768742"/>
                <a:ext cx="29533" cy="29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8" name="ellipse_2891"/>
              <p:cNvSpPr/>
              <p:nvPr/>
            </p:nvSpPr>
            <p:spPr>
              <a:xfrm>
                <a:off x="1606772" y="5962955"/>
                <a:ext cx="37712" cy="377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9" name="ellipse_2892"/>
              <p:cNvSpPr/>
              <p:nvPr/>
            </p:nvSpPr>
            <p:spPr>
              <a:xfrm>
                <a:off x="1692365" y="5876366"/>
                <a:ext cx="39137" cy="39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0" name="ellipse_2893"/>
              <p:cNvSpPr/>
              <p:nvPr/>
            </p:nvSpPr>
            <p:spPr>
              <a:xfrm>
                <a:off x="1446482" y="5820853"/>
                <a:ext cx="35562" cy="3556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1" name="ellipse_2894"/>
              <p:cNvSpPr/>
              <p:nvPr/>
            </p:nvSpPr>
            <p:spPr>
              <a:xfrm>
                <a:off x="1411968" y="5817386"/>
                <a:ext cx="29762" cy="29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2" name="ellipse_2895"/>
              <p:cNvSpPr/>
              <p:nvPr/>
            </p:nvSpPr>
            <p:spPr>
              <a:xfrm>
                <a:off x="1469529" y="5784286"/>
                <a:ext cx="35695" cy="3569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3" name="ellipse_2896"/>
              <p:cNvSpPr/>
              <p:nvPr/>
            </p:nvSpPr>
            <p:spPr>
              <a:xfrm>
                <a:off x="1485370" y="5743617"/>
                <a:ext cx="39374" cy="3937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4" name="ellipse_2897"/>
              <p:cNvSpPr/>
              <p:nvPr/>
            </p:nvSpPr>
            <p:spPr>
              <a:xfrm>
                <a:off x="1543334" y="5929029"/>
                <a:ext cx="29140" cy="291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5" name="ellipse_2898"/>
              <p:cNvSpPr/>
              <p:nvPr/>
            </p:nvSpPr>
            <p:spPr>
              <a:xfrm>
                <a:off x="1466275" y="5765882"/>
                <a:ext cx="25820" cy="258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6" name="ellipse_2899"/>
              <p:cNvSpPr/>
              <p:nvPr/>
            </p:nvSpPr>
            <p:spPr>
              <a:xfrm>
                <a:off x="1582840" y="5966745"/>
                <a:ext cx="30939" cy="3093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7" name="ellipse_2900"/>
              <p:cNvSpPr/>
              <p:nvPr/>
            </p:nvSpPr>
            <p:spPr>
              <a:xfrm>
                <a:off x="1507992" y="5722896"/>
                <a:ext cx="33525" cy="33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8" name="ellipse_2901"/>
              <p:cNvSpPr/>
              <p:nvPr/>
            </p:nvSpPr>
            <p:spPr>
              <a:xfrm>
                <a:off x="1455591" y="5791788"/>
                <a:ext cx="31551" cy="3155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9" name="ellipse_2902"/>
              <p:cNvSpPr/>
              <p:nvPr/>
            </p:nvSpPr>
            <p:spPr>
              <a:xfrm>
                <a:off x="1565027" y="5913802"/>
                <a:ext cx="34699" cy="346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0" name="ellipse_2903"/>
              <p:cNvSpPr/>
              <p:nvPr/>
            </p:nvSpPr>
            <p:spPr>
              <a:xfrm>
                <a:off x="1592477" y="5951568"/>
                <a:ext cx="38059" cy="38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1" name="ellipse_2904"/>
              <p:cNvSpPr/>
              <p:nvPr/>
            </p:nvSpPr>
            <p:spPr>
              <a:xfrm>
                <a:off x="1755519" y="5859269"/>
                <a:ext cx="33604" cy="33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2" name="ellipse_2905"/>
              <p:cNvSpPr/>
              <p:nvPr/>
            </p:nvSpPr>
            <p:spPr>
              <a:xfrm>
                <a:off x="1714504" y="5932612"/>
                <a:ext cx="32252" cy="3225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3" name="ellipse_2906"/>
              <p:cNvSpPr/>
              <p:nvPr/>
            </p:nvSpPr>
            <p:spPr>
              <a:xfrm>
                <a:off x="1739282" y="5823798"/>
                <a:ext cx="27565" cy="275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4" name="ellipse_2907"/>
              <p:cNvSpPr/>
              <p:nvPr/>
            </p:nvSpPr>
            <p:spPr>
              <a:xfrm>
                <a:off x="1477659" y="5897421"/>
                <a:ext cx="33413" cy="33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5" name="ellipse_2908"/>
              <p:cNvSpPr/>
              <p:nvPr/>
            </p:nvSpPr>
            <p:spPr>
              <a:xfrm>
                <a:off x="1671524" y="5897894"/>
                <a:ext cx="34031" cy="34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6" name="ellipse_2909"/>
              <p:cNvSpPr/>
              <p:nvPr/>
            </p:nvSpPr>
            <p:spPr>
              <a:xfrm>
                <a:off x="1742971" y="5773835"/>
                <a:ext cx="35121" cy="3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7" name="ellipse_2910"/>
              <p:cNvSpPr/>
              <p:nvPr/>
            </p:nvSpPr>
            <p:spPr>
              <a:xfrm>
                <a:off x="1555987" y="5962446"/>
                <a:ext cx="25963" cy="2596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8" name="ellipse_2911"/>
              <p:cNvSpPr/>
              <p:nvPr/>
            </p:nvSpPr>
            <p:spPr>
              <a:xfrm>
                <a:off x="1725888" y="5766654"/>
                <a:ext cx="33262" cy="332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9" name="ellipse_2912"/>
              <p:cNvSpPr/>
              <p:nvPr/>
            </p:nvSpPr>
            <p:spPr>
              <a:xfrm>
                <a:off x="1638437" y="5914338"/>
                <a:ext cx="38036" cy="380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0" name="ellipse_2913"/>
              <p:cNvSpPr/>
              <p:nvPr/>
            </p:nvSpPr>
            <p:spPr>
              <a:xfrm>
                <a:off x="1469814" y="5810243"/>
                <a:ext cx="26475" cy="26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1" name="ellipse_2914"/>
              <p:cNvSpPr/>
              <p:nvPr/>
            </p:nvSpPr>
            <p:spPr>
              <a:xfrm>
                <a:off x="1604446" y="5912480"/>
                <a:ext cx="25177" cy="251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2" name="ellipse_2915"/>
              <p:cNvSpPr/>
              <p:nvPr/>
            </p:nvSpPr>
            <p:spPr>
              <a:xfrm>
                <a:off x="1537160" y="5725932"/>
                <a:ext cx="26446" cy="2644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3" name="ellipse_2916"/>
              <p:cNvSpPr/>
              <p:nvPr/>
            </p:nvSpPr>
            <p:spPr>
              <a:xfrm>
                <a:off x="1627934" y="5686479"/>
                <a:ext cx="28884" cy="288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4" name="ellipse_2917"/>
              <p:cNvSpPr/>
              <p:nvPr/>
            </p:nvSpPr>
            <p:spPr>
              <a:xfrm>
                <a:off x="1673455" y="5697854"/>
                <a:ext cx="24843" cy="24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5" name="ellipse_2918"/>
              <p:cNvSpPr/>
              <p:nvPr/>
            </p:nvSpPr>
            <p:spPr>
              <a:xfrm>
                <a:off x="1740188" y="5843935"/>
                <a:ext cx="33634" cy="3363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6" name="ellipse_2919"/>
              <p:cNvSpPr/>
              <p:nvPr/>
            </p:nvSpPr>
            <p:spPr>
              <a:xfrm>
                <a:off x="1747527" y="5782823"/>
                <a:ext cx="38868" cy="38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7" name="ellipse_2920"/>
              <p:cNvSpPr/>
              <p:nvPr/>
            </p:nvSpPr>
            <p:spPr>
              <a:xfrm>
                <a:off x="1601887" y="5948096"/>
                <a:ext cx="25828" cy="25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8" name="ellipse_2921"/>
              <p:cNvSpPr/>
              <p:nvPr/>
            </p:nvSpPr>
            <p:spPr>
              <a:xfrm>
                <a:off x="1749582" y="5888113"/>
                <a:ext cx="36487" cy="3648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9" name="ellipse_2922"/>
              <p:cNvSpPr/>
              <p:nvPr/>
            </p:nvSpPr>
            <p:spPr>
              <a:xfrm>
                <a:off x="1731701" y="5860783"/>
                <a:ext cx="23989" cy="239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0" name="ellipse_2923"/>
              <p:cNvSpPr/>
              <p:nvPr/>
            </p:nvSpPr>
            <p:spPr>
              <a:xfrm>
                <a:off x="1759056" y="5817672"/>
                <a:ext cx="28808" cy="28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1" name="ellipse_2924"/>
              <p:cNvSpPr/>
              <p:nvPr/>
            </p:nvSpPr>
            <p:spPr>
              <a:xfrm>
                <a:off x="1547821" y="5674848"/>
                <a:ext cx="24536" cy="245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2" name="ellipse_2925"/>
              <p:cNvSpPr/>
              <p:nvPr/>
            </p:nvSpPr>
            <p:spPr>
              <a:xfrm>
                <a:off x="1436856" y="5736363"/>
                <a:ext cx="23841" cy="238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3" name="ellipse_2926"/>
              <p:cNvSpPr/>
              <p:nvPr/>
            </p:nvSpPr>
            <p:spPr>
              <a:xfrm>
                <a:off x="1457390" y="5888267"/>
                <a:ext cx="35961" cy="359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4" name="ellipse_2927"/>
              <p:cNvSpPr/>
              <p:nvPr/>
            </p:nvSpPr>
            <p:spPr>
              <a:xfrm>
                <a:off x="1428158" y="5810865"/>
                <a:ext cx="33956" cy="3395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5" name="ellipse_2928"/>
              <p:cNvSpPr/>
              <p:nvPr/>
            </p:nvSpPr>
            <p:spPr>
              <a:xfrm>
                <a:off x="1806304" y="5819862"/>
                <a:ext cx="23670" cy="2367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6" name="ellipse_2929"/>
              <p:cNvSpPr/>
              <p:nvPr/>
            </p:nvSpPr>
            <p:spPr>
              <a:xfrm>
                <a:off x="1627313" y="5712973"/>
                <a:ext cx="37885" cy="378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7" name="ellipse_2930"/>
              <p:cNvSpPr/>
              <p:nvPr/>
            </p:nvSpPr>
            <p:spPr>
              <a:xfrm>
                <a:off x="1710685" y="5883673"/>
                <a:ext cx="23533" cy="23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8" name="ellipse_2931"/>
              <p:cNvSpPr/>
              <p:nvPr/>
            </p:nvSpPr>
            <p:spPr>
              <a:xfrm>
                <a:off x="1694615" y="5911084"/>
                <a:ext cx="29708" cy="29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9" name="ellipse_2932"/>
              <p:cNvSpPr/>
              <p:nvPr/>
            </p:nvSpPr>
            <p:spPr>
              <a:xfrm>
                <a:off x="1701593" y="5924380"/>
                <a:ext cx="23793" cy="2379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0" name="ellipse_2933"/>
              <p:cNvSpPr/>
              <p:nvPr/>
            </p:nvSpPr>
            <p:spPr>
              <a:xfrm>
                <a:off x="1599033" y="5681949"/>
                <a:ext cx="29376" cy="29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1" name="ellipse_2934"/>
              <p:cNvSpPr/>
              <p:nvPr/>
            </p:nvSpPr>
            <p:spPr>
              <a:xfrm>
                <a:off x="1706363" y="5885733"/>
                <a:ext cx="27882" cy="2788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2" name="ellipse_2935"/>
              <p:cNvSpPr/>
              <p:nvPr/>
            </p:nvSpPr>
            <p:spPr>
              <a:xfrm>
                <a:off x="1644117" y="5927383"/>
                <a:ext cx="31868" cy="31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3" name="ellipse_2936"/>
              <p:cNvSpPr/>
              <p:nvPr/>
            </p:nvSpPr>
            <p:spPr>
              <a:xfrm>
                <a:off x="1582830" y="5913046"/>
                <a:ext cx="31662" cy="31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4" name="ellipse_2937"/>
              <p:cNvSpPr/>
              <p:nvPr/>
            </p:nvSpPr>
            <p:spPr>
              <a:xfrm>
                <a:off x="1441252" y="5843458"/>
                <a:ext cx="37932" cy="3793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5" name="ellipse_2938"/>
              <p:cNvSpPr/>
              <p:nvPr/>
            </p:nvSpPr>
            <p:spPr>
              <a:xfrm>
                <a:off x="1676913" y="5723244"/>
                <a:ext cx="35560" cy="35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6" name="ellipse_2939"/>
              <p:cNvSpPr/>
              <p:nvPr/>
            </p:nvSpPr>
            <p:spPr>
              <a:xfrm>
                <a:off x="1442316" y="5759309"/>
                <a:ext cx="30564" cy="3056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7" name="ellipse_2940"/>
              <p:cNvSpPr/>
              <p:nvPr/>
            </p:nvSpPr>
            <p:spPr>
              <a:xfrm>
                <a:off x="1660843" y="5732672"/>
                <a:ext cx="32471" cy="324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8" name="ellipse_2941"/>
              <p:cNvSpPr/>
              <p:nvPr/>
            </p:nvSpPr>
            <p:spPr>
              <a:xfrm>
                <a:off x="1441929" y="5857738"/>
                <a:ext cx="27539" cy="275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9" name="ellipse_2942"/>
              <p:cNvSpPr/>
              <p:nvPr/>
            </p:nvSpPr>
            <p:spPr>
              <a:xfrm>
                <a:off x="1605905" y="5946213"/>
                <a:ext cx="23720" cy="23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0" name="ellipse_2943"/>
              <p:cNvSpPr/>
              <p:nvPr/>
            </p:nvSpPr>
            <p:spPr>
              <a:xfrm>
                <a:off x="1666560" y="5904207"/>
                <a:ext cx="25696" cy="2569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1" name="ellipse_2944"/>
              <p:cNvSpPr/>
              <p:nvPr/>
            </p:nvSpPr>
            <p:spPr>
              <a:xfrm>
                <a:off x="1569217" y="5720001"/>
                <a:ext cx="32959" cy="32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2" name="ellipse_2945"/>
              <p:cNvSpPr/>
              <p:nvPr/>
            </p:nvSpPr>
            <p:spPr>
              <a:xfrm>
                <a:off x="1628649" y="5681483"/>
                <a:ext cx="30404" cy="304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3" name="ellipse_2946"/>
              <p:cNvSpPr/>
              <p:nvPr/>
            </p:nvSpPr>
            <p:spPr>
              <a:xfrm>
                <a:off x="1713397" y="5861457"/>
                <a:ext cx="33198" cy="331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4" name="ellipse_2947"/>
              <p:cNvSpPr/>
              <p:nvPr/>
            </p:nvSpPr>
            <p:spPr>
              <a:xfrm>
                <a:off x="1568321" y="5927538"/>
                <a:ext cx="37172" cy="371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5" name="ellipse_2948"/>
              <p:cNvSpPr/>
              <p:nvPr/>
            </p:nvSpPr>
            <p:spPr>
              <a:xfrm>
                <a:off x="1589792" y="5719262"/>
                <a:ext cx="26962" cy="26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6" name="ellipse_2949"/>
              <p:cNvSpPr/>
              <p:nvPr/>
            </p:nvSpPr>
            <p:spPr>
              <a:xfrm>
                <a:off x="1493034" y="5768073"/>
                <a:ext cx="32512" cy="3251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7" name="ellipse_2950"/>
              <p:cNvSpPr/>
              <p:nvPr/>
            </p:nvSpPr>
            <p:spPr>
              <a:xfrm>
                <a:off x="1700028" y="5916902"/>
                <a:ext cx="26704" cy="267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8" name="ellipse_2951"/>
              <p:cNvSpPr/>
              <p:nvPr/>
            </p:nvSpPr>
            <p:spPr>
              <a:xfrm>
                <a:off x="1484645" y="5849570"/>
                <a:ext cx="34307" cy="34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9" name="ellipse_2952"/>
              <p:cNvSpPr/>
              <p:nvPr/>
            </p:nvSpPr>
            <p:spPr>
              <a:xfrm>
                <a:off x="1796236" y="5779448"/>
                <a:ext cx="31087" cy="3108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0" name="ellipse_2953"/>
              <p:cNvSpPr/>
              <p:nvPr/>
            </p:nvSpPr>
            <p:spPr>
              <a:xfrm>
                <a:off x="1703383" y="5707987"/>
                <a:ext cx="24249" cy="24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1" name="ellipse_2954"/>
              <p:cNvSpPr/>
              <p:nvPr/>
            </p:nvSpPr>
            <p:spPr>
              <a:xfrm>
                <a:off x="1639165" y="5940343"/>
                <a:ext cx="34999" cy="349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2" name="ellipse_2955"/>
              <p:cNvSpPr/>
              <p:nvPr/>
            </p:nvSpPr>
            <p:spPr>
              <a:xfrm>
                <a:off x="1607929" y="5664825"/>
                <a:ext cx="32753" cy="327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3" name="ellipse_2956"/>
              <p:cNvSpPr/>
              <p:nvPr/>
            </p:nvSpPr>
            <p:spPr>
              <a:xfrm>
                <a:off x="1431638" y="5888721"/>
                <a:ext cx="32307" cy="32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4" name="ellipse_2957"/>
              <p:cNvSpPr/>
              <p:nvPr/>
            </p:nvSpPr>
            <p:spPr>
              <a:xfrm>
                <a:off x="1763250" y="5810798"/>
                <a:ext cx="24008" cy="240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5" name="ellipse_2958"/>
              <p:cNvSpPr/>
              <p:nvPr/>
            </p:nvSpPr>
            <p:spPr>
              <a:xfrm>
                <a:off x="1770156" y="5894195"/>
                <a:ext cx="34129" cy="34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6" name="ellipse_2959"/>
              <p:cNvSpPr/>
              <p:nvPr/>
            </p:nvSpPr>
            <p:spPr>
              <a:xfrm>
                <a:off x="1631456" y="5662376"/>
                <a:ext cx="36317" cy="363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7" name="ellipse_2960"/>
              <p:cNvSpPr/>
              <p:nvPr/>
            </p:nvSpPr>
            <p:spPr>
              <a:xfrm>
                <a:off x="1505565" y="5729779"/>
                <a:ext cx="35155" cy="3515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8" name="ellipse_2961"/>
              <p:cNvSpPr/>
              <p:nvPr/>
            </p:nvSpPr>
            <p:spPr>
              <a:xfrm>
                <a:off x="1745125" y="5807695"/>
                <a:ext cx="28645" cy="286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9" name="ellipse_2962"/>
              <p:cNvSpPr/>
              <p:nvPr/>
            </p:nvSpPr>
            <p:spPr>
              <a:xfrm>
                <a:off x="1415944" y="5861397"/>
                <a:ext cx="29118" cy="291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0" name="ellipse_2963"/>
              <p:cNvSpPr/>
              <p:nvPr/>
            </p:nvSpPr>
            <p:spPr>
              <a:xfrm>
                <a:off x="1444289" y="5910192"/>
                <a:ext cx="36484" cy="364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1" name="ellipse_2964"/>
              <p:cNvSpPr/>
              <p:nvPr/>
            </p:nvSpPr>
            <p:spPr>
              <a:xfrm>
                <a:off x="1692595" y="5720180"/>
                <a:ext cx="34350" cy="34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2" name="ellipse_2965"/>
              <p:cNvSpPr/>
              <p:nvPr/>
            </p:nvSpPr>
            <p:spPr>
              <a:xfrm>
                <a:off x="1645377" y="5668528"/>
                <a:ext cx="23232" cy="232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3" name="ellipse_2966"/>
              <p:cNvSpPr/>
              <p:nvPr/>
            </p:nvSpPr>
            <p:spPr>
              <a:xfrm>
                <a:off x="1463027" y="5702838"/>
                <a:ext cx="32775" cy="32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4" name="ellipse_2967"/>
              <p:cNvSpPr/>
              <p:nvPr/>
            </p:nvSpPr>
            <p:spPr>
              <a:xfrm>
                <a:off x="1471693" y="5806019"/>
                <a:ext cx="36914" cy="3691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5" name="ellipse_2968"/>
              <p:cNvSpPr/>
              <p:nvPr/>
            </p:nvSpPr>
            <p:spPr>
              <a:xfrm>
                <a:off x="1447857" y="5802230"/>
                <a:ext cx="29872" cy="29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6" name="ellipse_2969"/>
              <p:cNvSpPr/>
              <p:nvPr/>
            </p:nvSpPr>
            <p:spPr>
              <a:xfrm>
                <a:off x="1612617" y="5934978"/>
                <a:ext cx="25869" cy="2586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7" name="ellipse_2970"/>
              <p:cNvSpPr/>
              <p:nvPr/>
            </p:nvSpPr>
            <p:spPr>
              <a:xfrm>
                <a:off x="1499567" y="5923927"/>
                <a:ext cx="29366" cy="29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8" name="ellipse_2971"/>
              <p:cNvSpPr/>
              <p:nvPr/>
            </p:nvSpPr>
            <p:spPr>
              <a:xfrm>
                <a:off x="1439722" y="5746255"/>
                <a:ext cx="30428" cy="30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9" name="ellipse_2972"/>
              <p:cNvSpPr/>
              <p:nvPr/>
            </p:nvSpPr>
            <p:spPr>
              <a:xfrm>
                <a:off x="1601892" y="5705782"/>
                <a:ext cx="26593" cy="26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0" name="ellipse_2973"/>
              <p:cNvSpPr/>
              <p:nvPr/>
            </p:nvSpPr>
            <p:spPr>
              <a:xfrm>
                <a:off x="1683294" y="5736674"/>
                <a:ext cx="36357" cy="363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161" name="Text | Pocket"/>
            <p:cNvSpPr txBox="1"/>
            <p:nvPr/>
          </p:nvSpPr>
          <p:spPr>
            <a:xfrm>
              <a:off x="1435143" y="5975415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/>
            </a:p>
          </p:txBody>
        </p:sp>
        <p:sp>
          <p:nvSpPr>
            <p:cNvPr id="3168" name="d | Route card: Default PocketXMol"/>
            <p:cNvSpPr/>
            <p:nvPr/>
          </p:nvSpPr>
          <p:spPr>
            <a:xfrm>
              <a:off x="2141820" y="5591070"/>
              <a:ext cx="1514385" cy="243090"/>
            </a:xfrm>
            <a:prstGeom prst="roundRect">
              <a:avLst>
                <a:gd name="adj" fmla="val 9459"/>
              </a:avLst>
            </a:prstGeom>
            <a:solidFill>
              <a:srgbClr val="FFF8EC"/>
            </a:solidFill>
            <a:ln w="10160" cap="rnd" cmpd="sng" algn="ctr">
              <a:solidFill>
                <a:srgbClr val="D9B77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3169" name="Density voxel illustration | exp"/>
            <p:cNvGrpSpPr/>
            <p:nvPr/>
          </p:nvGrpSpPr>
          <p:grpSpPr>
            <a:xfrm>
              <a:off x="2187720" y="5635440"/>
              <a:ext cx="154440" cy="131400"/>
              <a:chOff x="2187720" y="5635440"/>
              <a:chExt cx="154440" cy="131400"/>
            </a:xfrm>
          </p:grpSpPr>
          <p:sp>
            <p:nvSpPr>
              <p:cNvPr id="5516" name="asset_3169_0">
                <a:extLst>
                  <a:ext uri="{FF2B5EF4-FFF2-40B4-BE49-F238E27FC236}">
                    <a16:creationId xmlns:a16="http://schemas.microsoft.com/office/drawing/2014/main" id="{EB57B0CD-FB2F-40DA-AA3D-7BBF3E896B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35440"/>
                <a:ext cx="154440" cy="22338"/>
              </a:xfrm>
              <a:custGeom>
                <a:avLst/>
                <a:gdLst/>
                <a:ahLst/>
                <a:cxnLst/>
                <a:rect l="0" t="0" r="0" b="0"/>
                <a:pathLst>
                  <a:path w="154440" h="22338">
                    <a:moveTo>
                      <a:pt x="0" y="22338"/>
                    </a:moveTo>
                    <a:lnTo>
                      <a:pt x="29344" y="0"/>
                    </a:lnTo>
                    <a:lnTo>
                      <a:pt x="154440" y="0"/>
                    </a:lnTo>
                    <a:lnTo>
                      <a:pt x="125096" y="22338"/>
                    </a:lnTo>
                    <a:close/>
                  </a:path>
                </a:pathLst>
              </a:custGeom>
              <a:gradFill>
                <a:gsLst>
                  <a:gs pos="0">
                    <a:srgbClr val="FAFDFF">
                      <a:alpha val="65000"/>
                    </a:srgbClr>
                  </a:gs>
                  <a:gs pos="100000">
                    <a:srgbClr val="D9EAFA">
                      <a:alpha val="45000"/>
                    </a:srgbClr>
                  </a:gs>
                </a:gsLst>
                <a:lin ang="5400000"/>
              </a:gradFill>
              <a:ln w="2700">
                <a:solidFill>
                  <a:srgbClr val="A3C3E2"/>
                </a:solidFill>
              </a:ln>
            </p:spPr>
          </p:sp>
          <p:sp>
            <p:nvSpPr>
              <p:cNvPr id="5517" name="asset_3169_1">
                <a:extLst>
                  <a:ext uri="{FF2B5EF4-FFF2-40B4-BE49-F238E27FC236}">
                    <a16:creationId xmlns:a16="http://schemas.microsoft.com/office/drawing/2014/main" id="{E508D70A-1A31-4CF1-99B1-EBC07271AE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12816" y="5635440"/>
                <a:ext cx="29344" cy="131400"/>
              </a:xfrm>
              <a:custGeom>
                <a:avLst/>
                <a:gdLst/>
                <a:ahLst/>
                <a:cxnLst/>
                <a:rect l="0" t="0" r="0" b="0"/>
                <a:pathLst>
                  <a:path w="29344" h="131400">
                    <a:moveTo>
                      <a:pt x="0" y="22338"/>
                    </a:moveTo>
                    <a:lnTo>
                      <a:pt x="29344" y="0"/>
                    </a:lnTo>
                    <a:lnTo>
                      <a:pt x="29344" y="109062"/>
                    </a:lnTo>
                    <a:lnTo>
                      <a:pt x="0" y="131400"/>
                    </a:lnTo>
                    <a:close/>
                  </a:path>
                </a:pathLst>
              </a:custGeom>
              <a:solidFill>
                <a:srgbClr val="C9DFF3">
                  <a:alpha val="22000"/>
                </a:srgbClr>
              </a:solidFill>
              <a:ln w="2700">
                <a:solidFill>
                  <a:srgbClr val="A3C3E2"/>
                </a:solidFill>
              </a:ln>
            </p:spPr>
          </p:sp>
          <p:sp>
            <p:nvSpPr>
              <p:cNvPr id="5518" name="asset_3169_2">
                <a:extLst>
                  <a:ext uri="{FF2B5EF4-FFF2-40B4-BE49-F238E27FC236}">
                    <a16:creationId xmlns:a16="http://schemas.microsoft.com/office/drawing/2014/main" id="{877D7F63-3A1D-4CA8-B11C-65BA6E8DF0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57778"/>
                <a:ext cx="125096" cy="109062"/>
              </a:xfrm>
              <a:prstGeom prst="rect">
                <a:avLst/>
              </a:prstGeom>
              <a:solidFill>
                <a:srgbClr val="E7F1FC">
                  <a:alpha val="20000"/>
                </a:srgbClr>
              </a:solidFill>
              <a:ln w="2700">
                <a:solidFill>
                  <a:srgbClr val="ABC9E7"/>
                </a:solidFill>
              </a:ln>
            </p:spPr>
          </p:sp>
          <p:sp>
            <p:nvSpPr>
              <p:cNvPr id="5519" name="asset_3169_3">
                <a:extLst>
                  <a:ext uri="{FF2B5EF4-FFF2-40B4-BE49-F238E27FC236}">
                    <a16:creationId xmlns:a16="http://schemas.microsoft.com/office/drawing/2014/main" id="{4E887526-28B3-4521-9350-233C9A3F58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8994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0" name="asset_3169_4">
                <a:extLst>
                  <a:ext uri="{FF2B5EF4-FFF2-40B4-BE49-F238E27FC236}">
                    <a16:creationId xmlns:a16="http://schemas.microsoft.com/office/drawing/2014/main" id="{D046CE13-05E3-465C-84F7-92F8F094B6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85044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1" name="asset_3169_5">
                <a:extLst>
                  <a:ext uri="{FF2B5EF4-FFF2-40B4-BE49-F238E27FC236}">
                    <a16:creationId xmlns:a16="http://schemas.microsoft.com/office/drawing/2014/main" id="{8712A24B-CDB3-4283-94BF-8284C3861D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0268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2" name="asset_3169_6">
                <a:extLst>
                  <a:ext uri="{FF2B5EF4-FFF2-40B4-BE49-F238E27FC236}">
                    <a16:creationId xmlns:a16="http://schemas.microsoft.com/office/drawing/2014/main" id="{1348E583-0C78-47D6-A447-B6F011C6DD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712309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3" name="asset_3169_7">
                <a:extLst>
                  <a:ext uri="{FF2B5EF4-FFF2-40B4-BE49-F238E27FC236}">
                    <a16:creationId xmlns:a16="http://schemas.microsoft.com/office/drawing/2014/main" id="{04DB858E-5711-4B7F-9BFD-D339151568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81542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4" name="asset_3169_8">
                <a:extLst>
                  <a:ext uri="{FF2B5EF4-FFF2-40B4-BE49-F238E27FC236}">
                    <a16:creationId xmlns:a16="http://schemas.microsoft.com/office/drawing/2014/main" id="{02651B42-FA30-4351-BCE8-FC2DB979E8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739574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5" name="asset_3169_9">
                <a:extLst>
                  <a:ext uri="{FF2B5EF4-FFF2-40B4-BE49-F238E27FC236}">
                    <a16:creationId xmlns:a16="http://schemas.microsoft.com/office/drawing/2014/main" id="{3A6F92E1-47B7-42A1-993F-0FE65774E02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98791" y="5672574"/>
                <a:ext cx="58245" cy="50256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6" name="asset_3169_10">
                <a:extLst>
                  <a:ext uri="{FF2B5EF4-FFF2-40B4-BE49-F238E27FC236}">
                    <a16:creationId xmlns:a16="http://schemas.microsoft.com/office/drawing/2014/main" id="{DBC4082F-93D1-48E4-B281-D9B5659692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5487" y="5687232"/>
                <a:ext cx="63099" cy="54444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7" name="asset_3169_11">
                <a:extLst>
                  <a:ext uri="{FF2B5EF4-FFF2-40B4-BE49-F238E27FC236}">
                    <a16:creationId xmlns:a16="http://schemas.microsoft.com/office/drawing/2014/main" id="{A0279301-B8CB-4788-8ED4-5AA9CB5DA6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8542" y="5660010"/>
                <a:ext cx="55818" cy="48162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8" name="asset_3169_12">
                <a:extLst>
                  <a:ext uri="{FF2B5EF4-FFF2-40B4-BE49-F238E27FC236}">
                    <a16:creationId xmlns:a16="http://schemas.microsoft.com/office/drawing/2014/main" id="{40C3BA5F-2B1C-4F33-80B7-00773825C4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3060" y="5652681"/>
                <a:ext cx="53391" cy="4606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9" name="asset_3169_13">
                <a:extLst>
                  <a:ext uri="{FF2B5EF4-FFF2-40B4-BE49-F238E27FC236}">
                    <a16:creationId xmlns:a16="http://schemas.microsoft.com/office/drawing/2014/main" id="{AE2AAA7D-27A6-4173-9F8C-B6182B800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7281" y="5693871"/>
                <a:ext cx="30911" cy="2667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0" name="asset_3169_14">
                <a:extLst>
                  <a:ext uri="{FF2B5EF4-FFF2-40B4-BE49-F238E27FC236}">
                    <a16:creationId xmlns:a16="http://schemas.microsoft.com/office/drawing/2014/main" id="{387B028B-6236-42AD-A538-FA029FD825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3557" y="5697302"/>
                <a:ext cx="21556" cy="1860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1" name="asset_3169_15">
                <a:extLst>
                  <a:ext uri="{FF2B5EF4-FFF2-40B4-BE49-F238E27FC236}">
                    <a16:creationId xmlns:a16="http://schemas.microsoft.com/office/drawing/2014/main" id="{F770DC38-2578-430E-8BA9-2D637823D6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78359" y="5672317"/>
                <a:ext cx="20931" cy="1806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2" name="asset_3169_16">
                <a:extLst>
                  <a:ext uri="{FF2B5EF4-FFF2-40B4-BE49-F238E27FC236}">
                    <a16:creationId xmlns:a16="http://schemas.microsoft.com/office/drawing/2014/main" id="{3DC71CF4-1D5D-471E-A856-EDCDD2C251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5959" y="5649092"/>
                <a:ext cx="26179" cy="2258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3" name="asset_3169_17">
                <a:extLst>
                  <a:ext uri="{FF2B5EF4-FFF2-40B4-BE49-F238E27FC236}">
                    <a16:creationId xmlns:a16="http://schemas.microsoft.com/office/drawing/2014/main" id="{B92507AE-46AE-4964-9960-6B9F13DEA2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0057" y="5690206"/>
                <a:ext cx="17158" cy="1480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4" name="asset_3169_18">
                <a:extLst>
                  <a:ext uri="{FF2B5EF4-FFF2-40B4-BE49-F238E27FC236}">
                    <a16:creationId xmlns:a16="http://schemas.microsoft.com/office/drawing/2014/main" id="{21412669-D86F-41BF-9854-8673A7B43A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8799" y="5700798"/>
                <a:ext cx="17470" cy="1507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5" name="asset_3169_19">
                <a:extLst>
                  <a:ext uri="{FF2B5EF4-FFF2-40B4-BE49-F238E27FC236}">
                    <a16:creationId xmlns:a16="http://schemas.microsoft.com/office/drawing/2014/main" id="{18845F49-40E0-4979-8196-7BB0122EE0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4745" y="5672793"/>
                <a:ext cx="22335" cy="1927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6" name="asset_3169_20">
                <a:extLst>
                  <a:ext uri="{FF2B5EF4-FFF2-40B4-BE49-F238E27FC236}">
                    <a16:creationId xmlns:a16="http://schemas.microsoft.com/office/drawing/2014/main" id="{8BA970FB-F8BF-465D-ACEF-F8A64996B3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7802" y="5671816"/>
                <a:ext cx="29288" cy="2527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7" name="asset_3169_21">
                <a:extLst>
                  <a:ext uri="{FF2B5EF4-FFF2-40B4-BE49-F238E27FC236}">
                    <a16:creationId xmlns:a16="http://schemas.microsoft.com/office/drawing/2014/main" id="{863D9195-7277-4796-B6C0-AF6A5DEE70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1472" y="5673188"/>
                <a:ext cx="24803" cy="2140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8" name="asset_3169_22">
                <a:extLst>
                  <a:ext uri="{FF2B5EF4-FFF2-40B4-BE49-F238E27FC236}">
                    <a16:creationId xmlns:a16="http://schemas.microsoft.com/office/drawing/2014/main" id="{1844CA8F-C910-4CDF-A9B0-1A512AC9D8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1057" y="5701581"/>
                <a:ext cx="27548" cy="2376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9" name="asset_3169_23">
                <a:extLst>
                  <a:ext uri="{FF2B5EF4-FFF2-40B4-BE49-F238E27FC236}">
                    <a16:creationId xmlns:a16="http://schemas.microsoft.com/office/drawing/2014/main" id="{9C61CC05-A7C0-4F67-9C6B-A6EA651F3D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4932" y="5667506"/>
                <a:ext cx="28421" cy="2452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0" name="asset_3169_24">
                <a:extLst>
                  <a:ext uri="{FF2B5EF4-FFF2-40B4-BE49-F238E27FC236}">
                    <a16:creationId xmlns:a16="http://schemas.microsoft.com/office/drawing/2014/main" id="{C16E94CD-A4FC-4DF0-802B-E0F030CAA4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1286" y="5661727"/>
                <a:ext cx="25293" cy="2182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1" name="asset_3169_25">
                <a:extLst>
                  <a:ext uri="{FF2B5EF4-FFF2-40B4-BE49-F238E27FC236}">
                    <a16:creationId xmlns:a16="http://schemas.microsoft.com/office/drawing/2014/main" id="{D89CEA38-EF8B-419F-BE42-BB7E759CBE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3520" y="5678934"/>
                <a:ext cx="26056" cy="2248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2" name="asset_3169_26">
                <a:extLst>
                  <a:ext uri="{FF2B5EF4-FFF2-40B4-BE49-F238E27FC236}">
                    <a16:creationId xmlns:a16="http://schemas.microsoft.com/office/drawing/2014/main" id="{22C5FE54-CD95-4D6A-91E2-B50CA626D2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8761" y="5717055"/>
                <a:ext cx="20939" cy="1806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3" name="asset_3169_27">
                <a:extLst>
                  <a:ext uri="{FF2B5EF4-FFF2-40B4-BE49-F238E27FC236}">
                    <a16:creationId xmlns:a16="http://schemas.microsoft.com/office/drawing/2014/main" id="{A5BBC8C9-F38F-46F9-862D-20B31FA45F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2469" y="5681666"/>
                <a:ext cx="24125" cy="2081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4" name="asset_3169_28">
                <a:extLst>
                  <a:ext uri="{FF2B5EF4-FFF2-40B4-BE49-F238E27FC236}">
                    <a16:creationId xmlns:a16="http://schemas.microsoft.com/office/drawing/2014/main" id="{6DEB821D-7BBC-42CA-9EB4-375F38C77C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8082" y="5671347"/>
                <a:ext cx="27389" cy="2363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5" name="asset_3169_29">
                <a:extLst>
                  <a:ext uri="{FF2B5EF4-FFF2-40B4-BE49-F238E27FC236}">
                    <a16:creationId xmlns:a16="http://schemas.microsoft.com/office/drawing/2014/main" id="{FDF598C8-970E-42C3-A092-7713F4550E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0795" y="5698579"/>
                <a:ext cx="25648" cy="2213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6" name="asset_3169_30">
                <a:extLst>
                  <a:ext uri="{FF2B5EF4-FFF2-40B4-BE49-F238E27FC236}">
                    <a16:creationId xmlns:a16="http://schemas.microsoft.com/office/drawing/2014/main" id="{705480D7-D08B-4F18-9071-5064E886B8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3067" y="5723084"/>
                <a:ext cx="17688" cy="1526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7" name="asset_3169_31">
                <a:extLst>
                  <a:ext uri="{FF2B5EF4-FFF2-40B4-BE49-F238E27FC236}">
                    <a16:creationId xmlns:a16="http://schemas.microsoft.com/office/drawing/2014/main" id="{014CE5CD-AA4C-4728-A927-75BDB7D6EB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7337" y="5659622"/>
                <a:ext cx="26336" cy="2272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8" name="asset_3169_32">
                <a:extLst>
                  <a:ext uri="{FF2B5EF4-FFF2-40B4-BE49-F238E27FC236}">
                    <a16:creationId xmlns:a16="http://schemas.microsoft.com/office/drawing/2014/main" id="{A5A3AEA9-1144-4C23-9DC3-591DC9485A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6492" y="5666095"/>
                <a:ext cx="23460" cy="2024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9" name="asset_3169_33">
                <a:extLst>
                  <a:ext uri="{FF2B5EF4-FFF2-40B4-BE49-F238E27FC236}">
                    <a16:creationId xmlns:a16="http://schemas.microsoft.com/office/drawing/2014/main" id="{6A473DD0-D2BF-4052-BDC8-81F0070BD6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0503" y="5688799"/>
                <a:ext cx="30840" cy="2661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0" name="asset_3169_34">
                <a:extLst>
                  <a:ext uri="{FF2B5EF4-FFF2-40B4-BE49-F238E27FC236}">
                    <a16:creationId xmlns:a16="http://schemas.microsoft.com/office/drawing/2014/main" id="{69E2B590-65A9-4C0D-BB00-91671B3C7B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6186" y="5705144"/>
                <a:ext cx="22611" cy="1951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1" name="asset_3169_35">
                <a:extLst>
                  <a:ext uri="{FF2B5EF4-FFF2-40B4-BE49-F238E27FC236}">
                    <a16:creationId xmlns:a16="http://schemas.microsoft.com/office/drawing/2014/main" id="{0899C7BE-0A62-4788-936A-CD42627131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0671" y="5685042"/>
                <a:ext cx="19267" cy="1662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2" name="asset_3169_36">
                <a:extLst>
                  <a:ext uri="{FF2B5EF4-FFF2-40B4-BE49-F238E27FC236}">
                    <a16:creationId xmlns:a16="http://schemas.microsoft.com/office/drawing/2014/main" id="{BF17B861-A234-4365-9675-6D07BAF95F7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5827" y="5658297"/>
                <a:ext cx="24486" cy="2112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3" name="asset_3169_37">
                <a:extLst>
                  <a:ext uri="{FF2B5EF4-FFF2-40B4-BE49-F238E27FC236}">
                    <a16:creationId xmlns:a16="http://schemas.microsoft.com/office/drawing/2014/main" id="{C9846221-30BB-473F-AAB2-10622F21B6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2444" y="5679829"/>
                <a:ext cx="19456" cy="1678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4" name="asset_3169_38">
                <a:extLst>
                  <a:ext uri="{FF2B5EF4-FFF2-40B4-BE49-F238E27FC236}">
                    <a16:creationId xmlns:a16="http://schemas.microsoft.com/office/drawing/2014/main" id="{C7A61F7C-4E5E-416D-85C5-1F99BC0969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0936" y="5686210"/>
                <a:ext cx="21405" cy="1846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5" name="asset_3169_39">
                <a:extLst>
                  <a:ext uri="{FF2B5EF4-FFF2-40B4-BE49-F238E27FC236}">
                    <a16:creationId xmlns:a16="http://schemas.microsoft.com/office/drawing/2014/main" id="{820901C6-58B8-4B00-9CD4-88EADA2189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5093" y="5678881"/>
                <a:ext cx="26532" cy="2289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6" name="asset_3169_40">
                <a:extLst>
                  <a:ext uri="{FF2B5EF4-FFF2-40B4-BE49-F238E27FC236}">
                    <a16:creationId xmlns:a16="http://schemas.microsoft.com/office/drawing/2014/main" id="{D5190B12-924B-413E-8F22-80EFE3575D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9701" y="5665168"/>
                <a:ext cx="29465" cy="2542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7" name="asset_3169_41">
                <a:extLst>
                  <a:ext uri="{FF2B5EF4-FFF2-40B4-BE49-F238E27FC236}">
                    <a16:creationId xmlns:a16="http://schemas.microsoft.com/office/drawing/2014/main" id="{56BF34E5-8FCA-4B53-8AC6-690AB1F08D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2658" y="5680582"/>
                <a:ext cx="27660" cy="2386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8" name="asset_3169_42">
                <a:extLst>
                  <a:ext uri="{FF2B5EF4-FFF2-40B4-BE49-F238E27FC236}">
                    <a16:creationId xmlns:a16="http://schemas.microsoft.com/office/drawing/2014/main" id="{BC3A95FE-11EB-46A3-82B2-E77F30EF00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3804" y="5697201"/>
                <a:ext cx="17846" cy="1539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9" name="asset_3169_43">
                <a:extLst>
                  <a:ext uri="{FF2B5EF4-FFF2-40B4-BE49-F238E27FC236}">
                    <a16:creationId xmlns:a16="http://schemas.microsoft.com/office/drawing/2014/main" id="{6274B1C5-2F49-483B-B1A6-C13C50B6CB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2800" y="5690235"/>
                <a:ext cx="21180" cy="1827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0" name="asset_3169_44">
                <a:extLst>
                  <a:ext uri="{FF2B5EF4-FFF2-40B4-BE49-F238E27FC236}">
                    <a16:creationId xmlns:a16="http://schemas.microsoft.com/office/drawing/2014/main" id="{344F2F95-49CF-4FAD-9E79-AE7F3ECFAF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5058" y="5658630"/>
                <a:ext cx="25840" cy="2229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1" name="asset_3169_45">
                <a:extLst>
                  <a:ext uri="{FF2B5EF4-FFF2-40B4-BE49-F238E27FC236}">
                    <a16:creationId xmlns:a16="http://schemas.microsoft.com/office/drawing/2014/main" id="{EECBB973-0CB3-4D74-AE8D-B0C8BFE692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1228" y="5681493"/>
                <a:ext cx="31451" cy="2713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2" name="asset_3169_46">
                <a:extLst>
                  <a:ext uri="{FF2B5EF4-FFF2-40B4-BE49-F238E27FC236}">
                    <a16:creationId xmlns:a16="http://schemas.microsoft.com/office/drawing/2014/main" id="{FCBE00FF-89F3-4164-8706-BAD84898C9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4524" y="5703451"/>
                <a:ext cx="21739" cy="1875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3" name="asset_3169_47">
                <a:extLst>
                  <a:ext uri="{FF2B5EF4-FFF2-40B4-BE49-F238E27FC236}">
                    <a16:creationId xmlns:a16="http://schemas.microsoft.com/office/drawing/2014/main" id="{5CB99B81-C44C-47BC-AF68-5480730AAC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9639" y="5693556"/>
                <a:ext cx="19299" cy="1665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4" name="asset_3169_48">
                <a:extLst>
                  <a:ext uri="{FF2B5EF4-FFF2-40B4-BE49-F238E27FC236}">
                    <a16:creationId xmlns:a16="http://schemas.microsoft.com/office/drawing/2014/main" id="{82825629-CD70-4C90-A1D5-EAAE92C432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1813" y="5667367"/>
                <a:ext cx="17021" cy="1468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5" name="asset_3169_49">
                <a:extLst>
                  <a:ext uri="{FF2B5EF4-FFF2-40B4-BE49-F238E27FC236}">
                    <a16:creationId xmlns:a16="http://schemas.microsoft.com/office/drawing/2014/main" id="{4317C770-EB97-4D60-851B-B0BA0461B4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8530" y="5668919"/>
                <a:ext cx="27524" cy="2374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6" name="asset_3169_50">
                <a:extLst>
                  <a:ext uri="{FF2B5EF4-FFF2-40B4-BE49-F238E27FC236}">
                    <a16:creationId xmlns:a16="http://schemas.microsoft.com/office/drawing/2014/main" id="{D3629979-E2E8-46F5-9ACE-DF5BA1D9ED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1433" y="5689815"/>
                <a:ext cx="17431" cy="1504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7" name="asset_3169_51">
                <a:extLst>
                  <a:ext uri="{FF2B5EF4-FFF2-40B4-BE49-F238E27FC236}">
                    <a16:creationId xmlns:a16="http://schemas.microsoft.com/office/drawing/2014/main" id="{B63C95D7-848B-47B5-B5D5-35D9C2764E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57778"/>
                <a:ext cx="125096" cy="109062"/>
              </a:xfrm>
              <a:custGeom>
                <a:avLst/>
                <a:gdLst/>
                <a:ahLst/>
                <a:cxnLst/>
                <a:rect l="0" t="0" r="0" b="0"/>
                <a:pathLst>
                  <a:path w="125096" h="109062">
                    <a:moveTo>
                      <a:pt x="0" y="0"/>
                    </a:moveTo>
                    <a:lnTo>
                      <a:pt x="125096" y="0"/>
                    </a:lnTo>
                    <a:lnTo>
                      <a:pt x="125096" y="109062"/>
                    </a:lnTo>
                    <a:lnTo>
                      <a:pt x="0" y="109062"/>
                    </a:lnTo>
                    <a:close/>
                  </a:path>
                </a:pathLst>
              </a:custGeom>
              <a:noFill/>
              <a:ln w="3600">
                <a:solidFill>
                  <a:srgbClr val="8AB3D9"/>
                </a:solidFill>
              </a:ln>
            </p:spPr>
          </p:sp>
        </p:grpSp>
        <p:sp>
          <p:nvSpPr>
            <p:cNvPr id="3296" name="Text | Default · PocketXMol"/>
            <p:cNvSpPr txBox="1"/>
            <p:nvPr/>
          </p:nvSpPr>
          <p:spPr>
            <a:xfrm>
              <a:off x="2401335" y="5600925"/>
              <a:ext cx="1120324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946019"/>
                  </a:solidFill>
                  <a:latin typeface="Arial"/>
                  <a:ea typeface="Arial"/>
                  <a:cs typeface="Arial"/>
                </a:rPr>
                <a:t>Default · PocketXMol</a:t>
              </a:r>
              <a:endParaRPr lang="en-US" sz="724"/>
            </a:p>
          </p:txBody>
        </p:sp>
        <p:sp>
          <p:nvSpPr>
            <p:cNvPr id="3297" name="Text | Density-conditioned fine-tuning"/>
            <p:cNvSpPr txBox="1"/>
            <p:nvPr/>
          </p:nvSpPr>
          <p:spPr>
            <a:xfrm>
              <a:off x="2401335" y="5709330"/>
              <a:ext cx="127186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Density-conditioned fine-tuning</a:t>
              </a:r>
              <a:endParaRPr lang="en-US" sz="621"/>
            </a:p>
          </p:txBody>
        </p:sp>
        <p:sp>
          <p:nvSpPr>
            <p:cNvPr id="3298" name="d | Route card: Docking tools"/>
            <p:cNvSpPr/>
            <p:nvPr/>
          </p:nvSpPr>
          <p:spPr>
            <a:xfrm>
              <a:off x="2141820" y="5876865"/>
              <a:ext cx="1514385" cy="233235"/>
            </a:xfrm>
            <a:prstGeom prst="roundRect">
              <a:avLst>
                <a:gd name="adj" fmla="val 9859"/>
              </a:avLst>
            </a:prstGeom>
            <a:solidFill>
              <a:srgbClr val="F7F9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299" name="Text | Docking tools"/>
            <p:cNvSpPr txBox="1"/>
            <p:nvPr/>
          </p:nvSpPr>
          <p:spPr>
            <a:xfrm>
              <a:off x="2214090" y="5883435"/>
              <a:ext cx="73893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Docking tools</a:t>
              </a:r>
              <a:endParaRPr lang="en-US" sz="724"/>
            </a:p>
          </p:txBody>
        </p:sp>
        <p:sp>
          <p:nvSpPr>
            <p:cNvPr id="3300" name="Text | Vina · DiffDock · EMERALD"/>
            <p:cNvSpPr txBox="1"/>
            <p:nvPr/>
          </p:nvSpPr>
          <p:spPr>
            <a:xfrm>
              <a:off x="2214090" y="5988555"/>
              <a:ext cx="1107334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Vina · DiffDock · EMERALD</a:t>
              </a:r>
              <a:endParaRPr lang="en-US" sz="647"/>
            </a:p>
          </p:txBody>
        </p:sp>
        <p:grpSp>
          <p:nvGrpSpPr>
            <p:cNvPr id="3307" name="d | All-atom ligand pose: local receptor environment"/>
            <p:cNvGrpSpPr/>
            <p:nvPr/>
          </p:nvGrpSpPr>
          <p:grpSpPr>
            <a:xfrm>
              <a:off x="4251809" y="5604959"/>
              <a:ext cx="702691" cy="463459"/>
              <a:chOff x="4251809" y="5604959"/>
              <a:chExt cx="702691" cy="463459"/>
            </a:xfrm>
          </p:grpSpPr>
          <p:sp>
            <p:nvSpPr>
              <p:cNvPr id="3308" name="ellipse_3111"/>
              <p:cNvSpPr/>
              <p:nvPr/>
            </p:nvSpPr>
            <p:spPr>
              <a:xfrm>
                <a:off x="4362855" y="5697772"/>
                <a:ext cx="43194" cy="431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9" name="ellipse_3112"/>
              <p:cNvSpPr/>
              <p:nvPr/>
            </p:nvSpPr>
            <p:spPr>
              <a:xfrm>
                <a:off x="4254062" y="5750681"/>
                <a:ext cx="40460" cy="4046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0" name="ellipse_3113"/>
              <p:cNvSpPr/>
              <p:nvPr/>
            </p:nvSpPr>
            <p:spPr>
              <a:xfrm>
                <a:off x="4584744" y="6016753"/>
                <a:ext cx="51665" cy="516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1" name="ellipse_3114"/>
              <p:cNvSpPr/>
              <p:nvPr/>
            </p:nvSpPr>
            <p:spPr>
              <a:xfrm>
                <a:off x="4730684" y="5898125"/>
                <a:ext cx="53618" cy="5361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2" name="ellipse_3115"/>
              <p:cNvSpPr/>
              <p:nvPr/>
            </p:nvSpPr>
            <p:spPr>
              <a:xfrm>
                <a:off x="4311526" y="5822073"/>
                <a:ext cx="48720" cy="48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3" name="ellipse_3116"/>
              <p:cNvSpPr/>
              <p:nvPr/>
            </p:nvSpPr>
            <p:spPr>
              <a:xfrm>
                <a:off x="4251809" y="5817323"/>
                <a:ext cx="40774" cy="407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4" name="ellipse_3117"/>
              <p:cNvSpPr/>
              <p:nvPr/>
            </p:nvSpPr>
            <p:spPr>
              <a:xfrm>
                <a:off x="4350782" y="5771975"/>
                <a:ext cx="48903" cy="48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5" name="ellipse_3118"/>
              <p:cNvSpPr/>
              <p:nvPr/>
            </p:nvSpPr>
            <p:spPr>
              <a:xfrm>
                <a:off x="4378359" y="5716259"/>
                <a:ext cx="53942" cy="5394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6" name="ellipse_3119"/>
              <p:cNvSpPr/>
              <p:nvPr/>
            </p:nvSpPr>
            <p:spPr>
              <a:xfrm>
                <a:off x="4475330" y="5970274"/>
                <a:ext cx="39922" cy="39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7" name="ellipse_3120"/>
              <p:cNvSpPr/>
              <p:nvPr/>
            </p:nvSpPr>
            <p:spPr>
              <a:xfrm>
                <a:off x="4343602" y="5746762"/>
                <a:ext cx="35373" cy="353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8" name="ellipse_3121"/>
              <p:cNvSpPr/>
              <p:nvPr/>
            </p:nvSpPr>
            <p:spPr>
              <a:xfrm>
                <a:off x="4542880" y="6021945"/>
                <a:ext cx="42386" cy="42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9" name="ellipse_3122"/>
              <p:cNvSpPr/>
              <p:nvPr/>
            </p:nvSpPr>
            <p:spPr>
              <a:xfrm>
                <a:off x="4415896" y="5687872"/>
                <a:ext cx="45929" cy="4592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0" name="ellipse_3123"/>
              <p:cNvSpPr/>
              <p:nvPr/>
            </p:nvSpPr>
            <p:spPr>
              <a:xfrm>
                <a:off x="4326366" y="5782253"/>
                <a:ext cx="43224" cy="4322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1" name="ellipse_3124"/>
              <p:cNvSpPr/>
              <p:nvPr/>
            </p:nvSpPr>
            <p:spPr>
              <a:xfrm>
                <a:off x="4513181" y="5949412"/>
                <a:ext cx="47537" cy="47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2" name="ellipse_3125"/>
              <p:cNvSpPr/>
              <p:nvPr/>
            </p:nvSpPr>
            <p:spPr>
              <a:xfrm>
                <a:off x="4560468" y="6001152"/>
                <a:ext cx="52141" cy="521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3" name="ellipse_3126"/>
              <p:cNvSpPr/>
              <p:nvPr/>
            </p:nvSpPr>
            <p:spPr>
              <a:xfrm>
                <a:off x="4837273" y="5874703"/>
                <a:ext cx="46037" cy="460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4" name="ellipse_3127"/>
              <p:cNvSpPr/>
              <p:nvPr/>
            </p:nvSpPr>
            <p:spPr>
              <a:xfrm>
                <a:off x="4767228" y="5975183"/>
                <a:ext cx="44185" cy="4418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5" name="ellipse_3128"/>
              <p:cNvSpPr/>
              <p:nvPr/>
            </p:nvSpPr>
            <p:spPr>
              <a:xfrm>
                <a:off x="4808629" y="5826107"/>
                <a:ext cx="37764" cy="377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6" name="ellipse_3129"/>
              <p:cNvSpPr/>
              <p:nvPr/>
            </p:nvSpPr>
            <p:spPr>
              <a:xfrm>
                <a:off x="4364241" y="5926971"/>
                <a:ext cx="45776" cy="4577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7" name="ellipse_3130"/>
              <p:cNvSpPr/>
              <p:nvPr/>
            </p:nvSpPr>
            <p:spPr>
              <a:xfrm>
                <a:off x="4694360" y="5927618"/>
                <a:ext cx="46623" cy="46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8" name="ellipse_3131"/>
              <p:cNvSpPr/>
              <p:nvPr/>
            </p:nvSpPr>
            <p:spPr>
              <a:xfrm>
                <a:off x="4816164" y="5757658"/>
                <a:ext cx="48115" cy="48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9" name="ellipse_3132"/>
              <p:cNvSpPr/>
              <p:nvPr/>
            </p:nvSpPr>
            <p:spPr>
              <a:xfrm>
                <a:off x="4496341" y="6016055"/>
                <a:ext cx="35569" cy="3556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0" name="ellipse_3133"/>
              <p:cNvSpPr/>
              <p:nvPr/>
            </p:nvSpPr>
            <p:spPr>
              <a:xfrm>
                <a:off x="4786774" y="5747820"/>
                <a:ext cx="45568" cy="4556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1" name="ellipse_3134"/>
              <p:cNvSpPr/>
              <p:nvPr/>
            </p:nvSpPr>
            <p:spPr>
              <a:xfrm>
                <a:off x="4638700" y="5950146"/>
                <a:ext cx="52109" cy="52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2" name="ellipse_3135"/>
              <p:cNvSpPr/>
              <p:nvPr/>
            </p:nvSpPr>
            <p:spPr>
              <a:xfrm>
                <a:off x="4349735" y="5807537"/>
                <a:ext cx="36271" cy="3627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3" name="ellipse_3136"/>
              <p:cNvSpPr/>
              <p:nvPr/>
            </p:nvSpPr>
            <p:spPr>
              <a:xfrm>
                <a:off x="4578702" y="5947602"/>
                <a:ext cx="34493" cy="344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4" name="ellipse_3137"/>
              <p:cNvSpPr/>
              <p:nvPr/>
            </p:nvSpPr>
            <p:spPr>
              <a:xfrm>
                <a:off x="4464372" y="5692031"/>
                <a:ext cx="36230" cy="362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5" name="ellipse_3138"/>
              <p:cNvSpPr/>
              <p:nvPr/>
            </p:nvSpPr>
            <p:spPr>
              <a:xfrm>
                <a:off x="4619301" y="5637981"/>
                <a:ext cx="39572" cy="39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6" name="ellipse_3139"/>
              <p:cNvSpPr/>
              <p:nvPr/>
            </p:nvSpPr>
            <p:spPr>
              <a:xfrm>
                <a:off x="4696119" y="5653563"/>
                <a:ext cx="34035" cy="340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7" name="ellipse_3140"/>
              <p:cNvSpPr/>
              <p:nvPr/>
            </p:nvSpPr>
            <p:spPr>
              <a:xfrm>
                <a:off x="4811179" y="5853695"/>
                <a:ext cx="46078" cy="46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8" name="ellipse_3141"/>
              <p:cNvSpPr/>
              <p:nvPr/>
            </p:nvSpPr>
            <p:spPr>
              <a:xfrm>
                <a:off x="4824542" y="5769972"/>
                <a:ext cx="53249" cy="53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9" name="ellipse_3142"/>
              <p:cNvSpPr/>
              <p:nvPr/>
            </p:nvSpPr>
            <p:spPr>
              <a:xfrm>
                <a:off x="4574454" y="5996396"/>
                <a:ext cx="35384" cy="353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0" name="ellipse_3143"/>
              <p:cNvSpPr/>
              <p:nvPr/>
            </p:nvSpPr>
            <p:spPr>
              <a:xfrm>
                <a:off x="4827644" y="5914219"/>
                <a:ext cx="49988" cy="499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1" name="ellipse_3144"/>
              <p:cNvSpPr/>
              <p:nvPr/>
            </p:nvSpPr>
            <p:spPr>
              <a:xfrm>
                <a:off x="4795129" y="5876776"/>
                <a:ext cx="32865" cy="32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2" name="ellipse_3145"/>
              <p:cNvSpPr/>
              <p:nvPr/>
            </p:nvSpPr>
            <p:spPr>
              <a:xfrm>
                <a:off x="4842496" y="5817715"/>
                <a:ext cx="39467" cy="394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3" name="ellipse_3146"/>
              <p:cNvSpPr/>
              <p:nvPr/>
            </p:nvSpPr>
            <p:spPr>
              <a:xfrm>
                <a:off x="4482203" y="5622045"/>
                <a:ext cx="33614" cy="336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4" name="ellipse_3147"/>
              <p:cNvSpPr/>
              <p:nvPr/>
            </p:nvSpPr>
            <p:spPr>
              <a:xfrm>
                <a:off x="4293194" y="5706321"/>
                <a:ext cx="32662" cy="32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5" name="ellipse_3148"/>
              <p:cNvSpPr/>
              <p:nvPr/>
            </p:nvSpPr>
            <p:spPr>
              <a:xfrm>
                <a:off x="4330162" y="5914429"/>
                <a:ext cx="49267" cy="49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6" name="ellipse_3149"/>
              <p:cNvSpPr/>
              <p:nvPr/>
            </p:nvSpPr>
            <p:spPr>
              <a:xfrm>
                <a:off x="4280067" y="5808389"/>
                <a:ext cx="46519" cy="465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7" name="ellipse_3150"/>
              <p:cNvSpPr/>
              <p:nvPr/>
            </p:nvSpPr>
            <p:spPr>
              <a:xfrm>
                <a:off x="4922072" y="5820714"/>
                <a:ext cx="32428" cy="32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8" name="ellipse_3151"/>
              <p:cNvSpPr/>
              <p:nvPr/>
            </p:nvSpPr>
            <p:spPr>
              <a:xfrm>
                <a:off x="4619740" y="5674277"/>
                <a:ext cx="51902" cy="51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9" name="ellipse_3152"/>
              <p:cNvSpPr/>
              <p:nvPr/>
            </p:nvSpPr>
            <p:spPr>
              <a:xfrm>
                <a:off x="4759279" y="5908135"/>
                <a:ext cx="32240" cy="322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0" name="ellipse_3153"/>
              <p:cNvSpPr/>
              <p:nvPr/>
            </p:nvSpPr>
            <p:spPr>
              <a:xfrm>
                <a:off x="4732949" y="5945689"/>
                <a:ext cx="40700" cy="407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1" name="ellipse_3154"/>
              <p:cNvSpPr/>
              <p:nvPr/>
            </p:nvSpPr>
            <p:spPr>
              <a:xfrm>
                <a:off x="4743845" y="5963904"/>
                <a:ext cx="32597" cy="32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2" name="ellipse_3155"/>
              <p:cNvSpPr/>
              <p:nvPr/>
            </p:nvSpPr>
            <p:spPr>
              <a:xfrm>
                <a:off x="4570184" y="5631774"/>
                <a:ext cx="40245" cy="40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3" name="ellipse_3156"/>
              <p:cNvSpPr/>
              <p:nvPr/>
            </p:nvSpPr>
            <p:spPr>
              <a:xfrm>
                <a:off x="4752643" y="5910958"/>
                <a:ext cx="38199" cy="3819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4" name="ellipse_3157"/>
              <p:cNvSpPr/>
              <p:nvPr/>
            </p:nvSpPr>
            <p:spPr>
              <a:xfrm>
                <a:off x="4647344" y="5968018"/>
                <a:ext cx="43659" cy="4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5" name="ellipse_3158"/>
              <p:cNvSpPr/>
              <p:nvPr/>
            </p:nvSpPr>
            <p:spPr>
              <a:xfrm>
                <a:off x="4542983" y="5948377"/>
                <a:ext cx="43376" cy="43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6" name="ellipse_3159"/>
              <p:cNvSpPr/>
              <p:nvPr/>
            </p:nvSpPr>
            <p:spPr>
              <a:xfrm>
                <a:off x="4303018" y="5853041"/>
                <a:ext cx="51967" cy="519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7" name="ellipse_3160"/>
              <p:cNvSpPr/>
              <p:nvPr/>
            </p:nvSpPr>
            <p:spPr>
              <a:xfrm>
                <a:off x="4703787" y="5688348"/>
                <a:ext cx="48718" cy="487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8" name="ellipse_3161"/>
              <p:cNvSpPr/>
              <p:nvPr/>
            </p:nvSpPr>
            <p:spPr>
              <a:xfrm>
                <a:off x="4303604" y="5737757"/>
                <a:ext cx="41872" cy="41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9" name="ellipse_3162"/>
              <p:cNvSpPr/>
              <p:nvPr/>
            </p:nvSpPr>
            <p:spPr>
              <a:xfrm>
                <a:off x="4675918" y="5701264"/>
                <a:ext cx="44485" cy="444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0" name="ellipse_3163"/>
              <p:cNvSpPr/>
              <p:nvPr/>
            </p:nvSpPr>
            <p:spPr>
              <a:xfrm>
                <a:off x="4302443" y="5872605"/>
                <a:ext cx="37728" cy="377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1" name="ellipse_3164"/>
              <p:cNvSpPr/>
              <p:nvPr/>
            </p:nvSpPr>
            <p:spPr>
              <a:xfrm>
                <a:off x="4580943" y="5993816"/>
                <a:ext cx="32497" cy="324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2" name="ellipse_3165"/>
              <p:cNvSpPr/>
              <p:nvPr/>
            </p:nvSpPr>
            <p:spPr>
              <a:xfrm>
                <a:off x="4684525" y="5936268"/>
                <a:ext cx="35204" cy="352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3" name="ellipse_3166"/>
              <p:cNvSpPr/>
              <p:nvPr/>
            </p:nvSpPr>
            <p:spPr>
              <a:xfrm>
                <a:off x="4520025" y="5683904"/>
                <a:ext cx="45153" cy="451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4" name="ellipse_3167"/>
              <p:cNvSpPr/>
              <p:nvPr/>
            </p:nvSpPr>
            <p:spPr>
              <a:xfrm>
                <a:off x="4620771" y="5631136"/>
                <a:ext cx="41654" cy="416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5" name="ellipse_3168"/>
              <p:cNvSpPr/>
              <p:nvPr/>
            </p:nvSpPr>
            <p:spPr>
              <a:xfrm>
                <a:off x="4765501" y="5877700"/>
                <a:ext cx="45481" cy="4548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6" name="ellipse_3169"/>
              <p:cNvSpPr/>
              <p:nvPr/>
            </p:nvSpPr>
            <p:spPr>
              <a:xfrm>
                <a:off x="4519199" y="5968230"/>
                <a:ext cx="50926" cy="5092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7" name="ellipse_3170"/>
              <p:cNvSpPr/>
              <p:nvPr/>
            </p:nvSpPr>
            <p:spPr>
              <a:xfrm>
                <a:off x="4554053" y="5682892"/>
                <a:ext cx="36938" cy="36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8" name="ellipse_3171"/>
              <p:cNvSpPr/>
              <p:nvPr/>
            </p:nvSpPr>
            <p:spPr>
              <a:xfrm>
                <a:off x="4390264" y="5749764"/>
                <a:ext cx="44541" cy="445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9" name="ellipse_3172"/>
              <p:cNvSpPr/>
              <p:nvPr/>
            </p:nvSpPr>
            <p:spPr>
              <a:xfrm>
                <a:off x="4741663" y="5953659"/>
                <a:ext cx="36584" cy="365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0" name="ellipse_3173"/>
              <p:cNvSpPr/>
              <p:nvPr/>
            </p:nvSpPr>
            <p:spPr>
              <a:xfrm>
                <a:off x="4376282" y="5861415"/>
                <a:ext cx="47001" cy="470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1" name="ellipse_3174"/>
              <p:cNvSpPr/>
              <p:nvPr/>
            </p:nvSpPr>
            <p:spPr>
              <a:xfrm>
                <a:off x="4906166" y="5765347"/>
                <a:ext cx="42589" cy="42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2" name="ellipse_3175"/>
              <p:cNvSpPr/>
              <p:nvPr/>
            </p:nvSpPr>
            <p:spPr>
              <a:xfrm>
                <a:off x="4746967" y="5667445"/>
                <a:ext cx="33221" cy="332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3" name="ellipse_3176"/>
              <p:cNvSpPr/>
              <p:nvPr/>
            </p:nvSpPr>
            <p:spPr>
              <a:xfrm>
                <a:off x="4639435" y="5985774"/>
                <a:ext cx="47949" cy="479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4" name="ellipse_3177"/>
              <p:cNvSpPr/>
              <p:nvPr/>
            </p:nvSpPr>
            <p:spPr>
              <a:xfrm>
                <a:off x="4585890" y="5608315"/>
                <a:ext cx="44872" cy="44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5" name="ellipse_3178"/>
              <p:cNvSpPr/>
              <p:nvPr/>
            </p:nvSpPr>
            <p:spPr>
              <a:xfrm>
                <a:off x="4285718" y="5915052"/>
                <a:ext cx="44261" cy="44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6" name="ellipse_3179"/>
              <p:cNvSpPr/>
              <p:nvPr/>
            </p:nvSpPr>
            <p:spPr>
              <a:xfrm>
                <a:off x="4848838" y="5808297"/>
                <a:ext cx="32891" cy="3289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7" name="ellipse_3180"/>
              <p:cNvSpPr/>
              <p:nvPr/>
            </p:nvSpPr>
            <p:spPr>
              <a:xfrm>
                <a:off x="4862276" y="5922551"/>
                <a:ext cx="46756" cy="46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8" name="ellipse_3181"/>
              <p:cNvSpPr/>
              <p:nvPr/>
            </p:nvSpPr>
            <p:spPr>
              <a:xfrm>
                <a:off x="4626532" y="5604959"/>
                <a:ext cx="49755" cy="4975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9" name="ellipse_3182"/>
              <p:cNvSpPr/>
              <p:nvPr/>
            </p:nvSpPr>
            <p:spPr>
              <a:xfrm>
                <a:off x="4412035" y="5697300"/>
                <a:ext cx="48163" cy="4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0" name="ellipse_3183"/>
              <p:cNvSpPr/>
              <p:nvPr/>
            </p:nvSpPr>
            <p:spPr>
              <a:xfrm>
                <a:off x="4818754" y="5804046"/>
                <a:ext cx="39243" cy="392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1" name="ellipse_3184"/>
              <p:cNvSpPr/>
              <p:nvPr/>
            </p:nvSpPr>
            <p:spPr>
              <a:xfrm>
                <a:off x="4258472" y="5877618"/>
                <a:ext cx="39892" cy="3989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2" name="ellipse_3185"/>
              <p:cNvSpPr/>
              <p:nvPr/>
            </p:nvSpPr>
            <p:spPr>
              <a:xfrm>
                <a:off x="4307946" y="5944467"/>
                <a:ext cx="49983" cy="49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3" name="ellipse_3186"/>
              <p:cNvSpPr/>
              <p:nvPr/>
            </p:nvSpPr>
            <p:spPr>
              <a:xfrm>
                <a:off x="4730281" y="5684151"/>
                <a:ext cx="47059" cy="47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4" name="ellipse_3187"/>
              <p:cNvSpPr/>
              <p:nvPr/>
            </p:nvSpPr>
            <p:spPr>
              <a:xfrm>
                <a:off x="4648054" y="5613386"/>
                <a:ext cx="31827" cy="3182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5" name="ellipse_3188"/>
              <p:cNvSpPr/>
              <p:nvPr/>
            </p:nvSpPr>
            <p:spPr>
              <a:xfrm>
                <a:off x="4339228" y="5660392"/>
                <a:ext cx="44901" cy="4490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6" name="ellipse_3189"/>
              <p:cNvSpPr/>
              <p:nvPr/>
            </p:nvSpPr>
            <p:spPr>
              <a:xfrm>
                <a:off x="4354668" y="5801749"/>
                <a:ext cx="50572" cy="50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7" name="ellipse_3190"/>
              <p:cNvSpPr/>
              <p:nvPr/>
            </p:nvSpPr>
            <p:spPr>
              <a:xfrm>
                <a:off x="4312921" y="5796559"/>
                <a:ext cx="40925" cy="40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8" name="ellipse_3191"/>
              <p:cNvSpPr/>
              <p:nvPr/>
            </p:nvSpPr>
            <p:spPr>
              <a:xfrm>
                <a:off x="4592726" y="5978423"/>
                <a:ext cx="35441" cy="3544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9" name="ellipse_3192"/>
              <p:cNvSpPr/>
              <p:nvPr/>
            </p:nvSpPr>
            <p:spPr>
              <a:xfrm>
                <a:off x="4400863" y="5963283"/>
                <a:ext cx="40231" cy="4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0" name="ellipse_3193"/>
              <p:cNvSpPr/>
              <p:nvPr/>
            </p:nvSpPr>
            <p:spPr>
              <a:xfrm>
                <a:off x="4299166" y="5719874"/>
                <a:ext cx="41687" cy="416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1" name="ellipse_3194"/>
              <p:cNvSpPr/>
              <p:nvPr/>
            </p:nvSpPr>
            <p:spPr>
              <a:xfrm>
                <a:off x="4574590" y="5664426"/>
                <a:ext cx="36432" cy="3643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2" name="ellipse_3195"/>
              <p:cNvSpPr/>
              <p:nvPr/>
            </p:nvSpPr>
            <p:spPr>
              <a:xfrm>
                <a:off x="4714781" y="5706746"/>
                <a:ext cx="49809" cy="498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3393" name="Ligand identity | illustrative molecular graph"/>
              <p:cNvGrpSpPr/>
              <p:nvPr/>
            </p:nvGrpSpPr>
            <p:grpSpPr>
              <a:xfrm>
                <a:off x="4471951" y="5748405"/>
                <a:ext cx="309662" cy="197297"/>
                <a:chOff x="4471951" y="5748405"/>
                <a:chExt cx="309662" cy="197297"/>
              </a:xfrm>
            </p:grpSpPr>
            <p:cxnSp>
              <p:nvCxnSpPr>
                <p:cNvPr id="3394" name="path_3196"/>
                <p:cNvCxnSpPr/>
                <p:nvPr/>
              </p:nvCxnSpPr>
              <p:spPr>
                <a:xfrm flipH="1">
                  <a:off x="4564393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5" name="path_3197"/>
                <p:cNvCxnSpPr/>
                <p:nvPr/>
              </p:nvCxnSpPr>
              <p:spPr>
                <a:xfrm flipH="1" flipV="1">
                  <a:off x="4485091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6" name="path_3198"/>
                <p:cNvCxnSpPr/>
                <p:nvPr/>
              </p:nvCxnSpPr>
              <p:spPr>
                <a:xfrm flipV="1">
                  <a:off x="4485091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7" name="path_3199"/>
                <p:cNvCxnSpPr/>
                <p:nvPr/>
              </p:nvCxnSpPr>
              <p:spPr>
                <a:xfrm flipV="1">
                  <a:off x="4485091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8" name="path_3200"/>
                <p:cNvCxnSpPr/>
                <p:nvPr/>
              </p:nvCxnSpPr>
              <p:spPr>
                <a:xfrm>
                  <a:off x="4564393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9" name="path_3201"/>
                <p:cNvCxnSpPr/>
                <p:nvPr/>
              </p:nvCxnSpPr>
              <p:spPr>
                <a:xfrm>
                  <a:off x="4643694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0" name="path_3202"/>
                <p:cNvCxnSpPr/>
                <p:nvPr/>
              </p:nvCxnSpPr>
              <p:spPr>
                <a:xfrm flipV="1">
                  <a:off x="4643694" y="5781797"/>
                  <a:ext cx="70872" cy="108011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1" name="path_3203"/>
                <p:cNvCxnSpPr/>
                <p:nvPr/>
              </p:nvCxnSpPr>
              <p:spPr>
                <a:xfrm>
                  <a:off x="4714566" y="5781797"/>
                  <a:ext cx="51279" cy="47255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02" name="ellipse_3204"/>
                <p:cNvSpPr/>
                <p:nvPr/>
              </p:nvSpPr>
              <p:spPr>
                <a:xfrm>
                  <a:off x="4630554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3" name="ellipse_3205"/>
                <p:cNvSpPr/>
                <p:nvPr/>
              </p:nvSpPr>
              <p:spPr>
                <a:xfrm>
                  <a:off x="4551253" y="5919422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4" name="ellipse_3206"/>
                <p:cNvSpPr/>
                <p:nvPr/>
              </p:nvSpPr>
              <p:spPr>
                <a:xfrm>
                  <a:off x="4471951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5" name="ellipse_3207"/>
                <p:cNvSpPr/>
                <p:nvPr/>
              </p:nvSpPr>
              <p:spPr>
                <a:xfrm>
                  <a:off x="4471951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6" name="ellipse_3208"/>
                <p:cNvSpPr/>
                <p:nvPr/>
              </p:nvSpPr>
              <p:spPr>
                <a:xfrm>
                  <a:off x="4551253" y="5748405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7" name="ellipse_3209"/>
                <p:cNvSpPr/>
                <p:nvPr/>
              </p:nvSpPr>
              <p:spPr>
                <a:xfrm>
                  <a:off x="4630554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8" name="ellipse_3210"/>
                <p:cNvSpPr/>
                <p:nvPr/>
              </p:nvSpPr>
              <p:spPr>
                <a:xfrm>
                  <a:off x="4698798" y="5766029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9" name="ellipse_3211"/>
                <p:cNvSpPr/>
                <p:nvPr/>
              </p:nvSpPr>
              <p:spPr>
                <a:xfrm>
                  <a:off x="4750077" y="5813284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8E2E4"/>
                    </a:gs>
                    <a:gs pos="43000">
                      <a:srgbClr val="DC767B"/>
                    </a:gs>
                    <a:gs pos="100000">
                      <a:srgbClr val="B4434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</p:grpSp>
        <p:sp>
          <p:nvSpPr>
            <p:cNvPr id="3410" name="Text | All-atom ligand pose"/>
            <p:cNvSpPr txBox="1"/>
            <p:nvPr/>
          </p:nvSpPr>
          <p:spPr>
            <a:xfrm>
              <a:off x="4090568" y="6054255"/>
              <a:ext cx="1062854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All-atom ligand pose</a:t>
              </a:r>
              <a:endParaRPr lang="en-US" sz="698"/>
            </a:p>
          </p:txBody>
        </p:sp>
        <p:sp>
          <p:nvSpPr>
            <p:cNvPr id="5846" name="Build inputs | shared junction"/>
            <p:cNvSpPr/>
            <p:nvPr/>
          </p:nvSpPr>
          <p:spPr>
            <a:xfrm>
              <a:off x="1836000" y="5844600"/>
              <a:ext cx="151200" cy="36"/>
            </a:xfrm>
            <a:custGeom>
              <a:avLst/>
              <a:gdLst/>
              <a:ahLst/>
              <a:cxnLst/>
              <a:rect l="0" t="0" r="r" b="b"/>
              <a:pathLst>
                <a:path w="151200" h="36" fill="none">
                  <a:moveTo>
                    <a:pt x="0" y="0"/>
                  </a:moveTo>
                  <a:lnTo>
                    <a:pt x="15120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49" name="Build inputs → default PocketXMol | editable route"/>
            <p:cNvGrpSpPr/>
            <p:nvPr/>
          </p:nvGrpSpPr>
          <p:grpSpPr>
            <a:xfrm>
              <a:off x="1987200" y="5702400"/>
              <a:ext cx="154440" cy="142200"/>
              <a:chOff x="1987200" y="5702400"/>
              <a:chExt cx="154440" cy="142200"/>
            </a:xfrm>
          </p:grpSpPr>
          <p:sp>
            <p:nvSpPr>
              <p:cNvPr id="5847" name="Build inputs → default PocketXMol"/>
              <p:cNvSpPr/>
              <p:nvPr/>
            </p:nvSpPr>
            <p:spPr>
              <a:xfrm>
                <a:off x="1987200" y="5712480"/>
                <a:ext cx="128520" cy="13212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32120" fill="none">
                    <a:moveTo>
                      <a:pt x="0" y="132120"/>
                    </a:moveTo>
                    <a:lnTo>
                      <a:pt x="0" y="0"/>
                    </a:lnTo>
                    <a:lnTo>
                      <a:pt x="12852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48" name="Build inputs → default PocketXMol | arrowhead"/>
              <p:cNvSpPr/>
              <p:nvPr/>
            </p:nvSpPr>
            <p:spPr>
              <a:xfrm>
                <a:off x="2115720" y="570240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grpSp>
          <p:nvGrpSpPr>
            <p:cNvPr id="5852" name="Build inputs → docking tools | editable route"/>
            <p:cNvGrpSpPr/>
            <p:nvPr/>
          </p:nvGrpSpPr>
          <p:grpSpPr>
            <a:xfrm>
              <a:off x="1987200" y="5844600"/>
              <a:ext cx="154440" cy="159120"/>
              <a:chOff x="1987200" y="5844600"/>
              <a:chExt cx="154440" cy="159120"/>
            </a:xfrm>
          </p:grpSpPr>
          <p:sp>
            <p:nvSpPr>
              <p:cNvPr id="5850" name="Build inputs → docking tools"/>
              <p:cNvSpPr/>
              <p:nvPr/>
            </p:nvSpPr>
            <p:spPr>
              <a:xfrm>
                <a:off x="1987200" y="5844600"/>
                <a:ext cx="128520" cy="14904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49040" fill="none">
                    <a:moveTo>
                      <a:pt x="0" y="0"/>
                    </a:moveTo>
                    <a:lnTo>
                      <a:pt x="0" y="149040"/>
                    </a:lnTo>
                    <a:lnTo>
                      <a:pt x="128520" y="14904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1" name="Build inputs → docking tools | arrowhead"/>
              <p:cNvSpPr/>
              <p:nvPr/>
            </p:nvSpPr>
            <p:spPr>
              <a:xfrm>
                <a:off x="2115720" y="598356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sp>
          <p:nvSpPr>
            <p:cNvPr id="5853" name="Default PocketXMol → pose merge"/>
            <p:cNvSpPr/>
            <p:nvPr/>
          </p:nvSpPr>
          <p:spPr>
            <a:xfrm>
              <a:off x="3656160" y="5712480"/>
              <a:ext cx="145440" cy="137520"/>
            </a:xfrm>
            <a:custGeom>
              <a:avLst/>
              <a:gdLst/>
              <a:ahLst/>
              <a:cxnLst/>
              <a:rect l="0" t="0" r="r" b="b"/>
              <a:pathLst>
                <a:path w="145440" h="137520" fill="none">
                  <a:moveTo>
                    <a:pt x="0" y="0"/>
                  </a:moveTo>
                  <a:lnTo>
                    <a:pt x="145440" y="0"/>
                  </a:lnTo>
                  <a:lnTo>
                    <a:pt x="145440" y="13752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sp>
          <p:nvSpPr>
            <p:cNvPr id="5854" name="Docking tools → pose merge"/>
            <p:cNvSpPr/>
            <p:nvPr/>
          </p:nvSpPr>
          <p:spPr>
            <a:xfrm>
              <a:off x="3656160" y="5850000"/>
              <a:ext cx="145440" cy="143640"/>
            </a:xfrm>
            <a:custGeom>
              <a:avLst/>
              <a:gdLst/>
              <a:ahLst/>
              <a:cxnLst/>
              <a:rect l="0" t="0" r="r" b="b"/>
              <a:pathLst>
                <a:path w="145440" h="143640" fill="none">
                  <a:moveTo>
                    <a:pt x="0" y="143640"/>
                  </a:moveTo>
                  <a:lnTo>
                    <a:pt x="145440" y="143640"/>
                  </a:lnTo>
                  <a:lnTo>
                    <a:pt x="14544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57" name="Pose merge → all-atom pose | editable route"/>
            <p:cNvGrpSpPr/>
            <p:nvPr/>
          </p:nvGrpSpPr>
          <p:grpSpPr>
            <a:xfrm>
              <a:off x="3801600" y="5839920"/>
              <a:ext cx="410400" cy="20160"/>
              <a:chOff x="3801600" y="5839920"/>
              <a:chExt cx="410400" cy="20160"/>
            </a:xfrm>
          </p:grpSpPr>
          <p:sp>
            <p:nvSpPr>
              <p:cNvPr id="5855" name="Pose merge → all-atom pose"/>
              <p:cNvSpPr/>
              <p:nvPr/>
            </p:nvSpPr>
            <p:spPr>
              <a:xfrm>
                <a:off x="3801600" y="5850000"/>
                <a:ext cx="38448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384480" h="36" fill="none">
                    <a:moveTo>
                      <a:pt x="0" y="0"/>
                    </a:moveTo>
                    <a:lnTo>
                      <a:pt x="38448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6" name="Pose merge → all-atom pose | arrowhead"/>
              <p:cNvSpPr/>
              <p:nvPr/>
            </p:nvSpPr>
            <p:spPr>
              <a:xfrm>
                <a:off x="4186080" y="5839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3411" name="a | density cube M_exp"/>
          <p:cNvGrpSpPr/>
          <p:nvPr/>
        </p:nvGrpSpPr>
        <p:grpSpPr>
          <a:xfrm>
            <a:off x="152100" y="684000"/>
            <a:ext cx="311400" cy="279720"/>
            <a:chOff x="160920" y="736200"/>
            <a:chExt cx="285840" cy="256320"/>
          </a:xfrm>
        </p:grpSpPr>
        <p:sp>
          <p:nvSpPr>
            <p:cNvPr id="5000" name="asset_3411_0">
              <a:extLst>
                <a:ext uri="{FF2B5EF4-FFF2-40B4-BE49-F238E27FC236}">
                  <a16:creationId xmlns:a16="http://schemas.microsoft.com/office/drawing/2014/main" id="{5B0EC728-FC60-4C58-A31A-B10F3E2E0B02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3620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001" name="asset_3411_1">
              <a:extLst>
                <a:ext uri="{FF2B5EF4-FFF2-40B4-BE49-F238E27FC236}">
                  <a16:creationId xmlns:a16="http://schemas.microsoft.com/office/drawing/2014/main" id="{87FD5E1F-56E4-4026-8A63-DE49CAD29849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73620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002" name="asset_3411_2">
              <a:extLst>
                <a:ext uri="{FF2B5EF4-FFF2-40B4-BE49-F238E27FC236}">
                  <a16:creationId xmlns:a16="http://schemas.microsoft.com/office/drawing/2014/main" id="{808984AD-CAE7-4E8A-B93D-E734C039E4D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003" name="asset_3411_3">
              <a:extLst>
                <a:ext uri="{FF2B5EF4-FFF2-40B4-BE49-F238E27FC236}">
                  <a16:creationId xmlns:a16="http://schemas.microsoft.com/office/drawing/2014/main" id="{2B372807-9BA1-435E-879C-F4ED2D4414A5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4" name="asset_3411_4">
              <a:extLst>
                <a:ext uri="{FF2B5EF4-FFF2-40B4-BE49-F238E27FC236}">
                  <a16:creationId xmlns:a16="http://schemas.microsoft.com/office/drawing/2014/main" id="{A8B50796-8957-494E-A72E-0D5FB4AB5C38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3296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5" name="asset_3411_5">
              <a:extLst>
                <a:ext uri="{FF2B5EF4-FFF2-40B4-BE49-F238E27FC236}">
                  <a16:creationId xmlns:a16="http://schemas.microsoft.com/office/drawing/2014/main" id="{A7B8E183-345E-450C-8AEF-09298A15702B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6" name="asset_3411_6">
              <a:extLst>
                <a:ext uri="{FF2B5EF4-FFF2-40B4-BE49-F238E27FC236}">
                  <a16:creationId xmlns:a16="http://schemas.microsoft.com/office/drawing/2014/main" id="{FDDD10CF-4B22-436D-9DF5-F7186C21371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8614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7" name="asset_3411_7">
              <a:extLst>
                <a:ext uri="{FF2B5EF4-FFF2-40B4-BE49-F238E27FC236}">
                  <a16:creationId xmlns:a16="http://schemas.microsoft.com/office/drawing/2014/main" id="{113864F8-4058-4186-BBDE-78AC0A7A545C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8" name="asset_3411_8">
              <a:extLst>
                <a:ext uri="{FF2B5EF4-FFF2-40B4-BE49-F238E27FC236}">
                  <a16:creationId xmlns:a16="http://schemas.microsoft.com/office/drawing/2014/main" id="{3A039210-18AA-4906-932C-BA0FB4625B7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93933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9" name="asset_3411_9">
              <a:extLst>
                <a:ext uri="{FF2B5EF4-FFF2-40B4-BE49-F238E27FC236}">
                  <a16:creationId xmlns:a16="http://schemas.microsoft.com/office/drawing/2014/main" id="{B43D5F50-445C-44D0-A7B3-EA211D4B463C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0" name="asset_3411_10">
              <a:extLst>
                <a:ext uri="{FF2B5EF4-FFF2-40B4-BE49-F238E27FC236}">
                  <a16:creationId xmlns:a16="http://schemas.microsoft.com/office/drawing/2014/main" id="{D11FF782-00F7-4806-8740-0AD788D49A4E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1" name="asset_3411_11">
              <a:extLst>
                <a:ext uri="{FF2B5EF4-FFF2-40B4-BE49-F238E27FC236}">
                  <a16:creationId xmlns:a16="http://schemas.microsoft.com/office/drawing/2014/main" id="{91297F33-DB27-43A4-985D-EB428C8519F3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2" name="asset_3411_12">
              <a:extLst>
                <a:ext uri="{FF2B5EF4-FFF2-40B4-BE49-F238E27FC236}">
                  <a16:creationId xmlns:a16="http://schemas.microsoft.com/office/drawing/2014/main" id="{C6FF995D-FF3F-41A7-88B5-A34BD84A7CB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3" name="asset_3411_13">
              <a:extLst>
                <a:ext uri="{FF2B5EF4-FFF2-40B4-BE49-F238E27FC236}">
                  <a16:creationId xmlns:a16="http://schemas.microsoft.com/office/drawing/2014/main" id="{9642C341-7712-42E6-8B36-D84B72EB4EB7}"/>
                </a:ext>
              </a:extLst>
            </p:cNvPr>
            <p:cNvSpPr>
              <a:spLocks noGrp="1"/>
            </p:cNvSpPr>
            <p:nvPr/>
          </p:nvSpPr>
          <p:spPr>
            <a:xfrm>
              <a:off x="217435" y="871149"/>
              <a:ext cx="35585" cy="323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4" name="asset_3411_14">
              <a:extLst>
                <a:ext uri="{FF2B5EF4-FFF2-40B4-BE49-F238E27FC236}">
                  <a16:creationId xmlns:a16="http://schemas.microsoft.com/office/drawing/2014/main" id="{93FAFE6B-8861-4588-99DF-1A26F77A4E11}"/>
                </a:ext>
              </a:extLst>
            </p:cNvPr>
            <p:cNvSpPr>
              <a:spLocks noGrp="1"/>
            </p:cNvSpPr>
            <p:nvPr/>
          </p:nvSpPr>
          <p:spPr>
            <a:xfrm>
              <a:off x="278604" y="874476"/>
              <a:ext cx="39179" cy="356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5" name="asset_3411_15">
              <a:extLst>
                <a:ext uri="{FF2B5EF4-FFF2-40B4-BE49-F238E27FC236}">
                  <a16:creationId xmlns:a16="http://schemas.microsoft.com/office/drawing/2014/main" id="{B8765109-E640-4AAB-B1CF-960C6911E48F}"/>
                </a:ext>
              </a:extLst>
            </p:cNvPr>
            <p:cNvSpPr>
              <a:spLocks noGrp="1"/>
            </p:cNvSpPr>
            <p:nvPr/>
          </p:nvSpPr>
          <p:spPr>
            <a:xfrm>
              <a:off x="297448" y="838028"/>
              <a:ext cx="40342" cy="366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6" name="asset_3411_16">
              <a:extLst>
                <a:ext uri="{FF2B5EF4-FFF2-40B4-BE49-F238E27FC236}">
                  <a16:creationId xmlns:a16="http://schemas.microsoft.com/office/drawing/2014/main" id="{681C782C-818C-4804-B9DE-75ACC170C8C1}"/>
                </a:ext>
              </a:extLst>
            </p:cNvPr>
            <p:cNvSpPr>
              <a:spLocks noGrp="1"/>
            </p:cNvSpPr>
            <p:nvPr/>
          </p:nvSpPr>
          <p:spPr>
            <a:xfrm>
              <a:off x="251401" y="774362"/>
              <a:ext cx="33480" cy="304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7" name="asset_3411_17">
              <a:extLst>
                <a:ext uri="{FF2B5EF4-FFF2-40B4-BE49-F238E27FC236}">
                  <a16:creationId xmlns:a16="http://schemas.microsoft.com/office/drawing/2014/main" id="{1A7B4525-4371-4D1E-9560-CD1BE3C5021A}"/>
                </a:ext>
              </a:extLst>
            </p:cNvPr>
            <p:cNvSpPr>
              <a:spLocks noGrp="1"/>
            </p:cNvSpPr>
            <p:nvPr/>
          </p:nvSpPr>
          <p:spPr>
            <a:xfrm>
              <a:off x="214094" y="825878"/>
              <a:ext cx="43700" cy="397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8" name="asset_3411_18">
              <a:extLst>
                <a:ext uri="{FF2B5EF4-FFF2-40B4-BE49-F238E27FC236}">
                  <a16:creationId xmlns:a16="http://schemas.microsoft.com/office/drawing/2014/main" id="{C6795469-0B96-4557-81DA-6FFFACE3BA9E}"/>
                </a:ext>
              </a:extLst>
            </p:cNvPr>
            <p:cNvSpPr>
              <a:spLocks noGrp="1"/>
            </p:cNvSpPr>
            <p:nvPr/>
          </p:nvSpPr>
          <p:spPr>
            <a:xfrm>
              <a:off x="263463" y="840680"/>
              <a:ext cx="54999" cy="500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9" name="asset_3411_19">
              <a:extLst>
                <a:ext uri="{FF2B5EF4-FFF2-40B4-BE49-F238E27FC236}">
                  <a16:creationId xmlns:a16="http://schemas.microsoft.com/office/drawing/2014/main" id="{F15F3FF6-4BE9-49CB-BA34-7D3DA345D893}"/>
                </a:ext>
              </a:extLst>
            </p:cNvPr>
            <p:cNvSpPr>
              <a:spLocks noGrp="1"/>
            </p:cNvSpPr>
            <p:nvPr/>
          </p:nvSpPr>
          <p:spPr>
            <a:xfrm>
              <a:off x="284053" y="825677"/>
              <a:ext cx="34004" cy="309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0" name="asset_3411_20">
              <a:extLst>
                <a:ext uri="{FF2B5EF4-FFF2-40B4-BE49-F238E27FC236}">
                  <a16:creationId xmlns:a16="http://schemas.microsoft.com/office/drawing/2014/main" id="{91AEF815-CFF8-40F7-BA20-1673FAEE7D1D}"/>
                </a:ext>
              </a:extLst>
            </p:cNvPr>
            <p:cNvSpPr>
              <a:spLocks noGrp="1"/>
            </p:cNvSpPr>
            <p:nvPr/>
          </p:nvSpPr>
          <p:spPr>
            <a:xfrm>
              <a:off x="236698" y="800771"/>
              <a:ext cx="55708" cy="506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1" name="asset_3411_21">
              <a:extLst>
                <a:ext uri="{FF2B5EF4-FFF2-40B4-BE49-F238E27FC236}">
                  <a16:creationId xmlns:a16="http://schemas.microsoft.com/office/drawing/2014/main" id="{23FAA7A5-F38E-4858-AA52-3284823167F7}"/>
                </a:ext>
              </a:extLst>
            </p:cNvPr>
            <p:cNvSpPr>
              <a:spLocks noGrp="1"/>
            </p:cNvSpPr>
            <p:nvPr/>
          </p:nvSpPr>
          <p:spPr>
            <a:xfrm>
              <a:off x="197623" y="864321"/>
              <a:ext cx="35718" cy="324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2" name="asset_3411_22">
              <a:extLst>
                <a:ext uri="{FF2B5EF4-FFF2-40B4-BE49-F238E27FC236}">
                  <a16:creationId xmlns:a16="http://schemas.microsoft.com/office/drawing/2014/main" id="{AFA003E2-44C5-4BA4-9920-4C5E7260E04D}"/>
                </a:ext>
              </a:extLst>
            </p:cNvPr>
            <p:cNvSpPr>
              <a:spLocks noGrp="1"/>
            </p:cNvSpPr>
            <p:nvPr/>
          </p:nvSpPr>
          <p:spPr>
            <a:xfrm>
              <a:off x="289023" y="863118"/>
              <a:ext cx="57695" cy="524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3" name="asset_3411_23">
              <a:extLst>
                <a:ext uri="{FF2B5EF4-FFF2-40B4-BE49-F238E27FC236}">
                  <a16:creationId xmlns:a16="http://schemas.microsoft.com/office/drawing/2014/main" id="{0B26404F-10CA-424B-92C6-82D1627DF181}"/>
                </a:ext>
              </a:extLst>
            </p:cNvPr>
            <p:cNvSpPr>
              <a:spLocks noGrp="1"/>
            </p:cNvSpPr>
            <p:nvPr/>
          </p:nvSpPr>
          <p:spPr>
            <a:xfrm>
              <a:off x="338795" y="832408"/>
              <a:ext cx="31803" cy="289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4" name="asset_3411_24">
              <a:extLst>
                <a:ext uri="{FF2B5EF4-FFF2-40B4-BE49-F238E27FC236}">
                  <a16:creationId xmlns:a16="http://schemas.microsoft.com/office/drawing/2014/main" id="{517AD261-6B44-40F5-8A26-7932D5BF7E16}"/>
                </a:ext>
              </a:extLst>
            </p:cNvPr>
            <p:cNvSpPr>
              <a:spLocks noGrp="1"/>
            </p:cNvSpPr>
            <p:nvPr/>
          </p:nvSpPr>
          <p:spPr>
            <a:xfrm>
              <a:off x="261809" y="764845"/>
              <a:ext cx="52113" cy="473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5" name="asset_3411_25">
              <a:extLst>
                <a:ext uri="{FF2B5EF4-FFF2-40B4-BE49-F238E27FC236}">
                  <a16:creationId xmlns:a16="http://schemas.microsoft.com/office/drawing/2014/main" id="{8A8A6F5A-1C34-4FE8-905B-C88978C5AAF0}"/>
                </a:ext>
              </a:extLst>
            </p:cNvPr>
            <p:cNvSpPr>
              <a:spLocks noGrp="1"/>
            </p:cNvSpPr>
            <p:nvPr/>
          </p:nvSpPr>
          <p:spPr>
            <a:xfrm>
              <a:off x="206423" y="867644"/>
              <a:ext cx="37347" cy="339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6" name="asset_3411_26">
              <a:extLst>
                <a:ext uri="{FF2B5EF4-FFF2-40B4-BE49-F238E27FC236}">
                  <a16:creationId xmlns:a16="http://schemas.microsoft.com/office/drawing/2014/main" id="{6C7A06C3-DCF7-4619-B82E-BEE22B99C6BA}"/>
                </a:ext>
              </a:extLst>
            </p:cNvPr>
            <p:cNvSpPr>
              <a:spLocks noGrp="1"/>
            </p:cNvSpPr>
            <p:nvPr/>
          </p:nvSpPr>
          <p:spPr>
            <a:xfrm>
              <a:off x="298778" y="873990"/>
              <a:ext cx="31485" cy="28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7" name="asset_3411_27">
              <a:extLst>
                <a:ext uri="{FF2B5EF4-FFF2-40B4-BE49-F238E27FC236}">
                  <a16:creationId xmlns:a16="http://schemas.microsoft.com/office/drawing/2014/main" id="{5B4C5A3E-BBCD-48E9-AEEA-3FC207768B7F}"/>
                </a:ext>
              </a:extLst>
            </p:cNvPr>
            <p:cNvSpPr>
              <a:spLocks noGrp="1"/>
            </p:cNvSpPr>
            <p:nvPr/>
          </p:nvSpPr>
          <p:spPr>
            <a:xfrm>
              <a:off x="295904" y="833272"/>
              <a:ext cx="42969" cy="390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8" name="asset_3411_28">
              <a:extLst>
                <a:ext uri="{FF2B5EF4-FFF2-40B4-BE49-F238E27FC236}">
                  <a16:creationId xmlns:a16="http://schemas.microsoft.com/office/drawing/2014/main" id="{52E38570-D3A2-4631-930D-5CF53563DEED}"/>
                </a:ext>
              </a:extLst>
            </p:cNvPr>
            <p:cNvSpPr>
              <a:spLocks noGrp="1"/>
            </p:cNvSpPr>
            <p:nvPr/>
          </p:nvSpPr>
          <p:spPr>
            <a:xfrm>
              <a:off x="270638" y="811862"/>
              <a:ext cx="55265" cy="50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9" name="asset_3411_29">
              <a:extLst>
                <a:ext uri="{FF2B5EF4-FFF2-40B4-BE49-F238E27FC236}">
                  <a16:creationId xmlns:a16="http://schemas.microsoft.com/office/drawing/2014/main" id="{561D7331-3D0A-415F-B200-C312585E5468}"/>
                </a:ext>
              </a:extLst>
            </p:cNvPr>
            <p:cNvSpPr>
              <a:spLocks noGrp="1"/>
            </p:cNvSpPr>
            <p:nvPr/>
          </p:nvSpPr>
          <p:spPr>
            <a:xfrm>
              <a:off x="203308" y="867118"/>
              <a:ext cx="38292" cy="348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0" name="asset_3411_30">
              <a:extLst>
                <a:ext uri="{FF2B5EF4-FFF2-40B4-BE49-F238E27FC236}">
                  <a16:creationId xmlns:a16="http://schemas.microsoft.com/office/drawing/2014/main" id="{4E01E509-2839-4C0E-8B76-FD0DE55117B9}"/>
                </a:ext>
              </a:extLst>
            </p:cNvPr>
            <p:cNvSpPr>
              <a:spLocks noGrp="1"/>
            </p:cNvSpPr>
            <p:nvPr/>
          </p:nvSpPr>
          <p:spPr>
            <a:xfrm>
              <a:off x="306809" y="865521"/>
              <a:ext cx="41408" cy="376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1" name="asset_3411_31">
              <a:extLst>
                <a:ext uri="{FF2B5EF4-FFF2-40B4-BE49-F238E27FC236}">
                  <a16:creationId xmlns:a16="http://schemas.microsoft.com/office/drawing/2014/main" id="{CF2D39F3-8326-4FE4-8D1E-4DE08DCF3608}"/>
                </a:ext>
              </a:extLst>
            </p:cNvPr>
            <p:cNvSpPr>
              <a:spLocks noGrp="1"/>
            </p:cNvSpPr>
            <p:nvPr/>
          </p:nvSpPr>
          <p:spPr>
            <a:xfrm>
              <a:off x="283189" y="838846"/>
              <a:ext cx="34946" cy="317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2" name="asset_3411_32">
              <a:extLst>
                <a:ext uri="{FF2B5EF4-FFF2-40B4-BE49-F238E27FC236}">
                  <a16:creationId xmlns:a16="http://schemas.microsoft.com/office/drawing/2014/main" id="{2A07883F-924F-4D9D-860E-61DEC5ED61ED}"/>
                </a:ext>
              </a:extLst>
            </p:cNvPr>
            <p:cNvSpPr>
              <a:spLocks noGrp="1"/>
            </p:cNvSpPr>
            <p:nvPr/>
          </p:nvSpPr>
          <p:spPr>
            <a:xfrm>
              <a:off x="240137" y="810691"/>
              <a:ext cx="41051" cy="373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3" name="asset_3411_33">
              <a:extLst>
                <a:ext uri="{FF2B5EF4-FFF2-40B4-BE49-F238E27FC236}">
                  <a16:creationId xmlns:a16="http://schemas.microsoft.com/office/drawing/2014/main" id="{326F2534-B889-4B3C-B691-AAA58C3BB24B}"/>
                </a:ext>
              </a:extLst>
            </p:cNvPr>
            <p:cNvSpPr>
              <a:spLocks noGrp="1"/>
            </p:cNvSpPr>
            <p:nvPr/>
          </p:nvSpPr>
          <p:spPr>
            <a:xfrm>
              <a:off x="241551" y="857776"/>
              <a:ext cx="34987" cy="318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4" name="asset_3411_34">
              <a:extLst>
                <a:ext uri="{FF2B5EF4-FFF2-40B4-BE49-F238E27FC236}">
                  <a16:creationId xmlns:a16="http://schemas.microsoft.com/office/drawing/2014/main" id="{4A2366E0-4FAE-4D94-9DEE-5048302867EA}"/>
                </a:ext>
              </a:extLst>
            </p:cNvPr>
            <p:cNvSpPr>
              <a:spLocks noGrp="1"/>
            </p:cNvSpPr>
            <p:nvPr/>
          </p:nvSpPr>
          <p:spPr>
            <a:xfrm>
              <a:off x="273896" y="895074"/>
              <a:ext cx="48428" cy="44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5" name="asset_3411_35">
              <a:extLst>
                <a:ext uri="{FF2B5EF4-FFF2-40B4-BE49-F238E27FC236}">
                  <a16:creationId xmlns:a16="http://schemas.microsoft.com/office/drawing/2014/main" id="{1007DE31-A589-4561-908D-1BC2445E135B}"/>
                </a:ext>
              </a:extLst>
            </p:cNvPr>
            <p:cNvSpPr>
              <a:spLocks noGrp="1"/>
            </p:cNvSpPr>
            <p:nvPr/>
          </p:nvSpPr>
          <p:spPr>
            <a:xfrm>
              <a:off x="307927" y="823349"/>
              <a:ext cx="54152" cy="492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6" name="asset_3411_36">
              <a:extLst>
                <a:ext uri="{FF2B5EF4-FFF2-40B4-BE49-F238E27FC236}">
                  <a16:creationId xmlns:a16="http://schemas.microsoft.com/office/drawing/2014/main" id="{154D8CC8-D747-4DDC-82EF-78B7267C3BA8}"/>
                </a:ext>
              </a:extLst>
            </p:cNvPr>
            <p:cNvSpPr>
              <a:spLocks noGrp="1"/>
            </p:cNvSpPr>
            <p:nvPr/>
          </p:nvSpPr>
          <p:spPr>
            <a:xfrm>
              <a:off x="278419" y="780385"/>
              <a:ext cx="56610" cy="514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7" name="asset_3411_37">
              <a:extLst>
                <a:ext uri="{FF2B5EF4-FFF2-40B4-BE49-F238E27FC236}">
                  <a16:creationId xmlns:a16="http://schemas.microsoft.com/office/drawing/2014/main" id="{6EB24BC6-E279-4ACB-8ADA-3347E92715EA}"/>
                </a:ext>
              </a:extLst>
            </p:cNvPr>
            <p:cNvSpPr>
              <a:spLocks noGrp="1"/>
            </p:cNvSpPr>
            <p:nvPr/>
          </p:nvSpPr>
          <p:spPr>
            <a:xfrm>
              <a:off x="191659" y="868034"/>
              <a:ext cx="38946" cy="354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8" name="asset_3411_38">
              <a:extLst>
                <a:ext uri="{FF2B5EF4-FFF2-40B4-BE49-F238E27FC236}">
                  <a16:creationId xmlns:a16="http://schemas.microsoft.com/office/drawing/2014/main" id="{67BC88F7-AFA6-47D1-8315-70F920A20C4A}"/>
                </a:ext>
              </a:extLst>
            </p:cNvPr>
            <p:cNvSpPr>
              <a:spLocks noGrp="1"/>
            </p:cNvSpPr>
            <p:nvPr/>
          </p:nvSpPr>
          <p:spPr>
            <a:xfrm>
              <a:off x="273013" y="852482"/>
              <a:ext cx="56603" cy="514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9" name="asset_3411_39">
              <a:extLst>
                <a:ext uri="{FF2B5EF4-FFF2-40B4-BE49-F238E27FC236}">
                  <a16:creationId xmlns:a16="http://schemas.microsoft.com/office/drawing/2014/main" id="{B98D5FB4-59FB-4946-9C2A-07B81FEA4351}"/>
                </a:ext>
              </a:extLst>
            </p:cNvPr>
            <p:cNvSpPr>
              <a:spLocks noGrp="1"/>
            </p:cNvSpPr>
            <p:nvPr/>
          </p:nvSpPr>
          <p:spPr>
            <a:xfrm>
              <a:off x="319623" y="840498"/>
              <a:ext cx="33366" cy="303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0" name="asset_3411_40">
              <a:extLst>
                <a:ext uri="{FF2B5EF4-FFF2-40B4-BE49-F238E27FC236}">
                  <a16:creationId xmlns:a16="http://schemas.microsoft.com/office/drawing/2014/main" id="{83420C1F-4D3F-4791-B752-627A462A399E}"/>
                </a:ext>
              </a:extLst>
            </p:cNvPr>
            <p:cNvSpPr>
              <a:spLocks noGrp="1"/>
            </p:cNvSpPr>
            <p:nvPr/>
          </p:nvSpPr>
          <p:spPr>
            <a:xfrm>
              <a:off x="242007" y="796151"/>
              <a:ext cx="50164" cy="456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1" name="asset_3411_41">
              <a:extLst>
                <a:ext uri="{FF2B5EF4-FFF2-40B4-BE49-F238E27FC236}">
                  <a16:creationId xmlns:a16="http://schemas.microsoft.com/office/drawing/2014/main" id="{9C9CA8AF-7487-42D9-B054-213909B8375A}"/>
                </a:ext>
              </a:extLst>
            </p:cNvPr>
            <p:cNvSpPr>
              <a:spLocks noGrp="1"/>
            </p:cNvSpPr>
            <p:nvPr/>
          </p:nvSpPr>
          <p:spPr>
            <a:xfrm>
              <a:off x="189029" y="846662"/>
              <a:ext cx="40170" cy="365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2" name="asset_3411_42">
              <a:extLst>
                <a:ext uri="{FF2B5EF4-FFF2-40B4-BE49-F238E27FC236}">
                  <a16:creationId xmlns:a16="http://schemas.microsoft.com/office/drawing/2014/main" id="{DAC0FD38-66B9-4B84-A151-CFA48DFCFD5C}"/>
                </a:ext>
              </a:extLst>
            </p:cNvPr>
            <p:cNvSpPr>
              <a:spLocks noGrp="1"/>
            </p:cNvSpPr>
            <p:nvPr/>
          </p:nvSpPr>
          <p:spPr>
            <a:xfrm>
              <a:off x="286935" y="843691"/>
              <a:ext cx="47831" cy="434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3" name="asset_3411_43">
              <a:extLst>
                <a:ext uri="{FF2B5EF4-FFF2-40B4-BE49-F238E27FC236}">
                  <a16:creationId xmlns:a16="http://schemas.microsoft.com/office/drawing/2014/main" id="{4E7D2088-6627-4B82-91E0-18280AE02F64}"/>
                </a:ext>
              </a:extLst>
            </p:cNvPr>
            <p:cNvSpPr>
              <a:spLocks noGrp="1"/>
            </p:cNvSpPr>
            <p:nvPr/>
          </p:nvSpPr>
          <p:spPr>
            <a:xfrm>
              <a:off x="281949" y="806735"/>
              <a:ext cx="33184" cy="301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4" name="asset_3411_44">
              <a:extLst>
                <a:ext uri="{FF2B5EF4-FFF2-40B4-BE49-F238E27FC236}">
                  <a16:creationId xmlns:a16="http://schemas.microsoft.com/office/drawing/2014/main" id="{18DF35CC-FA69-407B-B756-D6E24F5CF716}"/>
                </a:ext>
              </a:extLst>
            </p:cNvPr>
            <p:cNvSpPr>
              <a:spLocks noGrp="1"/>
            </p:cNvSpPr>
            <p:nvPr/>
          </p:nvSpPr>
          <p:spPr>
            <a:xfrm>
              <a:off x="277649" y="807177"/>
              <a:ext cx="33960" cy="308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5" name="asset_3411_45">
              <a:extLst>
                <a:ext uri="{FF2B5EF4-FFF2-40B4-BE49-F238E27FC236}">
                  <a16:creationId xmlns:a16="http://schemas.microsoft.com/office/drawing/2014/main" id="{75CB1308-185E-4AD3-A1E7-5EBC09E504A6}"/>
                </a:ext>
              </a:extLst>
            </p:cNvPr>
            <p:cNvSpPr>
              <a:spLocks noGrp="1"/>
            </p:cNvSpPr>
            <p:nvPr/>
          </p:nvSpPr>
          <p:spPr>
            <a:xfrm>
              <a:off x="188553" y="862265"/>
              <a:ext cx="56605" cy="514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6" name="asset_3411_46">
              <a:extLst>
                <a:ext uri="{FF2B5EF4-FFF2-40B4-BE49-F238E27FC236}">
                  <a16:creationId xmlns:a16="http://schemas.microsoft.com/office/drawing/2014/main" id="{179296BF-344A-4148-A9D4-3E16BAAA6846}"/>
                </a:ext>
              </a:extLst>
            </p:cNvPr>
            <p:cNvSpPr>
              <a:spLocks noGrp="1"/>
            </p:cNvSpPr>
            <p:nvPr/>
          </p:nvSpPr>
          <p:spPr>
            <a:xfrm>
              <a:off x="233525" y="861391"/>
              <a:ext cx="55794" cy="507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7" name="asset_3411_47">
              <a:extLst>
                <a:ext uri="{FF2B5EF4-FFF2-40B4-BE49-F238E27FC236}">
                  <a16:creationId xmlns:a16="http://schemas.microsoft.com/office/drawing/2014/main" id="{88951690-A320-498A-86DB-5D662BE56B83}"/>
                </a:ext>
              </a:extLst>
            </p:cNvPr>
            <p:cNvSpPr>
              <a:spLocks noGrp="1"/>
            </p:cNvSpPr>
            <p:nvPr/>
          </p:nvSpPr>
          <p:spPr>
            <a:xfrm>
              <a:off x="305682" y="776200"/>
              <a:ext cx="54723" cy="497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8" name="asset_3411_48">
              <a:extLst>
                <a:ext uri="{FF2B5EF4-FFF2-40B4-BE49-F238E27FC236}">
                  <a16:creationId xmlns:a16="http://schemas.microsoft.com/office/drawing/2014/main" id="{7273DCD7-DEA0-4C25-B06F-94A2BF1A8847}"/>
                </a:ext>
              </a:extLst>
            </p:cNvPr>
            <p:cNvSpPr>
              <a:spLocks noGrp="1"/>
            </p:cNvSpPr>
            <p:nvPr/>
          </p:nvSpPr>
          <p:spPr>
            <a:xfrm>
              <a:off x="262074" y="832592"/>
              <a:ext cx="32482" cy="295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9" name="asset_3411_49">
              <a:extLst>
                <a:ext uri="{FF2B5EF4-FFF2-40B4-BE49-F238E27FC236}">
                  <a16:creationId xmlns:a16="http://schemas.microsoft.com/office/drawing/2014/main" id="{317CFA8E-23F1-4D86-982F-45C65C07CE57}"/>
                </a:ext>
              </a:extLst>
            </p:cNvPr>
            <p:cNvSpPr>
              <a:spLocks noGrp="1"/>
            </p:cNvSpPr>
            <p:nvPr/>
          </p:nvSpPr>
          <p:spPr>
            <a:xfrm>
              <a:off x="199581" y="859669"/>
              <a:ext cx="56969" cy="5180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50" name="asset_3411_50">
              <a:extLst>
                <a:ext uri="{FF2B5EF4-FFF2-40B4-BE49-F238E27FC236}">
                  <a16:creationId xmlns:a16="http://schemas.microsoft.com/office/drawing/2014/main" id="{A1304B97-20ED-4EF4-B820-4BBCF3EE2848}"/>
                </a:ext>
              </a:extLst>
            </p:cNvPr>
            <p:cNvSpPr>
              <a:spLocks noGrp="1"/>
            </p:cNvSpPr>
            <p:nvPr/>
          </p:nvSpPr>
          <p:spPr>
            <a:xfrm>
              <a:off x="290634" y="851962"/>
              <a:ext cx="36759" cy="334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51" name="asset_3411_51">
              <a:extLst>
                <a:ext uri="{FF2B5EF4-FFF2-40B4-BE49-F238E27FC236}">
                  <a16:creationId xmlns:a16="http://schemas.microsoft.com/office/drawing/2014/main" id="{4A016E84-0AC1-4FEB-B852-CC942A0C3AB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2" name="a | density cube M_sim"/>
          <p:cNvGrpSpPr/>
          <p:nvPr/>
        </p:nvGrpSpPr>
        <p:grpSpPr>
          <a:xfrm>
            <a:off x="561420" y="684000"/>
            <a:ext cx="311400" cy="279720"/>
            <a:chOff x="571680" y="736200"/>
            <a:chExt cx="285840" cy="256320"/>
          </a:xfrm>
        </p:grpSpPr>
        <p:sp>
          <p:nvSpPr>
            <p:cNvPr id="5052" name="asset_3412_0">
              <a:extLst>
                <a:ext uri="{FF2B5EF4-FFF2-40B4-BE49-F238E27FC236}">
                  <a16:creationId xmlns:a16="http://schemas.microsoft.com/office/drawing/2014/main" id="{86AFAA92-91E9-48AF-9226-329DCB2A3BA0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3620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053" name="asset_3412_1">
              <a:extLst>
                <a:ext uri="{FF2B5EF4-FFF2-40B4-BE49-F238E27FC236}">
                  <a16:creationId xmlns:a16="http://schemas.microsoft.com/office/drawing/2014/main" id="{3E26C1DF-4658-4AAB-906E-5516054E5B73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73620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054" name="asset_3412_2">
              <a:extLst>
                <a:ext uri="{FF2B5EF4-FFF2-40B4-BE49-F238E27FC236}">
                  <a16:creationId xmlns:a16="http://schemas.microsoft.com/office/drawing/2014/main" id="{A8C643F2-5526-4404-8469-581ABAD0304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055" name="asset_3412_3">
              <a:extLst>
                <a:ext uri="{FF2B5EF4-FFF2-40B4-BE49-F238E27FC236}">
                  <a16:creationId xmlns:a16="http://schemas.microsoft.com/office/drawing/2014/main" id="{4A98D6F7-8A0D-43C0-88DB-53B18B80B5FE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6" name="asset_3412_4">
              <a:extLst>
                <a:ext uri="{FF2B5EF4-FFF2-40B4-BE49-F238E27FC236}">
                  <a16:creationId xmlns:a16="http://schemas.microsoft.com/office/drawing/2014/main" id="{E4CD9C1E-D968-4B52-B5A1-E0BE815570B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3296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7" name="asset_3412_5">
              <a:extLst>
                <a:ext uri="{FF2B5EF4-FFF2-40B4-BE49-F238E27FC236}">
                  <a16:creationId xmlns:a16="http://schemas.microsoft.com/office/drawing/2014/main" id="{CF8E0384-BFC7-4686-A4F8-CC36EE76AC6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8" name="asset_3412_6">
              <a:extLst>
                <a:ext uri="{FF2B5EF4-FFF2-40B4-BE49-F238E27FC236}">
                  <a16:creationId xmlns:a16="http://schemas.microsoft.com/office/drawing/2014/main" id="{B970749C-73FB-4B47-AEFC-CB6AD53B3152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8614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9" name="asset_3412_7">
              <a:extLst>
                <a:ext uri="{FF2B5EF4-FFF2-40B4-BE49-F238E27FC236}">
                  <a16:creationId xmlns:a16="http://schemas.microsoft.com/office/drawing/2014/main" id="{BFAD42FE-9C88-4823-AD94-94CBDE5004B3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60" name="asset_3412_8">
              <a:extLst>
                <a:ext uri="{FF2B5EF4-FFF2-40B4-BE49-F238E27FC236}">
                  <a16:creationId xmlns:a16="http://schemas.microsoft.com/office/drawing/2014/main" id="{BCDC689C-2D9C-46AE-BA2F-029C092079B4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93933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61" name="asset_3412_9">
              <a:extLst>
                <a:ext uri="{FF2B5EF4-FFF2-40B4-BE49-F238E27FC236}">
                  <a16:creationId xmlns:a16="http://schemas.microsoft.com/office/drawing/2014/main" id="{D699C4C1-8D8C-42E5-847A-BD338AF18A91}"/>
                </a:ext>
              </a:extLst>
            </p:cNvPr>
            <p:cNvSpPr>
              <a:spLocks noGrp="1"/>
            </p:cNvSpPr>
            <p:nvPr/>
          </p:nvSpPr>
          <p:spPr>
            <a:xfrm>
              <a:off x="59217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2" name="asset_3412_10">
              <a:extLst>
                <a:ext uri="{FF2B5EF4-FFF2-40B4-BE49-F238E27FC236}">
                  <a16:creationId xmlns:a16="http://schemas.microsoft.com/office/drawing/2014/main" id="{A67D4B44-0F8A-4ED5-A55C-6086AC4BBE69}"/>
                </a:ext>
              </a:extLst>
            </p:cNvPr>
            <p:cNvSpPr>
              <a:spLocks noGrp="1"/>
            </p:cNvSpPr>
            <p:nvPr/>
          </p:nvSpPr>
          <p:spPr>
            <a:xfrm>
              <a:off x="64157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3" name="asset_3412_11">
              <a:extLst>
                <a:ext uri="{FF2B5EF4-FFF2-40B4-BE49-F238E27FC236}">
                  <a16:creationId xmlns:a16="http://schemas.microsoft.com/office/drawing/2014/main" id="{F925474B-9DC9-4793-836F-E7656F3C9AB3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4" name="asset_3412_12">
              <a:extLst>
                <a:ext uri="{FF2B5EF4-FFF2-40B4-BE49-F238E27FC236}">
                  <a16:creationId xmlns:a16="http://schemas.microsoft.com/office/drawing/2014/main" id="{D9C7B936-255D-4407-ADB5-0472A6BDE35C}"/>
                </a:ext>
              </a:extLst>
            </p:cNvPr>
            <p:cNvSpPr>
              <a:spLocks noGrp="1"/>
            </p:cNvSpPr>
            <p:nvPr/>
          </p:nvSpPr>
          <p:spPr>
            <a:xfrm>
              <a:off x="63708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5" name="asset_3412_13">
              <a:extLst>
                <a:ext uri="{FF2B5EF4-FFF2-40B4-BE49-F238E27FC236}">
                  <a16:creationId xmlns:a16="http://schemas.microsoft.com/office/drawing/2014/main" id="{1462606B-5933-4378-98D8-405FFD7D049A}"/>
                </a:ext>
              </a:extLst>
            </p:cNvPr>
            <p:cNvSpPr>
              <a:spLocks noGrp="1"/>
            </p:cNvSpPr>
            <p:nvPr/>
          </p:nvSpPr>
          <p:spPr>
            <a:xfrm>
              <a:off x="652907" y="816423"/>
              <a:ext cx="63214" cy="574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6" name="asset_3412_14">
              <a:extLst>
                <a:ext uri="{FF2B5EF4-FFF2-40B4-BE49-F238E27FC236}">
                  <a16:creationId xmlns:a16="http://schemas.microsoft.com/office/drawing/2014/main" id="{9A5B65D7-2986-4411-A8F8-4B5253C495F5}"/>
                </a:ext>
              </a:extLst>
            </p:cNvPr>
            <p:cNvSpPr>
              <a:spLocks noGrp="1"/>
            </p:cNvSpPr>
            <p:nvPr/>
          </p:nvSpPr>
          <p:spPr>
            <a:xfrm>
              <a:off x="647190" y="875063"/>
              <a:ext cx="69847" cy="635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7" name="asset_3412_15">
              <a:extLst>
                <a:ext uri="{FF2B5EF4-FFF2-40B4-BE49-F238E27FC236}">
                  <a16:creationId xmlns:a16="http://schemas.microsoft.com/office/drawing/2014/main" id="{0F56588A-1064-4188-A199-BFFC23EAF27E}"/>
                </a:ext>
              </a:extLst>
            </p:cNvPr>
            <p:cNvSpPr>
              <a:spLocks noGrp="1"/>
            </p:cNvSpPr>
            <p:nvPr/>
          </p:nvSpPr>
          <p:spPr>
            <a:xfrm>
              <a:off x="700049" y="785517"/>
              <a:ext cx="49631" cy="451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8" name="asset_3412_16">
              <a:extLst>
                <a:ext uri="{FF2B5EF4-FFF2-40B4-BE49-F238E27FC236}">
                  <a16:creationId xmlns:a16="http://schemas.microsoft.com/office/drawing/2014/main" id="{12432FAC-7BD8-4678-A3B9-863B49C6058D}"/>
                </a:ext>
              </a:extLst>
            </p:cNvPr>
            <p:cNvSpPr>
              <a:spLocks noGrp="1"/>
            </p:cNvSpPr>
            <p:nvPr/>
          </p:nvSpPr>
          <p:spPr>
            <a:xfrm>
              <a:off x="668307" y="764705"/>
              <a:ext cx="50529" cy="459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9" name="asset_3412_17">
              <a:extLst>
                <a:ext uri="{FF2B5EF4-FFF2-40B4-BE49-F238E27FC236}">
                  <a16:creationId xmlns:a16="http://schemas.microsoft.com/office/drawing/2014/main" id="{BD5FCCF1-7733-4D14-AE1A-E4C985C7EE44}"/>
                </a:ext>
              </a:extLst>
            </p:cNvPr>
            <p:cNvSpPr>
              <a:spLocks noGrp="1"/>
            </p:cNvSpPr>
            <p:nvPr/>
          </p:nvSpPr>
          <p:spPr>
            <a:xfrm>
              <a:off x="598732" y="837647"/>
              <a:ext cx="46888" cy="426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0" name="asset_3412_18">
              <a:extLst>
                <a:ext uri="{FF2B5EF4-FFF2-40B4-BE49-F238E27FC236}">
                  <a16:creationId xmlns:a16="http://schemas.microsoft.com/office/drawing/2014/main" id="{6048EA91-8693-432F-AC15-C41215A9067F}"/>
                </a:ext>
              </a:extLst>
            </p:cNvPr>
            <p:cNvSpPr>
              <a:spLocks noGrp="1"/>
            </p:cNvSpPr>
            <p:nvPr/>
          </p:nvSpPr>
          <p:spPr>
            <a:xfrm>
              <a:off x="687984" y="869189"/>
              <a:ext cx="66275" cy="602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1" name="asset_3412_19">
              <a:extLst>
                <a:ext uri="{FF2B5EF4-FFF2-40B4-BE49-F238E27FC236}">
                  <a16:creationId xmlns:a16="http://schemas.microsoft.com/office/drawing/2014/main" id="{7210501F-D7C9-46D4-9154-F56363834A31}"/>
                </a:ext>
              </a:extLst>
            </p:cNvPr>
            <p:cNvSpPr>
              <a:spLocks noGrp="1"/>
            </p:cNvSpPr>
            <p:nvPr/>
          </p:nvSpPr>
          <p:spPr>
            <a:xfrm>
              <a:off x="716694" y="770836"/>
              <a:ext cx="57501" cy="522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2" name="asset_3412_20">
              <a:extLst>
                <a:ext uri="{FF2B5EF4-FFF2-40B4-BE49-F238E27FC236}">
                  <a16:creationId xmlns:a16="http://schemas.microsoft.com/office/drawing/2014/main" id="{C35CF444-9835-4E1A-8E32-DD5EE2BFF667}"/>
                </a:ext>
              </a:extLst>
            </p:cNvPr>
            <p:cNvSpPr>
              <a:spLocks noGrp="1"/>
            </p:cNvSpPr>
            <p:nvPr/>
          </p:nvSpPr>
          <p:spPr>
            <a:xfrm>
              <a:off x="636511" y="805030"/>
              <a:ext cx="45388" cy="412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3" name="asset_3412_21">
              <a:extLst>
                <a:ext uri="{FF2B5EF4-FFF2-40B4-BE49-F238E27FC236}">
                  <a16:creationId xmlns:a16="http://schemas.microsoft.com/office/drawing/2014/main" id="{537B45D2-8A8F-4895-9EF4-F71FCF8FC1C4}"/>
                </a:ext>
              </a:extLst>
            </p:cNvPr>
            <p:cNvSpPr>
              <a:spLocks noGrp="1"/>
            </p:cNvSpPr>
            <p:nvPr/>
          </p:nvSpPr>
          <p:spPr>
            <a:xfrm>
              <a:off x="638261" y="837680"/>
              <a:ext cx="63569" cy="578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4" name="asset_3412_22">
              <a:extLst>
                <a:ext uri="{FF2B5EF4-FFF2-40B4-BE49-F238E27FC236}">
                  <a16:creationId xmlns:a16="http://schemas.microsoft.com/office/drawing/2014/main" id="{01B29A90-8A29-498D-8C4C-B4C0C82BBF85}"/>
                </a:ext>
              </a:extLst>
            </p:cNvPr>
            <p:cNvSpPr>
              <a:spLocks noGrp="1"/>
            </p:cNvSpPr>
            <p:nvPr/>
          </p:nvSpPr>
          <p:spPr>
            <a:xfrm>
              <a:off x="674660" y="861103"/>
              <a:ext cx="45772" cy="416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5" name="asset_3412_23">
              <a:extLst>
                <a:ext uri="{FF2B5EF4-FFF2-40B4-BE49-F238E27FC236}">
                  <a16:creationId xmlns:a16="http://schemas.microsoft.com/office/drawing/2014/main" id="{CD5EE331-7CE5-418A-892D-0B1825AEECE0}"/>
                </a:ext>
              </a:extLst>
            </p:cNvPr>
            <p:cNvSpPr>
              <a:spLocks noGrp="1"/>
            </p:cNvSpPr>
            <p:nvPr/>
          </p:nvSpPr>
          <p:spPr>
            <a:xfrm>
              <a:off x="704143" y="827603"/>
              <a:ext cx="69469" cy="631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6" name="asset_3412_24">
              <a:extLst>
                <a:ext uri="{FF2B5EF4-FFF2-40B4-BE49-F238E27FC236}">
                  <a16:creationId xmlns:a16="http://schemas.microsoft.com/office/drawing/2014/main" id="{5205D58F-B718-4E1C-9D22-F8497A330E27}"/>
                </a:ext>
              </a:extLst>
            </p:cNvPr>
            <p:cNvSpPr>
              <a:spLocks noGrp="1"/>
            </p:cNvSpPr>
            <p:nvPr/>
          </p:nvSpPr>
          <p:spPr>
            <a:xfrm>
              <a:off x="645683" y="777258"/>
              <a:ext cx="70277" cy="639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7" name="asset_3412_25">
              <a:extLst>
                <a:ext uri="{FF2B5EF4-FFF2-40B4-BE49-F238E27FC236}">
                  <a16:creationId xmlns:a16="http://schemas.microsoft.com/office/drawing/2014/main" id="{4EEF4E29-A6D2-4035-9956-3D95E964F2F7}"/>
                </a:ext>
              </a:extLst>
            </p:cNvPr>
            <p:cNvSpPr>
              <a:spLocks noGrp="1"/>
            </p:cNvSpPr>
            <p:nvPr/>
          </p:nvSpPr>
          <p:spPr>
            <a:xfrm>
              <a:off x="636623" y="808154"/>
              <a:ext cx="58960" cy="536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8" name="asset_3412_26">
              <a:extLst>
                <a:ext uri="{FF2B5EF4-FFF2-40B4-BE49-F238E27FC236}">
                  <a16:creationId xmlns:a16="http://schemas.microsoft.com/office/drawing/2014/main" id="{D66CB7A1-F059-4A22-82EB-96DD80182102}"/>
                </a:ext>
              </a:extLst>
            </p:cNvPr>
            <p:cNvSpPr>
              <a:spLocks noGrp="1"/>
            </p:cNvSpPr>
            <p:nvPr/>
          </p:nvSpPr>
          <p:spPr>
            <a:xfrm>
              <a:off x="667301" y="867371"/>
              <a:ext cx="53284" cy="484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9" name="asset_3412_27">
              <a:extLst>
                <a:ext uri="{FF2B5EF4-FFF2-40B4-BE49-F238E27FC236}">
                  <a16:creationId xmlns:a16="http://schemas.microsoft.com/office/drawing/2014/main" id="{FC37D6D5-B570-4927-9885-E8A5F8FD0D77}"/>
                </a:ext>
              </a:extLst>
            </p:cNvPr>
            <p:cNvSpPr>
              <a:spLocks noGrp="1"/>
            </p:cNvSpPr>
            <p:nvPr/>
          </p:nvSpPr>
          <p:spPr>
            <a:xfrm>
              <a:off x="714320" y="800679"/>
              <a:ext cx="52198" cy="474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0" name="asset_3412_28">
              <a:extLst>
                <a:ext uri="{FF2B5EF4-FFF2-40B4-BE49-F238E27FC236}">
                  <a16:creationId xmlns:a16="http://schemas.microsoft.com/office/drawing/2014/main" id="{1FD0C4D3-F4DE-4269-B613-DE672FF97E40}"/>
                </a:ext>
              </a:extLst>
            </p:cNvPr>
            <p:cNvSpPr>
              <a:spLocks noGrp="1"/>
            </p:cNvSpPr>
            <p:nvPr/>
          </p:nvSpPr>
          <p:spPr>
            <a:xfrm>
              <a:off x="664541" y="787461"/>
              <a:ext cx="59784" cy="543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1" name="asset_3412_29">
              <a:extLst>
                <a:ext uri="{FF2B5EF4-FFF2-40B4-BE49-F238E27FC236}">
                  <a16:creationId xmlns:a16="http://schemas.microsoft.com/office/drawing/2014/main" id="{CF498178-8B93-4332-AEE4-F7CA96077D98}"/>
                </a:ext>
              </a:extLst>
            </p:cNvPr>
            <p:cNvSpPr>
              <a:spLocks noGrp="1"/>
            </p:cNvSpPr>
            <p:nvPr/>
          </p:nvSpPr>
          <p:spPr>
            <a:xfrm>
              <a:off x="576241" y="835825"/>
              <a:ext cx="69305" cy="630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2" name="asset_3412_30">
              <a:extLst>
                <a:ext uri="{FF2B5EF4-FFF2-40B4-BE49-F238E27FC236}">
                  <a16:creationId xmlns:a16="http://schemas.microsoft.com/office/drawing/2014/main" id="{5225E879-79C5-47DD-A145-0BC833091673}"/>
                </a:ext>
              </a:extLst>
            </p:cNvPr>
            <p:cNvSpPr>
              <a:spLocks noGrp="1"/>
            </p:cNvSpPr>
            <p:nvPr/>
          </p:nvSpPr>
          <p:spPr>
            <a:xfrm>
              <a:off x="665124" y="849267"/>
              <a:ext cx="62193" cy="565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3" name="asset_3412_31">
              <a:extLst>
                <a:ext uri="{FF2B5EF4-FFF2-40B4-BE49-F238E27FC236}">
                  <a16:creationId xmlns:a16="http://schemas.microsoft.com/office/drawing/2014/main" id="{6479CD47-E9D5-4525-821F-CEF084607013}"/>
                </a:ext>
              </a:extLst>
            </p:cNvPr>
            <p:cNvSpPr>
              <a:spLocks noGrp="1"/>
            </p:cNvSpPr>
            <p:nvPr/>
          </p:nvSpPr>
          <p:spPr>
            <a:xfrm>
              <a:off x="715191" y="783556"/>
              <a:ext cx="45416" cy="413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4" name="asset_3412_32">
              <a:extLst>
                <a:ext uri="{FF2B5EF4-FFF2-40B4-BE49-F238E27FC236}">
                  <a16:creationId xmlns:a16="http://schemas.microsoft.com/office/drawing/2014/main" id="{310AD0E1-EC81-4D3C-A6BD-4BB6A13229E6}"/>
                </a:ext>
              </a:extLst>
            </p:cNvPr>
            <p:cNvSpPr>
              <a:spLocks noGrp="1"/>
            </p:cNvSpPr>
            <p:nvPr/>
          </p:nvSpPr>
          <p:spPr>
            <a:xfrm>
              <a:off x="643912" y="818051"/>
              <a:ext cx="55636" cy="505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5" name="asset_3412_33">
              <a:extLst>
                <a:ext uri="{FF2B5EF4-FFF2-40B4-BE49-F238E27FC236}">
                  <a16:creationId xmlns:a16="http://schemas.microsoft.com/office/drawing/2014/main" id="{ACBA6F3F-31A3-40BB-A78F-6EACA0DABA2B}"/>
                </a:ext>
              </a:extLst>
            </p:cNvPr>
            <p:cNvSpPr>
              <a:spLocks noGrp="1"/>
            </p:cNvSpPr>
            <p:nvPr/>
          </p:nvSpPr>
          <p:spPr>
            <a:xfrm>
              <a:off x="625304" y="849053"/>
              <a:ext cx="66884" cy="608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6" name="asset_3412_34">
              <a:extLst>
                <a:ext uri="{FF2B5EF4-FFF2-40B4-BE49-F238E27FC236}">
                  <a16:creationId xmlns:a16="http://schemas.microsoft.com/office/drawing/2014/main" id="{9361712E-1C85-4C4D-A163-0F008BDFC6FD}"/>
                </a:ext>
              </a:extLst>
            </p:cNvPr>
            <p:cNvSpPr>
              <a:spLocks noGrp="1"/>
            </p:cNvSpPr>
            <p:nvPr/>
          </p:nvSpPr>
          <p:spPr>
            <a:xfrm>
              <a:off x="692647" y="892243"/>
              <a:ext cx="65438" cy="595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7" name="asset_3412_35">
              <a:extLst>
                <a:ext uri="{FF2B5EF4-FFF2-40B4-BE49-F238E27FC236}">
                  <a16:creationId xmlns:a16="http://schemas.microsoft.com/office/drawing/2014/main" id="{A0F45E33-3F7A-4F31-A06D-EFA466E0B322}"/>
                </a:ext>
              </a:extLst>
            </p:cNvPr>
            <p:cNvSpPr>
              <a:spLocks noGrp="1"/>
            </p:cNvSpPr>
            <p:nvPr/>
          </p:nvSpPr>
          <p:spPr>
            <a:xfrm>
              <a:off x="706491" y="838391"/>
              <a:ext cx="60698" cy="551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8" name="asset_3412_36">
              <a:extLst>
                <a:ext uri="{FF2B5EF4-FFF2-40B4-BE49-F238E27FC236}">
                  <a16:creationId xmlns:a16="http://schemas.microsoft.com/office/drawing/2014/main" id="{E545C6E9-A62D-4B34-B324-48C19B40E00A}"/>
                </a:ext>
              </a:extLst>
            </p:cNvPr>
            <p:cNvSpPr>
              <a:spLocks noGrp="1"/>
            </p:cNvSpPr>
            <p:nvPr/>
          </p:nvSpPr>
          <p:spPr>
            <a:xfrm>
              <a:off x="681883" y="811712"/>
              <a:ext cx="50698" cy="461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9" name="asset_3412_37">
              <a:extLst>
                <a:ext uri="{FF2B5EF4-FFF2-40B4-BE49-F238E27FC236}">
                  <a16:creationId xmlns:a16="http://schemas.microsoft.com/office/drawing/2014/main" id="{E3C7F907-F954-41E4-A34F-E04D93929CC5}"/>
                </a:ext>
              </a:extLst>
            </p:cNvPr>
            <p:cNvSpPr>
              <a:spLocks noGrp="1"/>
            </p:cNvSpPr>
            <p:nvPr/>
          </p:nvSpPr>
          <p:spPr>
            <a:xfrm>
              <a:off x="611001" y="846854"/>
              <a:ext cx="47559" cy="432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0" name="asset_3412_38">
              <a:extLst>
                <a:ext uri="{FF2B5EF4-FFF2-40B4-BE49-F238E27FC236}">
                  <a16:creationId xmlns:a16="http://schemas.microsoft.com/office/drawing/2014/main" id="{B78E3EAE-6C9E-48CE-A887-AF88FF3190A7}"/>
                </a:ext>
              </a:extLst>
            </p:cNvPr>
            <p:cNvSpPr>
              <a:spLocks noGrp="1"/>
            </p:cNvSpPr>
            <p:nvPr/>
          </p:nvSpPr>
          <p:spPr>
            <a:xfrm>
              <a:off x="684330" y="904706"/>
              <a:ext cx="51698" cy="470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1" name="asset_3412_39">
              <a:extLst>
                <a:ext uri="{FF2B5EF4-FFF2-40B4-BE49-F238E27FC236}">
                  <a16:creationId xmlns:a16="http://schemas.microsoft.com/office/drawing/2014/main" id="{7DA969D7-C5D7-486D-9AB8-BC9EF33D9B88}"/>
                </a:ext>
              </a:extLst>
            </p:cNvPr>
            <p:cNvSpPr>
              <a:spLocks noGrp="1"/>
            </p:cNvSpPr>
            <p:nvPr/>
          </p:nvSpPr>
          <p:spPr>
            <a:xfrm>
              <a:off x="683741" y="814489"/>
              <a:ext cx="62909" cy="572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2" name="asset_3412_40">
              <a:extLst>
                <a:ext uri="{FF2B5EF4-FFF2-40B4-BE49-F238E27FC236}">
                  <a16:creationId xmlns:a16="http://schemas.microsoft.com/office/drawing/2014/main" id="{545C7CB2-5E10-42A0-AE6D-7385490B44A4}"/>
                </a:ext>
              </a:extLst>
            </p:cNvPr>
            <p:cNvSpPr>
              <a:spLocks noGrp="1"/>
            </p:cNvSpPr>
            <p:nvPr/>
          </p:nvSpPr>
          <p:spPr>
            <a:xfrm>
              <a:off x="637639" y="761786"/>
              <a:ext cx="63135" cy="574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3" name="asset_3412_41">
              <a:extLst>
                <a:ext uri="{FF2B5EF4-FFF2-40B4-BE49-F238E27FC236}">
                  <a16:creationId xmlns:a16="http://schemas.microsoft.com/office/drawing/2014/main" id="{5E854554-5E3C-4588-B0ED-65FEBEDFDCE7}"/>
                </a:ext>
              </a:extLst>
            </p:cNvPr>
            <p:cNvSpPr>
              <a:spLocks noGrp="1"/>
            </p:cNvSpPr>
            <p:nvPr/>
          </p:nvSpPr>
          <p:spPr>
            <a:xfrm>
              <a:off x="617210" y="858848"/>
              <a:ext cx="63505" cy="577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4" name="asset_3412_42">
              <a:extLst>
                <a:ext uri="{FF2B5EF4-FFF2-40B4-BE49-F238E27FC236}">
                  <a16:creationId xmlns:a16="http://schemas.microsoft.com/office/drawing/2014/main" id="{88D26391-0484-4A0D-8947-10DDE3AFE1AE}"/>
                </a:ext>
              </a:extLst>
            </p:cNvPr>
            <p:cNvSpPr>
              <a:spLocks noGrp="1"/>
            </p:cNvSpPr>
            <p:nvPr/>
          </p:nvSpPr>
          <p:spPr>
            <a:xfrm>
              <a:off x="644378" y="873143"/>
              <a:ext cx="46459" cy="422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5" name="asset_3412_43">
              <a:extLst>
                <a:ext uri="{FF2B5EF4-FFF2-40B4-BE49-F238E27FC236}">
                  <a16:creationId xmlns:a16="http://schemas.microsoft.com/office/drawing/2014/main" id="{D296FDD4-23D2-45B7-9FF3-E27F787D660C}"/>
                </a:ext>
              </a:extLst>
            </p:cNvPr>
            <p:cNvSpPr>
              <a:spLocks noGrp="1"/>
            </p:cNvSpPr>
            <p:nvPr/>
          </p:nvSpPr>
          <p:spPr>
            <a:xfrm>
              <a:off x="713957" y="785065"/>
              <a:ext cx="64210" cy="583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6" name="asset_3412_44">
              <a:extLst>
                <a:ext uri="{FF2B5EF4-FFF2-40B4-BE49-F238E27FC236}">
                  <a16:creationId xmlns:a16="http://schemas.microsoft.com/office/drawing/2014/main" id="{EF19E3E1-E200-43A6-A171-5B9AE6307115}"/>
                </a:ext>
              </a:extLst>
            </p:cNvPr>
            <p:cNvSpPr>
              <a:spLocks noGrp="1"/>
            </p:cNvSpPr>
            <p:nvPr/>
          </p:nvSpPr>
          <p:spPr>
            <a:xfrm>
              <a:off x="627295" y="768401"/>
              <a:ext cx="71417" cy="649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7" name="asset_3412_45">
              <a:extLst>
                <a:ext uri="{FF2B5EF4-FFF2-40B4-BE49-F238E27FC236}">
                  <a16:creationId xmlns:a16="http://schemas.microsoft.com/office/drawing/2014/main" id="{64AC7D4B-9025-46AF-8A10-A47D4828F877}"/>
                </a:ext>
              </a:extLst>
            </p:cNvPr>
            <p:cNvSpPr>
              <a:spLocks noGrp="1"/>
            </p:cNvSpPr>
            <p:nvPr/>
          </p:nvSpPr>
          <p:spPr>
            <a:xfrm>
              <a:off x="662127" y="830807"/>
              <a:ext cx="45722" cy="415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8" name="asset_3412_46">
              <a:extLst>
                <a:ext uri="{FF2B5EF4-FFF2-40B4-BE49-F238E27FC236}">
                  <a16:creationId xmlns:a16="http://schemas.microsoft.com/office/drawing/2014/main" id="{B32E27BE-3649-40E9-BC53-D6D176B565CE}"/>
                </a:ext>
              </a:extLst>
            </p:cNvPr>
            <p:cNvSpPr>
              <a:spLocks noGrp="1"/>
            </p:cNvSpPr>
            <p:nvPr/>
          </p:nvSpPr>
          <p:spPr>
            <a:xfrm>
              <a:off x="674690" y="890903"/>
              <a:ext cx="54138" cy="4923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9" name="asset_3412_47">
              <a:extLst>
                <a:ext uri="{FF2B5EF4-FFF2-40B4-BE49-F238E27FC236}">
                  <a16:creationId xmlns:a16="http://schemas.microsoft.com/office/drawing/2014/main" id="{79AD6BB7-7261-44B4-B8FC-2B10EE128DF9}"/>
                </a:ext>
              </a:extLst>
            </p:cNvPr>
            <p:cNvSpPr>
              <a:spLocks noGrp="1"/>
            </p:cNvSpPr>
            <p:nvPr/>
          </p:nvSpPr>
          <p:spPr>
            <a:xfrm>
              <a:off x="728838" y="783316"/>
              <a:ext cx="70817" cy="64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0" name="asset_3412_48">
              <a:extLst>
                <a:ext uri="{FF2B5EF4-FFF2-40B4-BE49-F238E27FC236}">
                  <a16:creationId xmlns:a16="http://schemas.microsoft.com/office/drawing/2014/main" id="{C4A517CB-22E7-46FF-B7CE-F77262ECF306}"/>
                </a:ext>
              </a:extLst>
            </p:cNvPr>
            <p:cNvSpPr>
              <a:spLocks noGrp="1"/>
            </p:cNvSpPr>
            <p:nvPr/>
          </p:nvSpPr>
          <p:spPr>
            <a:xfrm>
              <a:off x="645703" y="808300"/>
              <a:ext cx="67481" cy="613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1" name="asset_3412_49">
              <a:extLst>
                <a:ext uri="{FF2B5EF4-FFF2-40B4-BE49-F238E27FC236}">
                  <a16:creationId xmlns:a16="http://schemas.microsoft.com/office/drawing/2014/main" id="{8D3A1565-4090-4638-B9AE-985BC778A5DD}"/>
                </a:ext>
              </a:extLst>
            </p:cNvPr>
            <p:cNvSpPr>
              <a:spLocks noGrp="1"/>
            </p:cNvSpPr>
            <p:nvPr/>
          </p:nvSpPr>
          <p:spPr>
            <a:xfrm>
              <a:off x="594776" y="839283"/>
              <a:ext cx="49260" cy="447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2" name="asset_3412_50">
              <a:extLst>
                <a:ext uri="{FF2B5EF4-FFF2-40B4-BE49-F238E27FC236}">
                  <a16:creationId xmlns:a16="http://schemas.microsoft.com/office/drawing/2014/main" id="{978EB237-A986-4756-BB58-571E1E957CAF}"/>
                </a:ext>
              </a:extLst>
            </p:cNvPr>
            <p:cNvSpPr>
              <a:spLocks noGrp="1"/>
            </p:cNvSpPr>
            <p:nvPr/>
          </p:nvSpPr>
          <p:spPr>
            <a:xfrm>
              <a:off x="654900" y="864265"/>
              <a:ext cx="67622" cy="614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3" name="asset_3412_51">
              <a:extLst>
                <a:ext uri="{FF2B5EF4-FFF2-40B4-BE49-F238E27FC236}">
                  <a16:creationId xmlns:a16="http://schemas.microsoft.com/office/drawing/2014/main" id="{7351A4D0-5D28-499B-A47C-95178006B57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3" name="a | density cube M_diff"/>
          <p:cNvGrpSpPr/>
          <p:nvPr/>
        </p:nvGrpSpPr>
        <p:grpSpPr>
          <a:xfrm>
            <a:off x="152100" y="1152000"/>
            <a:ext cx="311400" cy="279720"/>
            <a:chOff x="160920" y="1176120"/>
            <a:chExt cx="285840" cy="256320"/>
          </a:xfrm>
        </p:grpSpPr>
        <p:sp>
          <p:nvSpPr>
            <p:cNvPr id="5104" name="asset_3413_0">
              <a:extLst>
                <a:ext uri="{FF2B5EF4-FFF2-40B4-BE49-F238E27FC236}">
                  <a16:creationId xmlns:a16="http://schemas.microsoft.com/office/drawing/2014/main" id="{96AF6377-EF2A-4F71-BD12-BAECE2166337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17612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105" name="asset_3413_1">
              <a:extLst>
                <a:ext uri="{FF2B5EF4-FFF2-40B4-BE49-F238E27FC236}">
                  <a16:creationId xmlns:a16="http://schemas.microsoft.com/office/drawing/2014/main" id="{2DD5CEBF-F20D-4AD5-A6DD-D474845D2E78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117612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106" name="asset_3413_2">
              <a:extLst>
                <a:ext uri="{FF2B5EF4-FFF2-40B4-BE49-F238E27FC236}">
                  <a16:creationId xmlns:a16="http://schemas.microsoft.com/office/drawing/2014/main" id="{DE71FA0F-2768-41D1-9C61-20D86FB6F904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107" name="asset_3413_3">
              <a:extLst>
                <a:ext uri="{FF2B5EF4-FFF2-40B4-BE49-F238E27FC236}">
                  <a16:creationId xmlns:a16="http://schemas.microsoft.com/office/drawing/2014/main" id="{7F684624-DE3A-4FF6-A73D-37C445214E83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08" name="asset_3413_4">
              <a:extLst>
                <a:ext uri="{FF2B5EF4-FFF2-40B4-BE49-F238E27FC236}">
                  <a16:creationId xmlns:a16="http://schemas.microsoft.com/office/drawing/2014/main" id="{4AAA1139-87AE-4CFB-BFFB-B62CD7CF29BA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7288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09" name="asset_3413_5">
              <a:extLst>
                <a:ext uri="{FF2B5EF4-FFF2-40B4-BE49-F238E27FC236}">
                  <a16:creationId xmlns:a16="http://schemas.microsoft.com/office/drawing/2014/main" id="{67D24C1C-B50F-4C5E-A90A-9B2A56F9A39C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0" name="asset_3413_6">
              <a:extLst>
                <a:ext uri="{FF2B5EF4-FFF2-40B4-BE49-F238E27FC236}">
                  <a16:creationId xmlns:a16="http://schemas.microsoft.com/office/drawing/2014/main" id="{DECE3536-2EF3-4C9D-8AC7-B33FF5992C43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2606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1" name="asset_3413_7">
              <a:extLst>
                <a:ext uri="{FF2B5EF4-FFF2-40B4-BE49-F238E27FC236}">
                  <a16:creationId xmlns:a16="http://schemas.microsoft.com/office/drawing/2014/main" id="{A92CB793-5553-4348-873B-7675EF567C36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2" name="asset_3413_8">
              <a:extLst>
                <a:ext uri="{FF2B5EF4-FFF2-40B4-BE49-F238E27FC236}">
                  <a16:creationId xmlns:a16="http://schemas.microsoft.com/office/drawing/2014/main" id="{D2B04B1D-09B6-48F5-A36F-3F5A06CC447D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7925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3" name="asset_3413_9">
              <a:extLst>
                <a:ext uri="{FF2B5EF4-FFF2-40B4-BE49-F238E27FC236}">
                  <a16:creationId xmlns:a16="http://schemas.microsoft.com/office/drawing/2014/main" id="{8DF44446-12A1-462E-8F3F-3B80853D0AAB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124855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4" name="asset_3413_10">
              <a:extLst>
                <a:ext uri="{FF2B5EF4-FFF2-40B4-BE49-F238E27FC236}">
                  <a16:creationId xmlns:a16="http://schemas.microsoft.com/office/drawing/2014/main" id="{4F0BD022-5188-411F-B95B-322F583F3798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127715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5" name="asset_3413_11">
              <a:extLst>
                <a:ext uri="{FF2B5EF4-FFF2-40B4-BE49-F238E27FC236}">
                  <a16:creationId xmlns:a16="http://schemas.microsoft.com/office/drawing/2014/main" id="{0F247497-D37D-43FD-AE5A-810E9FFCC67B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122404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6" name="asset_3413_12">
              <a:extLst>
                <a:ext uri="{FF2B5EF4-FFF2-40B4-BE49-F238E27FC236}">
                  <a16:creationId xmlns:a16="http://schemas.microsoft.com/office/drawing/2014/main" id="{F65A6389-FBB4-415F-9979-67939D96B22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120975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7" name="asset_3413_13">
              <a:extLst>
                <a:ext uri="{FF2B5EF4-FFF2-40B4-BE49-F238E27FC236}">
                  <a16:creationId xmlns:a16="http://schemas.microsoft.com/office/drawing/2014/main" id="{740B05DB-45E1-4234-AEE0-1B4B35D70C20}"/>
                </a:ext>
              </a:extLst>
            </p:cNvPr>
            <p:cNvSpPr>
              <a:spLocks noGrp="1"/>
            </p:cNvSpPr>
            <p:nvPr/>
          </p:nvSpPr>
          <p:spPr>
            <a:xfrm>
              <a:off x="207275" y="1300939"/>
              <a:ext cx="47150" cy="428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8" name="asset_3413_14">
              <a:extLst>
                <a:ext uri="{FF2B5EF4-FFF2-40B4-BE49-F238E27FC236}">
                  <a16:creationId xmlns:a16="http://schemas.microsoft.com/office/drawing/2014/main" id="{8BC20217-2C17-4622-812E-3CFE6816177C}"/>
                </a:ext>
              </a:extLst>
            </p:cNvPr>
            <p:cNvSpPr>
              <a:spLocks noGrp="1"/>
            </p:cNvSpPr>
            <p:nvPr/>
          </p:nvSpPr>
          <p:spPr>
            <a:xfrm>
              <a:off x="249679" y="1317917"/>
              <a:ext cx="47375" cy="430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9" name="asset_3413_15">
              <a:extLst>
                <a:ext uri="{FF2B5EF4-FFF2-40B4-BE49-F238E27FC236}">
                  <a16:creationId xmlns:a16="http://schemas.microsoft.com/office/drawing/2014/main" id="{CDDB59BD-30F3-4896-B509-D7D8701698E8}"/>
                </a:ext>
              </a:extLst>
            </p:cNvPr>
            <p:cNvSpPr>
              <a:spLocks noGrp="1"/>
            </p:cNvSpPr>
            <p:nvPr/>
          </p:nvSpPr>
          <p:spPr>
            <a:xfrm>
              <a:off x="324273" y="1227294"/>
              <a:ext cx="38104" cy="34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0" name="asset_3413_16">
              <a:extLst>
                <a:ext uri="{FF2B5EF4-FFF2-40B4-BE49-F238E27FC236}">
                  <a16:creationId xmlns:a16="http://schemas.microsoft.com/office/drawing/2014/main" id="{57054316-E387-47F0-AB89-326BB3EEA95F}"/>
                </a:ext>
              </a:extLst>
            </p:cNvPr>
            <p:cNvSpPr>
              <a:spLocks noGrp="1"/>
            </p:cNvSpPr>
            <p:nvPr/>
          </p:nvSpPr>
          <p:spPr>
            <a:xfrm>
              <a:off x="225774" y="1232818"/>
              <a:ext cx="35291" cy="320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1" name="asset_3413_17">
              <a:extLst>
                <a:ext uri="{FF2B5EF4-FFF2-40B4-BE49-F238E27FC236}">
                  <a16:creationId xmlns:a16="http://schemas.microsoft.com/office/drawing/2014/main" id="{6C030053-39ED-41B2-9891-40C9E9F025F0}"/>
                </a:ext>
              </a:extLst>
            </p:cNvPr>
            <p:cNvSpPr>
              <a:spLocks noGrp="1"/>
            </p:cNvSpPr>
            <p:nvPr/>
          </p:nvSpPr>
          <p:spPr>
            <a:xfrm>
              <a:off x="197942" y="1264452"/>
              <a:ext cx="55295" cy="502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2" name="asset_3413_18">
              <a:extLst>
                <a:ext uri="{FF2B5EF4-FFF2-40B4-BE49-F238E27FC236}">
                  <a16:creationId xmlns:a16="http://schemas.microsoft.com/office/drawing/2014/main" id="{2B0479E9-9746-4647-AB5F-66C08D087E63}"/>
                </a:ext>
              </a:extLst>
            </p:cNvPr>
            <p:cNvSpPr>
              <a:spLocks noGrp="1"/>
            </p:cNvSpPr>
            <p:nvPr/>
          </p:nvSpPr>
          <p:spPr>
            <a:xfrm>
              <a:off x="284717" y="1316404"/>
              <a:ext cx="48465" cy="440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3" name="asset_3413_19">
              <a:extLst>
                <a:ext uri="{FF2B5EF4-FFF2-40B4-BE49-F238E27FC236}">
                  <a16:creationId xmlns:a16="http://schemas.microsoft.com/office/drawing/2014/main" id="{80016479-7B0F-4BD2-BE1E-D4C04AB79BBC}"/>
                </a:ext>
              </a:extLst>
            </p:cNvPr>
            <p:cNvSpPr>
              <a:spLocks noGrp="1"/>
            </p:cNvSpPr>
            <p:nvPr/>
          </p:nvSpPr>
          <p:spPr>
            <a:xfrm>
              <a:off x="281796" y="1274922"/>
              <a:ext cx="44753" cy="406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4" name="asset_3413_20">
              <a:extLst>
                <a:ext uri="{FF2B5EF4-FFF2-40B4-BE49-F238E27FC236}">
                  <a16:creationId xmlns:a16="http://schemas.microsoft.com/office/drawing/2014/main" id="{B6C19396-8EC4-4D18-BDB2-54E507B4B695}"/>
                </a:ext>
              </a:extLst>
            </p:cNvPr>
            <p:cNvSpPr>
              <a:spLocks noGrp="1"/>
            </p:cNvSpPr>
            <p:nvPr/>
          </p:nvSpPr>
          <p:spPr>
            <a:xfrm>
              <a:off x="267072" y="1264740"/>
              <a:ext cx="46202" cy="420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5" name="asset_3413_21">
              <a:extLst>
                <a:ext uri="{FF2B5EF4-FFF2-40B4-BE49-F238E27FC236}">
                  <a16:creationId xmlns:a16="http://schemas.microsoft.com/office/drawing/2014/main" id="{EA3E067B-C177-40E9-B868-96DA72FA2462}"/>
                </a:ext>
              </a:extLst>
            </p:cNvPr>
            <p:cNvSpPr>
              <a:spLocks noGrp="1"/>
            </p:cNvSpPr>
            <p:nvPr/>
          </p:nvSpPr>
          <p:spPr>
            <a:xfrm>
              <a:off x="226551" y="1251177"/>
              <a:ext cx="47193" cy="429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6" name="asset_3413_22">
              <a:extLst>
                <a:ext uri="{FF2B5EF4-FFF2-40B4-BE49-F238E27FC236}">
                  <a16:creationId xmlns:a16="http://schemas.microsoft.com/office/drawing/2014/main" id="{62CD4B73-490C-49C8-972F-5D2A7F89EAA4}"/>
                </a:ext>
              </a:extLst>
            </p:cNvPr>
            <p:cNvSpPr>
              <a:spLocks noGrp="1"/>
            </p:cNvSpPr>
            <p:nvPr/>
          </p:nvSpPr>
          <p:spPr>
            <a:xfrm>
              <a:off x="284906" y="1314282"/>
              <a:ext cx="39074" cy="3553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7" name="asset_3413_23">
              <a:extLst>
                <a:ext uri="{FF2B5EF4-FFF2-40B4-BE49-F238E27FC236}">
                  <a16:creationId xmlns:a16="http://schemas.microsoft.com/office/drawing/2014/main" id="{CC83CBBB-BB9A-4E3A-B648-0D7B0D173AA8}"/>
                </a:ext>
              </a:extLst>
            </p:cNvPr>
            <p:cNvSpPr>
              <a:spLocks noGrp="1"/>
            </p:cNvSpPr>
            <p:nvPr/>
          </p:nvSpPr>
          <p:spPr>
            <a:xfrm>
              <a:off x="305192" y="1231356"/>
              <a:ext cx="50532" cy="459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8" name="asset_3413_24">
              <a:extLst>
                <a:ext uri="{FF2B5EF4-FFF2-40B4-BE49-F238E27FC236}">
                  <a16:creationId xmlns:a16="http://schemas.microsoft.com/office/drawing/2014/main" id="{1C862F0E-B8D6-47EB-A5C9-26FB0F5C95FB}"/>
                </a:ext>
              </a:extLst>
            </p:cNvPr>
            <p:cNvSpPr>
              <a:spLocks noGrp="1"/>
            </p:cNvSpPr>
            <p:nvPr/>
          </p:nvSpPr>
          <p:spPr>
            <a:xfrm>
              <a:off x="246983" y="1227076"/>
              <a:ext cx="44091" cy="400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9" name="asset_3413_25">
              <a:extLst>
                <a:ext uri="{FF2B5EF4-FFF2-40B4-BE49-F238E27FC236}">
                  <a16:creationId xmlns:a16="http://schemas.microsoft.com/office/drawing/2014/main" id="{2B634127-E2CA-4885-8C68-FD9DFA3D2B9B}"/>
                </a:ext>
              </a:extLst>
            </p:cNvPr>
            <p:cNvSpPr>
              <a:spLocks noGrp="1"/>
            </p:cNvSpPr>
            <p:nvPr/>
          </p:nvSpPr>
          <p:spPr>
            <a:xfrm>
              <a:off x="209337" y="1281095"/>
              <a:ext cx="46893" cy="426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0" name="asset_3413_26">
              <a:extLst>
                <a:ext uri="{FF2B5EF4-FFF2-40B4-BE49-F238E27FC236}">
                  <a16:creationId xmlns:a16="http://schemas.microsoft.com/office/drawing/2014/main" id="{B737EFA1-45BC-497D-9D83-EA27D4907370}"/>
                </a:ext>
              </a:extLst>
            </p:cNvPr>
            <p:cNvSpPr>
              <a:spLocks noGrp="1"/>
            </p:cNvSpPr>
            <p:nvPr/>
          </p:nvSpPr>
          <p:spPr>
            <a:xfrm>
              <a:off x="238293" y="1310201"/>
              <a:ext cx="52593" cy="478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1" name="asset_3413_27">
              <a:extLst>
                <a:ext uri="{FF2B5EF4-FFF2-40B4-BE49-F238E27FC236}">
                  <a16:creationId xmlns:a16="http://schemas.microsoft.com/office/drawing/2014/main" id="{AABD8F56-3222-4408-954B-44AD5B7530F3}"/>
                </a:ext>
              </a:extLst>
            </p:cNvPr>
            <p:cNvSpPr>
              <a:spLocks noGrp="1"/>
            </p:cNvSpPr>
            <p:nvPr/>
          </p:nvSpPr>
          <p:spPr>
            <a:xfrm>
              <a:off x="321398" y="1269254"/>
              <a:ext cx="57856" cy="526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2" name="asset_3413_28">
              <a:extLst>
                <a:ext uri="{FF2B5EF4-FFF2-40B4-BE49-F238E27FC236}">
                  <a16:creationId xmlns:a16="http://schemas.microsoft.com/office/drawing/2014/main" id="{FE43E1AD-24F7-4F43-936C-3CBD5FA219F7}"/>
                </a:ext>
              </a:extLst>
            </p:cNvPr>
            <p:cNvSpPr>
              <a:spLocks noGrp="1"/>
            </p:cNvSpPr>
            <p:nvPr/>
          </p:nvSpPr>
          <p:spPr>
            <a:xfrm>
              <a:off x="253444" y="1258758"/>
              <a:ext cx="45030" cy="409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3" name="asset_3413_29">
              <a:extLst>
                <a:ext uri="{FF2B5EF4-FFF2-40B4-BE49-F238E27FC236}">
                  <a16:creationId xmlns:a16="http://schemas.microsoft.com/office/drawing/2014/main" id="{7854089A-65CC-4E4B-A30C-1294301F41E4}"/>
                </a:ext>
              </a:extLst>
            </p:cNvPr>
            <p:cNvSpPr>
              <a:spLocks noGrp="1"/>
            </p:cNvSpPr>
            <p:nvPr/>
          </p:nvSpPr>
          <p:spPr>
            <a:xfrm>
              <a:off x="219427" y="1238101"/>
              <a:ext cx="52062" cy="473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4" name="asset_3413_30">
              <a:extLst>
                <a:ext uri="{FF2B5EF4-FFF2-40B4-BE49-F238E27FC236}">
                  <a16:creationId xmlns:a16="http://schemas.microsoft.com/office/drawing/2014/main" id="{DC5C5D5D-CA84-41BD-80D2-0BF0D2D20513}"/>
                </a:ext>
              </a:extLst>
            </p:cNvPr>
            <p:cNvSpPr>
              <a:spLocks noGrp="1"/>
            </p:cNvSpPr>
            <p:nvPr/>
          </p:nvSpPr>
          <p:spPr>
            <a:xfrm>
              <a:off x="229959" y="1318350"/>
              <a:ext cx="35062" cy="318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5" name="asset_3413_31">
              <a:extLst>
                <a:ext uri="{FF2B5EF4-FFF2-40B4-BE49-F238E27FC236}">
                  <a16:creationId xmlns:a16="http://schemas.microsoft.com/office/drawing/2014/main" id="{A7BE6731-3A2B-4624-80C3-F63921C30278}"/>
                </a:ext>
              </a:extLst>
            </p:cNvPr>
            <p:cNvSpPr>
              <a:spLocks noGrp="1"/>
            </p:cNvSpPr>
            <p:nvPr/>
          </p:nvSpPr>
          <p:spPr>
            <a:xfrm>
              <a:off x="336804" y="1263402"/>
              <a:ext cx="37332" cy="339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6" name="asset_3413_32">
              <a:extLst>
                <a:ext uri="{FF2B5EF4-FFF2-40B4-BE49-F238E27FC236}">
                  <a16:creationId xmlns:a16="http://schemas.microsoft.com/office/drawing/2014/main" id="{AFCF401B-3D66-49BA-ABDE-541239617AA5}"/>
                </a:ext>
              </a:extLst>
            </p:cNvPr>
            <p:cNvSpPr>
              <a:spLocks noGrp="1"/>
            </p:cNvSpPr>
            <p:nvPr/>
          </p:nvSpPr>
          <p:spPr>
            <a:xfrm>
              <a:off x="227834" y="1215344"/>
              <a:ext cx="48136" cy="437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7" name="asset_3413_33">
              <a:extLst>
                <a:ext uri="{FF2B5EF4-FFF2-40B4-BE49-F238E27FC236}">
                  <a16:creationId xmlns:a16="http://schemas.microsoft.com/office/drawing/2014/main" id="{92D301C1-D4D0-49D9-ABED-3FB030ED0E6F}"/>
                </a:ext>
              </a:extLst>
            </p:cNvPr>
            <p:cNvSpPr>
              <a:spLocks noGrp="1"/>
            </p:cNvSpPr>
            <p:nvPr/>
          </p:nvSpPr>
          <p:spPr>
            <a:xfrm>
              <a:off x="228960" y="1264047"/>
              <a:ext cx="55232" cy="502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8" name="asset_3413_34">
              <a:extLst>
                <a:ext uri="{FF2B5EF4-FFF2-40B4-BE49-F238E27FC236}">
                  <a16:creationId xmlns:a16="http://schemas.microsoft.com/office/drawing/2014/main" id="{DF015140-279E-42F9-B115-F352F2801A81}"/>
                </a:ext>
              </a:extLst>
            </p:cNvPr>
            <p:cNvSpPr>
              <a:spLocks noGrp="1"/>
            </p:cNvSpPr>
            <p:nvPr/>
          </p:nvSpPr>
          <p:spPr>
            <a:xfrm>
              <a:off x="277925" y="1317864"/>
              <a:ext cx="54288" cy="493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9" name="asset_3413_35">
              <a:extLst>
                <a:ext uri="{FF2B5EF4-FFF2-40B4-BE49-F238E27FC236}">
                  <a16:creationId xmlns:a16="http://schemas.microsoft.com/office/drawing/2014/main" id="{EC6011CF-0B37-489D-B1D0-3E82EF45E38A}"/>
                </a:ext>
              </a:extLst>
            </p:cNvPr>
            <p:cNvSpPr>
              <a:spLocks noGrp="1"/>
            </p:cNvSpPr>
            <p:nvPr/>
          </p:nvSpPr>
          <p:spPr>
            <a:xfrm>
              <a:off x="307909" y="1244515"/>
              <a:ext cx="45762" cy="416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0" name="asset_3413_36">
              <a:extLst>
                <a:ext uri="{FF2B5EF4-FFF2-40B4-BE49-F238E27FC236}">
                  <a16:creationId xmlns:a16="http://schemas.microsoft.com/office/drawing/2014/main" id="{E228F00E-AAEB-4762-B721-362A7ED68F12}"/>
                </a:ext>
              </a:extLst>
            </p:cNvPr>
            <p:cNvSpPr>
              <a:spLocks noGrp="1"/>
            </p:cNvSpPr>
            <p:nvPr/>
          </p:nvSpPr>
          <p:spPr>
            <a:xfrm>
              <a:off x="279466" y="1264065"/>
              <a:ext cx="34731" cy="3158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1" name="asset_3413_37">
              <a:extLst>
                <a:ext uri="{FF2B5EF4-FFF2-40B4-BE49-F238E27FC236}">
                  <a16:creationId xmlns:a16="http://schemas.microsoft.com/office/drawing/2014/main" id="{56D2E88C-77C6-4C65-AD82-60595AB343D4}"/>
                </a:ext>
              </a:extLst>
            </p:cNvPr>
            <p:cNvSpPr>
              <a:spLocks noGrp="1"/>
            </p:cNvSpPr>
            <p:nvPr/>
          </p:nvSpPr>
          <p:spPr>
            <a:xfrm>
              <a:off x="224671" y="1263858"/>
              <a:ext cx="39472" cy="358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2" name="asset_3413_38">
              <a:extLst>
                <a:ext uri="{FF2B5EF4-FFF2-40B4-BE49-F238E27FC236}">
                  <a16:creationId xmlns:a16="http://schemas.microsoft.com/office/drawing/2014/main" id="{F61DF0E4-6C52-48CE-B6F6-AA03069E7D99}"/>
                </a:ext>
              </a:extLst>
            </p:cNvPr>
            <p:cNvSpPr>
              <a:spLocks noGrp="1"/>
            </p:cNvSpPr>
            <p:nvPr/>
          </p:nvSpPr>
          <p:spPr>
            <a:xfrm>
              <a:off x="260503" y="1277190"/>
              <a:ext cx="56525" cy="5140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3" name="asset_3413_39">
              <a:extLst>
                <a:ext uri="{FF2B5EF4-FFF2-40B4-BE49-F238E27FC236}">
                  <a16:creationId xmlns:a16="http://schemas.microsoft.com/office/drawing/2014/main" id="{06D52969-FDE8-457D-9CCC-F594D4095625}"/>
                </a:ext>
              </a:extLst>
            </p:cNvPr>
            <p:cNvSpPr>
              <a:spLocks noGrp="1"/>
            </p:cNvSpPr>
            <p:nvPr/>
          </p:nvSpPr>
          <p:spPr>
            <a:xfrm>
              <a:off x="279530" y="1219117"/>
              <a:ext cx="49716" cy="4521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4" name="asset_3413_40">
              <a:extLst>
                <a:ext uri="{FF2B5EF4-FFF2-40B4-BE49-F238E27FC236}">
                  <a16:creationId xmlns:a16="http://schemas.microsoft.com/office/drawing/2014/main" id="{03BB2723-84F7-40DD-B621-535E923BAB74}"/>
                </a:ext>
              </a:extLst>
            </p:cNvPr>
            <p:cNvSpPr>
              <a:spLocks noGrp="1"/>
            </p:cNvSpPr>
            <p:nvPr/>
          </p:nvSpPr>
          <p:spPr>
            <a:xfrm>
              <a:off x="261526" y="1246033"/>
              <a:ext cx="40383" cy="367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5" name="asset_3413_41">
              <a:extLst>
                <a:ext uri="{FF2B5EF4-FFF2-40B4-BE49-F238E27FC236}">
                  <a16:creationId xmlns:a16="http://schemas.microsoft.com/office/drawing/2014/main" id="{C1CDB97A-B0F0-440A-AE2F-8BAA25DD7496}"/>
                </a:ext>
              </a:extLst>
            </p:cNvPr>
            <p:cNvSpPr>
              <a:spLocks noGrp="1"/>
            </p:cNvSpPr>
            <p:nvPr/>
          </p:nvSpPr>
          <p:spPr>
            <a:xfrm>
              <a:off x="237551" y="1272828"/>
              <a:ext cx="39056" cy="355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6" name="asset_3413_42">
              <a:extLst>
                <a:ext uri="{FF2B5EF4-FFF2-40B4-BE49-F238E27FC236}">
                  <a16:creationId xmlns:a16="http://schemas.microsoft.com/office/drawing/2014/main" id="{817B9DD0-9DE1-4A6B-A94B-EFCA0FFE83BD}"/>
                </a:ext>
              </a:extLst>
            </p:cNvPr>
            <p:cNvSpPr>
              <a:spLocks noGrp="1"/>
            </p:cNvSpPr>
            <p:nvPr/>
          </p:nvSpPr>
          <p:spPr>
            <a:xfrm>
              <a:off x="261167" y="1337746"/>
              <a:ext cx="47847" cy="435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7" name="asset_3413_43">
              <a:extLst>
                <a:ext uri="{FF2B5EF4-FFF2-40B4-BE49-F238E27FC236}">
                  <a16:creationId xmlns:a16="http://schemas.microsoft.com/office/drawing/2014/main" id="{7226DCF4-10D9-446B-8040-8BC838958EE7}"/>
                </a:ext>
              </a:extLst>
            </p:cNvPr>
            <p:cNvSpPr>
              <a:spLocks noGrp="1"/>
            </p:cNvSpPr>
            <p:nvPr/>
          </p:nvSpPr>
          <p:spPr>
            <a:xfrm>
              <a:off x="323515" y="1223085"/>
              <a:ext cx="33680" cy="306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8" name="asset_3413_44">
              <a:extLst>
                <a:ext uri="{FF2B5EF4-FFF2-40B4-BE49-F238E27FC236}">
                  <a16:creationId xmlns:a16="http://schemas.microsoft.com/office/drawing/2014/main" id="{567BD552-BACB-452F-BF23-0955FF8C29A0}"/>
                </a:ext>
              </a:extLst>
            </p:cNvPr>
            <p:cNvSpPr>
              <a:spLocks noGrp="1"/>
            </p:cNvSpPr>
            <p:nvPr/>
          </p:nvSpPr>
          <p:spPr>
            <a:xfrm>
              <a:off x="249249" y="1220053"/>
              <a:ext cx="34950" cy="3178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9" name="asset_3413_45">
              <a:extLst>
                <a:ext uri="{FF2B5EF4-FFF2-40B4-BE49-F238E27FC236}">
                  <a16:creationId xmlns:a16="http://schemas.microsoft.com/office/drawing/2014/main" id="{CCC6960C-7A6B-4EAB-9AFB-7050002D2926}"/>
                </a:ext>
              </a:extLst>
            </p:cNvPr>
            <p:cNvSpPr>
              <a:spLocks noGrp="1"/>
            </p:cNvSpPr>
            <p:nvPr/>
          </p:nvSpPr>
          <p:spPr>
            <a:xfrm>
              <a:off x="244019" y="1297552"/>
              <a:ext cx="38978" cy="354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0" name="asset_3413_46">
              <a:extLst>
                <a:ext uri="{FF2B5EF4-FFF2-40B4-BE49-F238E27FC236}">
                  <a16:creationId xmlns:a16="http://schemas.microsoft.com/office/drawing/2014/main" id="{B81D4F7C-111F-4018-9256-ED1DA1F9943B}"/>
                </a:ext>
              </a:extLst>
            </p:cNvPr>
            <p:cNvSpPr>
              <a:spLocks noGrp="1"/>
            </p:cNvSpPr>
            <p:nvPr/>
          </p:nvSpPr>
          <p:spPr>
            <a:xfrm>
              <a:off x="298347" y="1306680"/>
              <a:ext cx="47957" cy="436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1" name="asset_3413_47">
              <a:extLst>
                <a:ext uri="{FF2B5EF4-FFF2-40B4-BE49-F238E27FC236}">
                  <a16:creationId xmlns:a16="http://schemas.microsoft.com/office/drawing/2014/main" id="{C29ED04F-9904-45FB-A5FA-0040EA7DBF30}"/>
                </a:ext>
              </a:extLst>
            </p:cNvPr>
            <p:cNvSpPr>
              <a:spLocks noGrp="1"/>
            </p:cNvSpPr>
            <p:nvPr/>
          </p:nvSpPr>
          <p:spPr>
            <a:xfrm>
              <a:off x="304954" y="1280878"/>
              <a:ext cx="35290" cy="320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2" name="asset_3413_48">
              <a:extLst>
                <a:ext uri="{FF2B5EF4-FFF2-40B4-BE49-F238E27FC236}">
                  <a16:creationId xmlns:a16="http://schemas.microsoft.com/office/drawing/2014/main" id="{1FE050AB-AB03-45C6-80A9-E40EE2BAACE7}"/>
                </a:ext>
              </a:extLst>
            </p:cNvPr>
            <p:cNvSpPr>
              <a:spLocks noGrp="1"/>
            </p:cNvSpPr>
            <p:nvPr/>
          </p:nvSpPr>
          <p:spPr>
            <a:xfrm>
              <a:off x="224818" y="1222447"/>
              <a:ext cx="53204" cy="483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3" name="asset_3413_49">
              <a:extLst>
                <a:ext uri="{FF2B5EF4-FFF2-40B4-BE49-F238E27FC236}">
                  <a16:creationId xmlns:a16="http://schemas.microsoft.com/office/drawing/2014/main" id="{8F35C778-4129-448D-987F-47845CA93ADD}"/>
                </a:ext>
              </a:extLst>
            </p:cNvPr>
            <p:cNvSpPr>
              <a:spLocks noGrp="1"/>
            </p:cNvSpPr>
            <p:nvPr/>
          </p:nvSpPr>
          <p:spPr>
            <a:xfrm>
              <a:off x="210135" y="1259740"/>
              <a:ext cx="32927" cy="299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4" name="asset_3413_50">
              <a:extLst>
                <a:ext uri="{FF2B5EF4-FFF2-40B4-BE49-F238E27FC236}">
                  <a16:creationId xmlns:a16="http://schemas.microsoft.com/office/drawing/2014/main" id="{255254BA-4F41-4406-ACD2-12247E025875}"/>
                </a:ext>
              </a:extLst>
            </p:cNvPr>
            <p:cNvSpPr>
              <a:spLocks noGrp="1"/>
            </p:cNvSpPr>
            <p:nvPr/>
          </p:nvSpPr>
          <p:spPr>
            <a:xfrm>
              <a:off x="229140" y="1309742"/>
              <a:ext cx="33276" cy="302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5" name="asset_3413_51">
              <a:extLst>
                <a:ext uri="{FF2B5EF4-FFF2-40B4-BE49-F238E27FC236}">
                  <a16:creationId xmlns:a16="http://schemas.microsoft.com/office/drawing/2014/main" id="{F35543E0-FD67-46D2-ADCA-935F934B61B1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4" name="a | density cube M_diff+"/>
          <p:cNvGrpSpPr/>
          <p:nvPr/>
        </p:nvGrpSpPr>
        <p:grpSpPr>
          <a:xfrm>
            <a:off x="561420" y="1152000"/>
            <a:ext cx="311400" cy="279720"/>
            <a:chOff x="571680" y="1176120"/>
            <a:chExt cx="285840" cy="256320"/>
          </a:xfrm>
        </p:grpSpPr>
        <p:sp>
          <p:nvSpPr>
            <p:cNvPr id="5156" name="asset_3414_0">
              <a:extLst>
                <a:ext uri="{FF2B5EF4-FFF2-40B4-BE49-F238E27FC236}">
                  <a16:creationId xmlns:a16="http://schemas.microsoft.com/office/drawing/2014/main" id="{0B1C736D-2ECC-4FF6-BAD3-A6982D2BC56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17612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157" name="asset_3414_1">
              <a:extLst>
                <a:ext uri="{FF2B5EF4-FFF2-40B4-BE49-F238E27FC236}">
                  <a16:creationId xmlns:a16="http://schemas.microsoft.com/office/drawing/2014/main" id="{937C63FC-43F7-4666-9595-D84081727E04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117612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158" name="asset_3414_2">
              <a:extLst>
                <a:ext uri="{FF2B5EF4-FFF2-40B4-BE49-F238E27FC236}">
                  <a16:creationId xmlns:a16="http://schemas.microsoft.com/office/drawing/2014/main" id="{5785940C-F9E4-4269-96C9-5077EB45E45F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159" name="asset_3414_3">
              <a:extLst>
                <a:ext uri="{FF2B5EF4-FFF2-40B4-BE49-F238E27FC236}">
                  <a16:creationId xmlns:a16="http://schemas.microsoft.com/office/drawing/2014/main" id="{80C086DD-FDCF-435F-AB33-DD14E6F7126A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0" name="asset_3414_4">
              <a:extLst>
                <a:ext uri="{FF2B5EF4-FFF2-40B4-BE49-F238E27FC236}">
                  <a16:creationId xmlns:a16="http://schemas.microsoft.com/office/drawing/2014/main" id="{BA402833-278F-4B3A-B975-0B00DFCBFB5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7288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1" name="asset_3414_5">
              <a:extLst>
                <a:ext uri="{FF2B5EF4-FFF2-40B4-BE49-F238E27FC236}">
                  <a16:creationId xmlns:a16="http://schemas.microsoft.com/office/drawing/2014/main" id="{53E5450D-1CC6-47D8-8CC4-DE681D934DF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2" name="asset_3414_6">
              <a:extLst>
                <a:ext uri="{FF2B5EF4-FFF2-40B4-BE49-F238E27FC236}">
                  <a16:creationId xmlns:a16="http://schemas.microsoft.com/office/drawing/2014/main" id="{84D8B9B0-BF12-412D-9DC1-76D461823309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2606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3" name="asset_3414_7">
              <a:extLst>
                <a:ext uri="{FF2B5EF4-FFF2-40B4-BE49-F238E27FC236}">
                  <a16:creationId xmlns:a16="http://schemas.microsoft.com/office/drawing/2014/main" id="{F5E87C95-4FAA-4CC4-B06C-2C1B13222B8D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4" name="asset_3414_8">
              <a:extLst>
                <a:ext uri="{FF2B5EF4-FFF2-40B4-BE49-F238E27FC236}">
                  <a16:creationId xmlns:a16="http://schemas.microsoft.com/office/drawing/2014/main" id="{D08479BC-AC81-4222-AD60-10DBEF7A6E9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7925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5" name="asset_3414_9">
              <a:extLst>
                <a:ext uri="{FF2B5EF4-FFF2-40B4-BE49-F238E27FC236}">
                  <a16:creationId xmlns:a16="http://schemas.microsoft.com/office/drawing/2014/main" id="{9D1314A8-F0C1-4248-AC24-68B954199852}"/>
                </a:ext>
              </a:extLst>
            </p:cNvPr>
            <p:cNvSpPr>
              <a:spLocks noGrp="1"/>
            </p:cNvSpPr>
            <p:nvPr/>
          </p:nvSpPr>
          <p:spPr>
            <a:xfrm>
              <a:off x="616875" y="1258769"/>
              <a:ext cx="112292" cy="10211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0B9AB">
                    <a:alpha val="60000"/>
                  </a:srgbClr>
                </a:gs>
                <a:gs pos="100000">
                  <a:srgbClr val="80B9A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6" name="asset_3414_10">
              <a:extLst>
                <a:ext uri="{FF2B5EF4-FFF2-40B4-BE49-F238E27FC236}">
                  <a16:creationId xmlns:a16="http://schemas.microsoft.com/office/drawing/2014/main" id="{FBD57600-7CEB-4CDD-B521-28A30AEDE2F9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1238345"/>
              <a:ext cx="85342" cy="77610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0B9AB">
                    <a:alpha val="60000"/>
                  </a:srgbClr>
                </a:gs>
                <a:gs pos="100000">
                  <a:srgbClr val="80B9A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7" name="asset_3414_11">
              <a:extLst>
                <a:ext uri="{FF2B5EF4-FFF2-40B4-BE49-F238E27FC236}">
                  <a16:creationId xmlns:a16="http://schemas.microsoft.com/office/drawing/2014/main" id="{06A81D27-2E50-407A-B9C6-83571CA9EC3D}"/>
                </a:ext>
              </a:extLst>
            </p:cNvPr>
            <p:cNvSpPr>
              <a:spLocks noGrp="1"/>
            </p:cNvSpPr>
            <p:nvPr/>
          </p:nvSpPr>
          <p:spPr>
            <a:xfrm>
              <a:off x="678946" y="1299635"/>
              <a:ext cx="53300" cy="484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8" name="asset_3414_12">
              <a:extLst>
                <a:ext uri="{FF2B5EF4-FFF2-40B4-BE49-F238E27FC236}">
                  <a16:creationId xmlns:a16="http://schemas.microsoft.com/office/drawing/2014/main" id="{809A5CEF-FA0A-42B3-90E8-473862C093B2}"/>
                </a:ext>
              </a:extLst>
            </p:cNvPr>
            <p:cNvSpPr>
              <a:spLocks noGrp="1"/>
            </p:cNvSpPr>
            <p:nvPr/>
          </p:nvSpPr>
          <p:spPr>
            <a:xfrm>
              <a:off x="700621" y="1238569"/>
              <a:ext cx="55136" cy="5014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9" name="asset_3414_13">
              <a:extLst>
                <a:ext uri="{FF2B5EF4-FFF2-40B4-BE49-F238E27FC236}">
                  <a16:creationId xmlns:a16="http://schemas.microsoft.com/office/drawing/2014/main" id="{0C482ECC-BBAB-4A4B-8A34-95C337092651}"/>
                </a:ext>
              </a:extLst>
            </p:cNvPr>
            <p:cNvSpPr>
              <a:spLocks noGrp="1"/>
            </p:cNvSpPr>
            <p:nvPr/>
          </p:nvSpPr>
          <p:spPr>
            <a:xfrm>
              <a:off x="662074" y="1316337"/>
              <a:ext cx="54027" cy="491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0" name="asset_3414_14">
              <a:extLst>
                <a:ext uri="{FF2B5EF4-FFF2-40B4-BE49-F238E27FC236}">
                  <a16:creationId xmlns:a16="http://schemas.microsoft.com/office/drawing/2014/main" id="{4E7EE424-3E1B-4E93-B011-39A4207D8743}"/>
                </a:ext>
              </a:extLst>
            </p:cNvPr>
            <p:cNvSpPr>
              <a:spLocks noGrp="1"/>
            </p:cNvSpPr>
            <p:nvPr/>
          </p:nvSpPr>
          <p:spPr>
            <a:xfrm>
              <a:off x="737584" y="1261375"/>
              <a:ext cx="39022" cy="354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1" name="asset_3414_15">
              <a:extLst>
                <a:ext uri="{FF2B5EF4-FFF2-40B4-BE49-F238E27FC236}">
                  <a16:creationId xmlns:a16="http://schemas.microsoft.com/office/drawing/2014/main" id="{81DAD5AA-6CFF-4628-999B-466589AE1FC4}"/>
                </a:ext>
              </a:extLst>
            </p:cNvPr>
            <p:cNvSpPr>
              <a:spLocks noGrp="1"/>
            </p:cNvSpPr>
            <p:nvPr/>
          </p:nvSpPr>
          <p:spPr>
            <a:xfrm>
              <a:off x="656636" y="1308255"/>
              <a:ext cx="50230" cy="456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2" name="asset_3414_16">
              <a:extLst>
                <a:ext uri="{FF2B5EF4-FFF2-40B4-BE49-F238E27FC236}">
                  <a16:creationId xmlns:a16="http://schemas.microsoft.com/office/drawing/2014/main" id="{1B877CEC-535D-474C-B379-02C04636DC12}"/>
                </a:ext>
              </a:extLst>
            </p:cNvPr>
            <p:cNvSpPr>
              <a:spLocks noGrp="1"/>
            </p:cNvSpPr>
            <p:nvPr/>
          </p:nvSpPr>
          <p:spPr>
            <a:xfrm>
              <a:off x="716677" y="1230022"/>
              <a:ext cx="52846" cy="480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3" name="asset_3414_17">
              <a:extLst>
                <a:ext uri="{FF2B5EF4-FFF2-40B4-BE49-F238E27FC236}">
                  <a16:creationId xmlns:a16="http://schemas.microsoft.com/office/drawing/2014/main" id="{8128A240-90A3-46BF-A78C-C76D0051DE52}"/>
                </a:ext>
              </a:extLst>
            </p:cNvPr>
            <p:cNvSpPr>
              <a:spLocks noGrp="1"/>
            </p:cNvSpPr>
            <p:nvPr/>
          </p:nvSpPr>
          <p:spPr>
            <a:xfrm>
              <a:off x="622107" y="1288759"/>
              <a:ext cx="53269" cy="484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4" name="asset_3414_18">
              <a:extLst>
                <a:ext uri="{FF2B5EF4-FFF2-40B4-BE49-F238E27FC236}">
                  <a16:creationId xmlns:a16="http://schemas.microsoft.com/office/drawing/2014/main" id="{122B2273-9058-4ABE-B3A8-51E42B5ED5D7}"/>
                </a:ext>
              </a:extLst>
            </p:cNvPr>
            <p:cNvSpPr>
              <a:spLocks noGrp="1"/>
            </p:cNvSpPr>
            <p:nvPr/>
          </p:nvSpPr>
          <p:spPr>
            <a:xfrm>
              <a:off x="685531" y="1258088"/>
              <a:ext cx="57722" cy="524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5" name="asset_3414_19">
              <a:extLst>
                <a:ext uri="{FF2B5EF4-FFF2-40B4-BE49-F238E27FC236}">
                  <a16:creationId xmlns:a16="http://schemas.microsoft.com/office/drawing/2014/main" id="{E425EAEA-7675-414A-A10F-CBE40A030BA6}"/>
                </a:ext>
              </a:extLst>
            </p:cNvPr>
            <p:cNvSpPr>
              <a:spLocks noGrp="1"/>
            </p:cNvSpPr>
            <p:nvPr/>
          </p:nvSpPr>
          <p:spPr>
            <a:xfrm>
              <a:off x="634616" y="1285206"/>
              <a:ext cx="35782" cy="325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6" name="asset_3414_20">
              <a:extLst>
                <a:ext uri="{FF2B5EF4-FFF2-40B4-BE49-F238E27FC236}">
                  <a16:creationId xmlns:a16="http://schemas.microsoft.com/office/drawing/2014/main" id="{2684F19C-499A-4C22-A888-11B52D688E2A}"/>
                </a:ext>
              </a:extLst>
            </p:cNvPr>
            <p:cNvSpPr>
              <a:spLocks noGrp="1"/>
            </p:cNvSpPr>
            <p:nvPr/>
          </p:nvSpPr>
          <p:spPr>
            <a:xfrm>
              <a:off x="703132" y="1235535"/>
              <a:ext cx="50484" cy="459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7" name="asset_3414_21">
              <a:extLst>
                <a:ext uri="{FF2B5EF4-FFF2-40B4-BE49-F238E27FC236}">
                  <a16:creationId xmlns:a16="http://schemas.microsoft.com/office/drawing/2014/main" id="{64FCBEBD-D0A5-457E-BC62-8AC6B45991E0}"/>
                </a:ext>
              </a:extLst>
            </p:cNvPr>
            <p:cNvSpPr>
              <a:spLocks noGrp="1"/>
            </p:cNvSpPr>
            <p:nvPr/>
          </p:nvSpPr>
          <p:spPr>
            <a:xfrm>
              <a:off x="666247" y="1263146"/>
              <a:ext cx="46316" cy="421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8" name="asset_3414_22">
              <a:extLst>
                <a:ext uri="{FF2B5EF4-FFF2-40B4-BE49-F238E27FC236}">
                  <a16:creationId xmlns:a16="http://schemas.microsoft.com/office/drawing/2014/main" id="{1C090870-6508-4320-B574-C8B0F9A29602}"/>
                </a:ext>
              </a:extLst>
            </p:cNvPr>
            <p:cNvSpPr>
              <a:spLocks noGrp="1"/>
            </p:cNvSpPr>
            <p:nvPr/>
          </p:nvSpPr>
          <p:spPr>
            <a:xfrm>
              <a:off x="689187" y="1226321"/>
              <a:ext cx="52069" cy="473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9" name="asset_3414_23">
              <a:extLst>
                <a:ext uri="{FF2B5EF4-FFF2-40B4-BE49-F238E27FC236}">
                  <a16:creationId xmlns:a16="http://schemas.microsoft.com/office/drawing/2014/main" id="{D4A273CD-A67B-4AB4-8C24-44D617B03ADB}"/>
                </a:ext>
              </a:extLst>
            </p:cNvPr>
            <p:cNvSpPr>
              <a:spLocks noGrp="1"/>
            </p:cNvSpPr>
            <p:nvPr/>
          </p:nvSpPr>
          <p:spPr>
            <a:xfrm>
              <a:off x="676298" y="1262293"/>
              <a:ext cx="35211" cy="320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0" name="asset_3414_24">
              <a:extLst>
                <a:ext uri="{FF2B5EF4-FFF2-40B4-BE49-F238E27FC236}">
                  <a16:creationId xmlns:a16="http://schemas.microsoft.com/office/drawing/2014/main" id="{64CEB8A3-E33F-4E98-BF1A-44F2D75F553F}"/>
                </a:ext>
              </a:extLst>
            </p:cNvPr>
            <p:cNvSpPr>
              <a:spLocks noGrp="1"/>
            </p:cNvSpPr>
            <p:nvPr/>
          </p:nvSpPr>
          <p:spPr>
            <a:xfrm>
              <a:off x="710574" y="1241974"/>
              <a:ext cx="51181" cy="465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1" name="asset_3414_25">
              <a:extLst>
                <a:ext uri="{FF2B5EF4-FFF2-40B4-BE49-F238E27FC236}">
                  <a16:creationId xmlns:a16="http://schemas.microsoft.com/office/drawing/2014/main" id="{5386ECE5-8A1C-404C-B478-E19B36FBEAC7}"/>
                </a:ext>
              </a:extLst>
            </p:cNvPr>
            <p:cNvSpPr>
              <a:spLocks noGrp="1"/>
            </p:cNvSpPr>
            <p:nvPr/>
          </p:nvSpPr>
          <p:spPr>
            <a:xfrm>
              <a:off x="619016" y="1306465"/>
              <a:ext cx="39781" cy="361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2" name="asset_3414_26">
              <a:extLst>
                <a:ext uri="{FF2B5EF4-FFF2-40B4-BE49-F238E27FC236}">
                  <a16:creationId xmlns:a16="http://schemas.microsoft.com/office/drawing/2014/main" id="{F460EC0E-6F95-49C0-A583-FDA95C52C1FD}"/>
                </a:ext>
              </a:extLst>
            </p:cNvPr>
            <p:cNvSpPr>
              <a:spLocks noGrp="1"/>
            </p:cNvSpPr>
            <p:nvPr/>
          </p:nvSpPr>
          <p:spPr>
            <a:xfrm>
              <a:off x="706703" y="1270194"/>
              <a:ext cx="56453" cy="513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3" name="asset_3414_27">
              <a:extLst>
                <a:ext uri="{FF2B5EF4-FFF2-40B4-BE49-F238E27FC236}">
                  <a16:creationId xmlns:a16="http://schemas.microsoft.com/office/drawing/2014/main" id="{4784AB20-9599-4491-A24C-F7E26224CAF7}"/>
                </a:ext>
              </a:extLst>
            </p:cNvPr>
            <p:cNvSpPr>
              <a:spLocks noGrp="1"/>
            </p:cNvSpPr>
            <p:nvPr/>
          </p:nvSpPr>
          <p:spPr>
            <a:xfrm>
              <a:off x="627026" y="1309936"/>
              <a:ext cx="50049" cy="455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4" name="asset_3414_28">
              <a:extLst>
                <a:ext uri="{FF2B5EF4-FFF2-40B4-BE49-F238E27FC236}">
                  <a16:creationId xmlns:a16="http://schemas.microsoft.com/office/drawing/2014/main" id="{B0141F24-EF7E-475F-8F17-4AAC2F76A97C}"/>
                </a:ext>
              </a:extLst>
            </p:cNvPr>
            <p:cNvSpPr>
              <a:spLocks noGrp="1"/>
            </p:cNvSpPr>
            <p:nvPr/>
          </p:nvSpPr>
          <p:spPr>
            <a:xfrm>
              <a:off x="674741" y="1262956"/>
              <a:ext cx="41261" cy="375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5" name="asset_3414_29">
              <a:extLst>
                <a:ext uri="{FF2B5EF4-FFF2-40B4-BE49-F238E27FC236}">
                  <a16:creationId xmlns:a16="http://schemas.microsoft.com/office/drawing/2014/main" id="{4C5F5EFD-4C17-4423-B012-93E75D5453F4}"/>
                </a:ext>
              </a:extLst>
            </p:cNvPr>
            <p:cNvSpPr>
              <a:spLocks noGrp="1"/>
            </p:cNvSpPr>
            <p:nvPr/>
          </p:nvSpPr>
          <p:spPr>
            <a:xfrm>
              <a:off x="636012" y="1288141"/>
              <a:ext cx="36386" cy="330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6" name="asset_3414_30">
              <a:extLst>
                <a:ext uri="{FF2B5EF4-FFF2-40B4-BE49-F238E27FC236}">
                  <a16:creationId xmlns:a16="http://schemas.microsoft.com/office/drawing/2014/main" id="{E2F57756-70E7-4B2F-BDED-B0D54716DD7F}"/>
                </a:ext>
              </a:extLst>
            </p:cNvPr>
            <p:cNvSpPr>
              <a:spLocks noGrp="1"/>
            </p:cNvSpPr>
            <p:nvPr/>
          </p:nvSpPr>
          <p:spPr>
            <a:xfrm>
              <a:off x="688535" y="1252755"/>
              <a:ext cx="51756" cy="470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7" name="asset_3414_31">
              <a:extLst>
                <a:ext uri="{FF2B5EF4-FFF2-40B4-BE49-F238E27FC236}">
                  <a16:creationId xmlns:a16="http://schemas.microsoft.com/office/drawing/2014/main" id="{8B97F052-B900-4708-9C33-AB607138C8AA}"/>
                </a:ext>
              </a:extLst>
            </p:cNvPr>
            <p:cNvSpPr>
              <a:spLocks noGrp="1"/>
            </p:cNvSpPr>
            <p:nvPr/>
          </p:nvSpPr>
          <p:spPr>
            <a:xfrm>
              <a:off x="634940" y="1309328"/>
              <a:ext cx="44426" cy="40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8" name="asset_3414_32">
              <a:extLst>
                <a:ext uri="{FF2B5EF4-FFF2-40B4-BE49-F238E27FC236}">
                  <a16:creationId xmlns:a16="http://schemas.microsoft.com/office/drawing/2014/main" id="{F2837722-431E-4068-AE8F-A39C840C724E}"/>
                </a:ext>
              </a:extLst>
            </p:cNvPr>
            <p:cNvSpPr>
              <a:spLocks noGrp="1"/>
            </p:cNvSpPr>
            <p:nvPr/>
          </p:nvSpPr>
          <p:spPr>
            <a:xfrm>
              <a:off x="680434" y="1233643"/>
              <a:ext cx="57438" cy="522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9" name="asset_3414_33">
              <a:extLst>
                <a:ext uri="{FF2B5EF4-FFF2-40B4-BE49-F238E27FC236}">
                  <a16:creationId xmlns:a16="http://schemas.microsoft.com/office/drawing/2014/main" id="{9BC3D3D1-6449-4767-A341-1B6348606030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324386"/>
              <a:ext cx="47829" cy="434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0" name="asset_3414_34">
              <a:extLst>
                <a:ext uri="{FF2B5EF4-FFF2-40B4-BE49-F238E27FC236}">
                  <a16:creationId xmlns:a16="http://schemas.microsoft.com/office/drawing/2014/main" id="{07E297E9-4FFE-4371-81E6-DAFC09FCB519}"/>
                </a:ext>
              </a:extLst>
            </p:cNvPr>
            <p:cNvSpPr>
              <a:spLocks noGrp="1"/>
            </p:cNvSpPr>
            <p:nvPr/>
          </p:nvSpPr>
          <p:spPr>
            <a:xfrm>
              <a:off x="688662" y="1241315"/>
              <a:ext cx="32402" cy="294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1" name="asset_3414_35">
              <a:extLst>
                <a:ext uri="{FF2B5EF4-FFF2-40B4-BE49-F238E27FC236}">
                  <a16:creationId xmlns:a16="http://schemas.microsoft.com/office/drawing/2014/main" id="{88D10FFB-7A60-403A-B35B-F1BD46C1B107}"/>
                </a:ext>
              </a:extLst>
            </p:cNvPr>
            <p:cNvSpPr>
              <a:spLocks noGrp="1"/>
            </p:cNvSpPr>
            <p:nvPr/>
          </p:nvSpPr>
          <p:spPr>
            <a:xfrm>
              <a:off x="648667" y="1308715"/>
              <a:ext cx="50913" cy="463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2" name="asset_3414_36">
              <a:extLst>
                <a:ext uri="{FF2B5EF4-FFF2-40B4-BE49-F238E27FC236}">
                  <a16:creationId xmlns:a16="http://schemas.microsoft.com/office/drawing/2014/main" id="{7DE917BC-B1BA-46E4-8DD6-E69FF173F5AE}"/>
                </a:ext>
              </a:extLst>
            </p:cNvPr>
            <p:cNvSpPr>
              <a:spLocks noGrp="1"/>
            </p:cNvSpPr>
            <p:nvPr/>
          </p:nvSpPr>
          <p:spPr>
            <a:xfrm>
              <a:off x="687101" y="1240408"/>
              <a:ext cx="45173" cy="410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3" name="asset_3414_37">
              <a:extLst>
                <a:ext uri="{FF2B5EF4-FFF2-40B4-BE49-F238E27FC236}">
                  <a16:creationId xmlns:a16="http://schemas.microsoft.com/office/drawing/2014/main" id="{DE41F767-04AD-4FDC-8627-0D49489DBB3B}"/>
                </a:ext>
              </a:extLst>
            </p:cNvPr>
            <p:cNvSpPr>
              <a:spLocks noGrp="1"/>
            </p:cNvSpPr>
            <p:nvPr/>
          </p:nvSpPr>
          <p:spPr>
            <a:xfrm>
              <a:off x="676719" y="1270681"/>
              <a:ext cx="50933" cy="46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4" name="asset_3414_38">
              <a:extLst>
                <a:ext uri="{FF2B5EF4-FFF2-40B4-BE49-F238E27FC236}">
                  <a16:creationId xmlns:a16="http://schemas.microsoft.com/office/drawing/2014/main" id="{1EE5BCC9-6CF9-46C2-8C12-19163950CEE6}"/>
                </a:ext>
              </a:extLst>
            </p:cNvPr>
            <p:cNvSpPr>
              <a:spLocks noGrp="1"/>
            </p:cNvSpPr>
            <p:nvPr/>
          </p:nvSpPr>
          <p:spPr>
            <a:xfrm>
              <a:off x="723506" y="1279525"/>
              <a:ext cx="44591" cy="405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5" name="asset_3414_39">
              <a:extLst>
                <a:ext uri="{FF2B5EF4-FFF2-40B4-BE49-F238E27FC236}">
                  <a16:creationId xmlns:a16="http://schemas.microsoft.com/office/drawing/2014/main" id="{056EA8C4-A1AC-4628-9891-2468A722D09E}"/>
                </a:ext>
              </a:extLst>
            </p:cNvPr>
            <p:cNvSpPr>
              <a:spLocks noGrp="1"/>
            </p:cNvSpPr>
            <p:nvPr/>
          </p:nvSpPr>
          <p:spPr>
            <a:xfrm>
              <a:off x="635195" y="1260047"/>
              <a:ext cx="38357" cy="348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6" name="asset_3414_40">
              <a:extLst>
                <a:ext uri="{FF2B5EF4-FFF2-40B4-BE49-F238E27FC236}">
                  <a16:creationId xmlns:a16="http://schemas.microsoft.com/office/drawing/2014/main" id="{17594FFA-9A42-4770-92A6-4D14A035CA84}"/>
                </a:ext>
              </a:extLst>
            </p:cNvPr>
            <p:cNvSpPr>
              <a:spLocks noGrp="1"/>
            </p:cNvSpPr>
            <p:nvPr/>
          </p:nvSpPr>
          <p:spPr>
            <a:xfrm>
              <a:off x="685263" y="1261814"/>
              <a:ext cx="31619" cy="287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7" name="asset_3414_41">
              <a:extLst>
                <a:ext uri="{FF2B5EF4-FFF2-40B4-BE49-F238E27FC236}">
                  <a16:creationId xmlns:a16="http://schemas.microsoft.com/office/drawing/2014/main" id="{8276C0C2-C7BB-450F-86C5-B9D37ED5AB5C}"/>
                </a:ext>
              </a:extLst>
            </p:cNvPr>
            <p:cNvSpPr>
              <a:spLocks noGrp="1"/>
            </p:cNvSpPr>
            <p:nvPr/>
          </p:nvSpPr>
          <p:spPr>
            <a:xfrm>
              <a:off x="660523" y="1252251"/>
              <a:ext cx="45000" cy="409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8" name="asset_3414_42">
              <a:extLst>
                <a:ext uri="{FF2B5EF4-FFF2-40B4-BE49-F238E27FC236}">
                  <a16:creationId xmlns:a16="http://schemas.microsoft.com/office/drawing/2014/main" id="{A55BB714-2884-463A-9598-4F70B5A9959E}"/>
                </a:ext>
              </a:extLst>
            </p:cNvPr>
            <p:cNvSpPr>
              <a:spLocks noGrp="1"/>
            </p:cNvSpPr>
            <p:nvPr/>
          </p:nvSpPr>
          <p:spPr>
            <a:xfrm>
              <a:off x="719742" y="1250776"/>
              <a:ext cx="35274" cy="3207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9" name="asset_3414_43">
              <a:extLst>
                <a:ext uri="{FF2B5EF4-FFF2-40B4-BE49-F238E27FC236}">
                  <a16:creationId xmlns:a16="http://schemas.microsoft.com/office/drawing/2014/main" id="{1577A076-E83F-4AE6-A429-4064DFBF3F2C}"/>
                </a:ext>
              </a:extLst>
            </p:cNvPr>
            <p:cNvSpPr>
              <a:spLocks noGrp="1"/>
            </p:cNvSpPr>
            <p:nvPr/>
          </p:nvSpPr>
          <p:spPr>
            <a:xfrm>
              <a:off x="624669" y="1254992"/>
              <a:ext cx="53358" cy="485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0" name="asset_3414_44">
              <a:extLst>
                <a:ext uri="{FF2B5EF4-FFF2-40B4-BE49-F238E27FC236}">
                  <a16:creationId xmlns:a16="http://schemas.microsoft.com/office/drawing/2014/main" id="{54565839-792C-499C-ADBC-0B0D78F3DCCD}"/>
                </a:ext>
              </a:extLst>
            </p:cNvPr>
            <p:cNvSpPr>
              <a:spLocks noGrp="1"/>
            </p:cNvSpPr>
            <p:nvPr/>
          </p:nvSpPr>
          <p:spPr>
            <a:xfrm>
              <a:off x="727377" y="1252247"/>
              <a:ext cx="38355" cy="348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1" name="asset_3414_45">
              <a:extLst>
                <a:ext uri="{FF2B5EF4-FFF2-40B4-BE49-F238E27FC236}">
                  <a16:creationId xmlns:a16="http://schemas.microsoft.com/office/drawing/2014/main" id="{6A2D75D1-E2EF-4258-9784-BDA27760D4D9}"/>
                </a:ext>
              </a:extLst>
            </p:cNvPr>
            <p:cNvSpPr>
              <a:spLocks noGrp="1"/>
            </p:cNvSpPr>
            <p:nvPr/>
          </p:nvSpPr>
          <p:spPr>
            <a:xfrm>
              <a:off x="653070" y="1275686"/>
              <a:ext cx="51588" cy="469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2" name="asset_3414_46">
              <a:extLst>
                <a:ext uri="{FF2B5EF4-FFF2-40B4-BE49-F238E27FC236}">
                  <a16:creationId xmlns:a16="http://schemas.microsoft.com/office/drawing/2014/main" id="{97F8D23C-3534-42F5-B014-9B650223E4F0}"/>
                </a:ext>
              </a:extLst>
            </p:cNvPr>
            <p:cNvSpPr>
              <a:spLocks noGrp="1"/>
            </p:cNvSpPr>
            <p:nvPr/>
          </p:nvSpPr>
          <p:spPr>
            <a:xfrm>
              <a:off x="730286" y="1275274"/>
              <a:ext cx="31926" cy="290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3" name="asset_3414_47">
              <a:extLst>
                <a:ext uri="{FF2B5EF4-FFF2-40B4-BE49-F238E27FC236}">
                  <a16:creationId xmlns:a16="http://schemas.microsoft.com/office/drawing/2014/main" id="{CD3EC0C3-A769-4B52-86EB-0D88AC932FC2}"/>
                </a:ext>
              </a:extLst>
            </p:cNvPr>
            <p:cNvSpPr>
              <a:spLocks noGrp="1"/>
            </p:cNvSpPr>
            <p:nvPr/>
          </p:nvSpPr>
          <p:spPr>
            <a:xfrm>
              <a:off x="666294" y="1264679"/>
              <a:ext cx="48789" cy="443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4" name="asset_3414_48">
              <a:extLst>
                <a:ext uri="{FF2B5EF4-FFF2-40B4-BE49-F238E27FC236}">
                  <a16:creationId xmlns:a16="http://schemas.microsoft.com/office/drawing/2014/main" id="{1D74C523-9C10-49CD-B66D-61B22AE36B7D}"/>
                </a:ext>
              </a:extLst>
            </p:cNvPr>
            <p:cNvSpPr>
              <a:spLocks noGrp="1"/>
            </p:cNvSpPr>
            <p:nvPr/>
          </p:nvSpPr>
          <p:spPr>
            <a:xfrm>
              <a:off x="693567" y="1244208"/>
              <a:ext cx="55201" cy="501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5" name="asset_3414_49">
              <a:extLst>
                <a:ext uri="{FF2B5EF4-FFF2-40B4-BE49-F238E27FC236}">
                  <a16:creationId xmlns:a16="http://schemas.microsoft.com/office/drawing/2014/main" id="{F5FCFBDF-DCE9-4A66-9D9C-4938A49D6EC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2" name="a | Raw distribution">
            <a:extLst>
              <a:ext uri="{FF2B5EF4-FFF2-40B4-BE49-F238E27FC236}">
                <a16:creationId xmlns:a16="http://schemas.microsoft.com/office/drawing/2014/main" id="{5C8CEDBF-7BA5-6444-6D5D-9A1FB00AA011}"/>
              </a:ext>
            </a:extLst>
          </p:cNvPr>
          <p:cNvGrpSpPr/>
          <p:nvPr/>
        </p:nvGrpSpPr>
        <p:grpSpPr>
          <a:xfrm>
            <a:off x="165240" y="2224800"/>
            <a:ext cx="280800" cy="162036"/>
            <a:chOff x="165240" y="2224800"/>
            <a:chExt cx="280800" cy="162036"/>
          </a:xfrm>
        </p:grpSpPr>
        <p:sp>
          <p:nvSpPr>
            <p:cNvPr id="8" name="part_3415_0">
              <a:extLst>
                <a:ext uri="{FF2B5EF4-FFF2-40B4-BE49-F238E27FC236}">
                  <a16:creationId xmlns:a16="http://schemas.microsoft.com/office/drawing/2014/main" id="{D731C81D-F4F2-F635-33B0-E195A7564A0F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2000"/>
            </a:xfrm>
            <a:custGeom>
              <a:avLst/>
              <a:gdLst/>
              <a:ahLst/>
              <a:cxnLst/>
              <a:rect l="0" t="0" r="0" b="0"/>
              <a:pathLst>
                <a:path w="262800" h="162000">
                  <a:moveTo>
                    <a:pt x="0" y="162000"/>
                  </a:moveTo>
                  <a:lnTo>
                    <a:pt x="0" y="161032"/>
                  </a:ln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  <a:lnTo>
                    <a:pt x="262800" y="162000"/>
                  </a:lnTo>
                  <a:close/>
                </a:path>
              </a:pathLst>
            </a:custGeom>
            <a:solidFill>
              <a:srgbClr val="DCE8FA">
                <a:alpha val="80000"/>
              </a:srgbClr>
            </a:solidFill>
            <a:ln w="0">
              <a:noFill/>
            </a:ln>
          </p:spPr>
        </p:sp>
        <p:sp>
          <p:nvSpPr>
            <p:cNvPr id="10" name="part_3415_1">
              <a:extLst>
                <a:ext uri="{FF2B5EF4-FFF2-40B4-BE49-F238E27FC236}">
                  <a16:creationId xmlns:a16="http://schemas.microsoft.com/office/drawing/2014/main" id="{6F2F91D3-4A51-C75C-67FF-FB252FE9A652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1032"/>
            </a:xfrm>
            <a:custGeom>
              <a:avLst/>
              <a:gdLst/>
              <a:ahLst/>
              <a:cxnLst/>
              <a:rect l="0" t="0" r="0" b="0"/>
              <a:pathLst>
                <a:path w="262800" h="161032">
                  <a:moveTo>
                    <a:pt x="0" y="161032"/>
                  </a:move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</a:path>
              </a:pathLst>
            </a:custGeom>
            <a:noFill/>
            <a:ln w="4320">
              <a:solidFill>
                <a:srgbClr val="9AB9E3"/>
              </a:solidFill>
            </a:ln>
          </p:spPr>
        </p:sp>
        <p:sp>
          <p:nvSpPr>
            <p:cNvPr id="12" name="part_3415_2">
              <a:extLst>
                <a:ext uri="{FF2B5EF4-FFF2-40B4-BE49-F238E27FC236}">
                  <a16:creationId xmlns:a16="http://schemas.microsoft.com/office/drawing/2014/main" id="{5A712273-FF8D-C7DE-86E8-849C310B86C7}"/>
                </a:ext>
              </a:extLst>
            </p:cNvPr>
            <p:cNvSpPr>
              <a:spLocks/>
            </p:cNvSpPr>
            <p:nvPr/>
          </p:nvSpPr>
          <p:spPr>
            <a:xfrm>
              <a:off x="165240" y="2386800"/>
              <a:ext cx="280800" cy="36"/>
            </a:xfrm>
            <a:custGeom>
              <a:avLst/>
              <a:gdLst/>
              <a:ahLst/>
              <a:cxnLst/>
              <a:rect l="0" t="0" r="0" b="0"/>
              <a:pathLst>
                <a:path w="280800" h="36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3600">
              <a:solidFill>
                <a:srgbClr val="C4D2DF"/>
              </a:solidFill>
            </a:ln>
          </p:spPr>
        </p:sp>
      </p:grpSp>
      <p:grpSp>
        <p:nvGrpSpPr>
          <p:cNvPr id="3416" name="a | Z-score histogram"/>
          <p:cNvGrpSpPr/>
          <p:nvPr/>
        </p:nvGrpSpPr>
        <p:grpSpPr>
          <a:xfrm>
            <a:off x="564120" y="2192067"/>
            <a:ext cx="306000" cy="187713"/>
            <a:chOff x="564120" y="2192067"/>
            <a:chExt cx="306000" cy="187713"/>
          </a:xfrm>
        </p:grpSpPr>
        <p:sp>
          <p:nvSpPr>
            <p:cNvPr id="15270" name="hist_3416_0">
              <a:extLst>
                <a:ext uri="{FF2B5EF4-FFF2-40B4-BE49-F238E27FC236}">
                  <a16:creationId xmlns:a16="http://schemas.microsoft.com/office/drawing/2014/main" id="{673C4A45-BCB4-4312-96FF-A57C18A50139}"/>
                </a:ext>
              </a:extLst>
            </p:cNvPr>
            <p:cNvSpPr>
              <a:spLocks/>
            </p:cNvSpPr>
            <p:nvPr/>
          </p:nvSpPr>
          <p:spPr>
            <a:xfrm>
              <a:off x="571320" y="2375668"/>
              <a:ext cx="8460" cy="21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1" name="hist_3416_1">
              <a:extLst>
                <a:ext uri="{FF2B5EF4-FFF2-40B4-BE49-F238E27FC236}">
                  <a16:creationId xmlns:a16="http://schemas.microsoft.com/office/drawing/2014/main" id="{E0A33B06-468A-4BC4-AFAA-38192F85EEA9}"/>
                </a:ext>
              </a:extLst>
            </p:cNvPr>
            <p:cNvSpPr>
              <a:spLocks/>
            </p:cNvSpPr>
            <p:nvPr/>
          </p:nvSpPr>
          <p:spPr>
            <a:xfrm>
              <a:off x="582120" y="2373576"/>
              <a:ext cx="8460" cy="422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2" name="hist_3416_2">
              <a:extLst>
                <a:ext uri="{FF2B5EF4-FFF2-40B4-BE49-F238E27FC236}">
                  <a16:creationId xmlns:a16="http://schemas.microsoft.com/office/drawing/2014/main" id="{F2712185-FA7C-4971-BD31-40C65DDEF358}"/>
                </a:ext>
              </a:extLst>
            </p:cNvPr>
            <p:cNvSpPr>
              <a:spLocks/>
            </p:cNvSpPr>
            <p:nvPr/>
          </p:nvSpPr>
          <p:spPr>
            <a:xfrm>
              <a:off x="592920" y="2370486"/>
              <a:ext cx="8460" cy="73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3" name="hist_3416_3">
              <a:extLst>
                <a:ext uri="{FF2B5EF4-FFF2-40B4-BE49-F238E27FC236}">
                  <a16:creationId xmlns:a16="http://schemas.microsoft.com/office/drawing/2014/main" id="{6DC2F1AC-C7B7-4806-B1F5-6D3D171313B0}"/>
                </a:ext>
              </a:extLst>
            </p:cNvPr>
            <p:cNvSpPr>
              <a:spLocks/>
            </p:cNvSpPr>
            <p:nvPr/>
          </p:nvSpPr>
          <p:spPr>
            <a:xfrm>
              <a:off x="603720" y="2364234"/>
              <a:ext cx="8460" cy="1356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4" name="hist_3416_4">
              <a:extLst>
                <a:ext uri="{FF2B5EF4-FFF2-40B4-BE49-F238E27FC236}">
                  <a16:creationId xmlns:a16="http://schemas.microsoft.com/office/drawing/2014/main" id="{4ACBB599-6925-46FD-B746-99FF7C25ACFE}"/>
                </a:ext>
              </a:extLst>
            </p:cNvPr>
            <p:cNvSpPr>
              <a:spLocks/>
            </p:cNvSpPr>
            <p:nvPr/>
          </p:nvSpPr>
          <p:spPr>
            <a:xfrm>
              <a:off x="614520" y="2356127"/>
              <a:ext cx="8460" cy="2167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5" name="hist_3416_5">
              <a:extLst>
                <a:ext uri="{FF2B5EF4-FFF2-40B4-BE49-F238E27FC236}">
                  <a16:creationId xmlns:a16="http://schemas.microsoft.com/office/drawing/2014/main" id="{BC2B33ED-7BED-4A14-B1E9-22415ED9B174}"/>
                </a:ext>
              </a:extLst>
            </p:cNvPr>
            <p:cNvSpPr>
              <a:spLocks/>
            </p:cNvSpPr>
            <p:nvPr/>
          </p:nvSpPr>
          <p:spPr>
            <a:xfrm>
              <a:off x="625320" y="2344270"/>
              <a:ext cx="8460" cy="3353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6" name="hist_3416_6">
              <a:extLst>
                <a:ext uri="{FF2B5EF4-FFF2-40B4-BE49-F238E27FC236}">
                  <a16:creationId xmlns:a16="http://schemas.microsoft.com/office/drawing/2014/main" id="{ED29455F-CC77-4844-8475-84E6753E5CE4}"/>
                </a:ext>
              </a:extLst>
            </p:cNvPr>
            <p:cNvSpPr>
              <a:spLocks/>
            </p:cNvSpPr>
            <p:nvPr/>
          </p:nvSpPr>
          <p:spPr>
            <a:xfrm>
              <a:off x="636120" y="2325290"/>
              <a:ext cx="8460" cy="525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7" name="hist_3416_7">
              <a:extLst>
                <a:ext uri="{FF2B5EF4-FFF2-40B4-BE49-F238E27FC236}">
                  <a16:creationId xmlns:a16="http://schemas.microsoft.com/office/drawing/2014/main" id="{8196666A-D7E9-4924-9422-D6A48CCC3263}"/>
                </a:ext>
              </a:extLst>
            </p:cNvPr>
            <p:cNvSpPr>
              <a:spLocks/>
            </p:cNvSpPr>
            <p:nvPr/>
          </p:nvSpPr>
          <p:spPr>
            <a:xfrm>
              <a:off x="646920" y="2308412"/>
              <a:ext cx="8460" cy="6938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8" name="hist_3416_8">
              <a:extLst>
                <a:ext uri="{FF2B5EF4-FFF2-40B4-BE49-F238E27FC236}">
                  <a16:creationId xmlns:a16="http://schemas.microsoft.com/office/drawing/2014/main" id="{BD0DD0CF-381D-4B98-ACAB-2423CFFA30CA}"/>
                </a:ext>
              </a:extLst>
            </p:cNvPr>
            <p:cNvSpPr>
              <a:spLocks/>
            </p:cNvSpPr>
            <p:nvPr/>
          </p:nvSpPr>
          <p:spPr>
            <a:xfrm>
              <a:off x="657720" y="2280881"/>
              <a:ext cx="8460" cy="9691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9" name="hist_3416_9">
              <a:extLst>
                <a:ext uri="{FF2B5EF4-FFF2-40B4-BE49-F238E27FC236}">
                  <a16:creationId xmlns:a16="http://schemas.microsoft.com/office/drawing/2014/main" id="{7D229BC7-478E-443E-8F65-D59949763693}"/>
                </a:ext>
              </a:extLst>
            </p:cNvPr>
            <p:cNvSpPr>
              <a:spLocks/>
            </p:cNvSpPr>
            <p:nvPr/>
          </p:nvSpPr>
          <p:spPr>
            <a:xfrm>
              <a:off x="668520" y="2254700"/>
              <a:ext cx="8460" cy="123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0" name="hist_3416_10">
              <a:extLst>
                <a:ext uri="{FF2B5EF4-FFF2-40B4-BE49-F238E27FC236}">
                  <a16:creationId xmlns:a16="http://schemas.microsoft.com/office/drawing/2014/main" id="{5C9B1F3E-CE0C-4EB2-8015-FE98D4F4137A}"/>
                </a:ext>
              </a:extLst>
            </p:cNvPr>
            <p:cNvSpPr>
              <a:spLocks/>
            </p:cNvSpPr>
            <p:nvPr/>
          </p:nvSpPr>
          <p:spPr>
            <a:xfrm>
              <a:off x="679320" y="2236272"/>
              <a:ext cx="8460" cy="14152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1" name="hist_3416_11">
              <a:extLst>
                <a:ext uri="{FF2B5EF4-FFF2-40B4-BE49-F238E27FC236}">
                  <a16:creationId xmlns:a16="http://schemas.microsoft.com/office/drawing/2014/main" id="{881716DE-5892-4E95-8BD0-BDE1905F6EA1}"/>
                </a:ext>
              </a:extLst>
            </p:cNvPr>
            <p:cNvSpPr>
              <a:spLocks/>
            </p:cNvSpPr>
            <p:nvPr/>
          </p:nvSpPr>
          <p:spPr>
            <a:xfrm>
              <a:off x="690120" y="2205424"/>
              <a:ext cx="8460" cy="17237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2" name="hist_3416_12">
              <a:extLst>
                <a:ext uri="{FF2B5EF4-FFF2-40B4-BE49-F238E27FC236}">
                  <a16:creationId xmlns:a16="http://schemas.microsoft.com/office/drawing/2014/main" id="{BA106C43-3812-47CF-B519-CFDF96416311}"/>
                </a:ext>
              </a:extLst>
            </p:cNvPr>
            <p:cNvSpPr>
              <a:spLocks/>
            </p:cNvSpPr>
            <p:nvPr/>
          </p:nvSpPr>
          <p:spPr>
            <a:xfrm>
              <a:off x="700920" y="2200406"/>
              <a:ext cx="8460" cy="17739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3" name="hist_3416_13">
              <a:extLst>
                <a:ext uri="{FF2B5EF4-FFF2-40B4-BE49-F238E27FC236}">
                  <a16:creationId xmlns:a16="http://schemas.microsoft.com/office/drawing/2014/main" id="{F6D36008-96F9-474F-8659-11F7D20796A0}"/>
                </a:ext>
              </a:extLst>
            </p:cNvPr>
            <p:cNvSpPr>
              <a:spLocks/>
            </p:cNvSpPr>
            <p:nvPr/>
          </p:nvSpPr>
          <p:spPr>
            <a:xfrm>
              <a:off x="711720" y="2193790"/>
              <a:ext cx="8460" cy="1840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4" name="hist_3416_14">
              <a:extLst>
                <a:ext uri="{FF2B5EF4-FFF2-40B4-BE49-F238E27FC236}">
                  <a16:creationId xmlns:a16="http://schemas.microsoft.com/office/drawing/2014/main" id="{2A26F7BD-3755-4E6D-AB85-AA8D6B81D37F}"/>
                </a:ext>
              </a:extLst>
            </p:cNvPr>
            <p:cNvSpPr>
              <a:spLocks/>
            </p:cNvSpPr>
            <p:nvPr/>
          </p:nvSpPr>
          <p:spPr>
            <a:xfrm>
              <a:off x="722520" y="2192067"/>
              <a:ext cx="8460" cy="18573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5" name="hist_3416_15">
              <a:extLst>
                <a:ext uri="{FF2B5EF4-FFF2-40B4-BE49-F238E27FC236}">
                  <a16:creationId xmlns:a16="http://schemas.microsoft.com/office/drawing/2014/main" id="{511EF929-DCE2-4EF9-82D6-8A20F18644B4}"/>
                </a:ext>
              </a:extLst>
            </p:cNvPr>
            <p:cNvSpPr>
              <a:spLocks/>
            </p:cNvSpPr>
            <p:nvPr/>
          </p:nvSpPr>
          <p:spPr>
            <a:xfrm>
              <a:off x="733320" y="2216786"/>
              <a:ext cx="8460" cy="1610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6" name="hist_3416_16">
              <a:extLst>
                <a:ext uri="{FF2B5EF4-FFF2-40B4-BE49-F238E27FC236}">
                  <a16:creationId xmlns:a16="http://schemas.microsoft.com/office/drawing/2014/main" id="{1E30E4C3-64BE-4F1E-8B95-8658819040A7}"/>
                </a:ext>
              </a:extLst>
            </p:cNvPr>
            <p:cNvSpPr>
              <a:spLocks/>
            </p:cNvSpPr>
            <p:nvPr/>
          </p:nvSpPr>
          <p:spPr>
            <a:xfrm>
              <a:off x="744120" y="2228341"/>
              <a:ext cx="8460" cy="14945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7" name="hist_3416_17">
              <a:extLst>
                <a:ext uri="{FF2B5EF4-FFF2-40B4-BE49-F238E27FC236}">
                  <a16:creationId xmlns:a16="http://schemas.microsoft.com/office/drawing/2014/main" id="{B40A8248-671F-44BC-A10E-39017D983833}"/>
                </a:ext>
              </a:extLst>
            </p:cNvPr>
            <p:cNvSpPr>
              <a:spLocks/>
            </p:cNvSpPr>
            <p:nvPr/>
          </p:nvSpPr>
          <p:spPr>
            <a:xfrm>
              <a:off x="754920" y="2256148"/>
              <a:ext cx="8460" cy="12165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8" name="hist_3416_18">
              <a:extLst>
                <a:ext uri="{FF2B5EF4-FFF2-40B4-BE49-F238E27FC236}">
                  <a16:creationId xmlns:a16="http://schemas.microsoft.com/office/drawing/2014/main" id="{602070AA-B48D-4E3A-B052-01BAD3F4BE68}"/>
                </a:ext>
              </a:extLst>
            </p:cNvPr>
            <p:cNvSpPr>
              <a:spLocks/>
            </p:cNvSpPr>
            <p:nvPr/>
          </p:nvSpPr>
          <p:spPr>
            <a:xfrm>
              <a:off x="765720" y="2284395"/>
              <a:ext cx="8460" cy="93405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9" name="hist_3416_19">
              <a:extLst>
                <a:ext uri="{FF2B5EF4-FFF2-40B4-BE49-F238E27FC236}">
                  <a16:creationId xmlns:a16="http://schemas.microsoft.com/office/drawing/2014/main" id="{F4508BA0-3148-4A85-9B54-2561F0A1045E}"/>
                </a:ext>
              </a:extLst>
            </p:cNvPr>
            <p:cNvSpPr>
              <a:spLocks/>
            </p:cNvSpPr>
            <p:nvPr/>
          </p:nvSpPr>
          <p:spPr>
            <a:xfrm>
              <a:off x="776520" y="2303684"/>
              <a:ext cx="8460" cy="7411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0" name="hist_3416_20">
              <a:extLst>
                <a:ext uri="{FF2B5EF4-FFF2-40B4-BE49-F238E27FC236}">
                  <a16:creationId xmlns:a16="http://schemas.microsoft.com/office/drawing/2014/main" id="{1E814EE0-F15D-4E45-A1F1-73468B008A6D}"/>
                </a:ext>
              </a:extLst>
            </p:cNvPr>
            <p:cNvSpPr>
              <a:spLocks/>
            </p:cNvSpPr>
            <p:nvPr/>
          </p:nvSpPr>
          <p:spPr>
            <a:xfrm>
              <a:off x="787320" y="2328373"/>
              <a:ext cx="8460" cy="49427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1" name="hist_3416_21">
              <a:extLst>
                <a:ext uri="{FF2B5EF4-FFF2-40B4-BE49-F238E27FC236}">
                  <a16:creationId xmlns:a16="http://schemas.microsoft.com/office/drawing/2014/main" id="{95A3EFB3-C62D-4967-A6A8-7BCC4B8F47BB}"/>
                </a:ext>
              </a:extLst>
            </p:cNvPr>
            <p:cNvSpPr>
              <a:spLocks/>
            </p:cNvSpPr>
            <p:nvPr/>
          </p:nvSpPr>
          <p:spPr>
            <a:xfrm>
              <a:off x="798120" y="2343468"/>
              <a:ext cx="8460" cy="343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2" name="hist_3416_22">
              <a:extLst>
                <a:ext uri="{FF2B5EF4-FFF2-40B4-BE49-F238E27FC236}">
                  <a16:creationId xmlns:a16="http://schemas.microsoft.com/office/drawing/2014/main" id="{6B8B5BB5-5CE0-497D-ABEA-F5959E3B43FE}"/>
                </a:ext>
              </a:extLst>
            </p:cNvPr>
            <p:cNvSpPr>
              <a:spLocks/>
            </p:cNvSpPr>
            <p:nvPr/>
          </p:nvSpPr>
          <p:spPr>
            <a:xfrm>
              <a:off x="808920" y="2355558"/>
              <a:ext cx="8460" cy="2224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3" name="hist_3416_23">
              <a:extLst>
                <a:ext uri="{FF2B5EF4-FFF2-40B4-BE49-F238E27FC236}">
                  <a16:creationId xmlns:a16="http://schemas.microsoft.com/office/drawing/2014/main" id="{5030FD95-7478-4257-A5D9-D939F5AE98FC}"/>
                </a:ext>
              </a:extLst>
            </p:cNvPr>
            <p:cNvSpPr>
              <a:spLocks/>
            </p:cNvSpPr>
            <p:nvPr/>
          </p:nvSpPr>
          <p:spPr>
            <a:xfrm>
              <a:off x="819720" y="2365051"/>
              <a:ext cx="8460" cy="1274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4" name="hist_3416_24">
              <a:extLst>
                <a:ext uri="{FF2B5EF4-FFF2-40B4-BE49-F238E27FC236}">
                  <a16:creationId xmlns:a16="http://schemas.microsoft.com/office/drawing/2014/main" id="{3926886D-495F-4478-8F1B-706F849E28A3}"/>
                </a:ext>
              </a:extLst>
            </p:cNvPr>
            <p:cNvSpPr>
              <a:spLocks/>
            </p:cNvSpPr>
            <p:nvPr/>
          </p:nvSpPr>
          <p:spPr>
            <a:xfrm>
              <a:off x="830520" y="2369992"/>
              <a:ext cx="8460" cy="780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5" name="hist_3416_25">
              <a:extLst>
                <a:ext uri="{FF2B5EF4-FFF2-40B4-BE49-F238E27FC236}">
                  <a16:creationId xmlns:a16="http://schemas.microsoft.com/office/drawing/2014/main" id="{B61C32A0-72B7-4779-BCDD-4CCD09797BE9}"/>
                </a:ext>
              </a:extLst>
            </p:cNvPr>
            <p:cNvSpPr>
              <a:spLocks/>
            </p:cNvSpPr>
            <p:nvPr/>
          </p:nvSpPr>
          <p:spPr>
            <a:xfrm>
              <a:off x="841320" y="2373717"/>
              <a:ext cx="8460" cy="408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6" name="hist_3416_26">
              <a:extLst>
                <a:ext uri="{FF2B5EF4-FFF2-40B4-BE49-F238E27FC236}">
                  <a16:creationId xmlns:a16="http://schemas.microsoft.com/office/drawing/2014/main" id="{9688AA3F-240D-4604-B4E3-BD1EEF21C388}"/>
                </a:ext>
              </a:extLst>
            </p:cNvPr>
            <p:cNvSpPr>
              <a:spLocks/>
            </p:cNvSpPr>
            <p:nvPr/>
          </p:nvSpPr>
          <p:spPr>
            <a:xfrm>
              <a:off x="852120" y="2375700"/>
              <a:ext cx="8460" cy="2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7" name="hist_3416_baseline">
              <a:extLst>
                <a:ext uri="{FF2B5EF4-FFF2-40B4-BE49-F238E27FC236}">
                  <a16:creationId xmlns:a16="http://schemas.microsoft.com/office/drawing/2014/main" id="{AF195640-DB62-4316-9CA1-0D21CA0E3DBC}"/>
                </a:ext>
              </a:extLst>
            </p:cNvPr>
            <p:cNvSpPr>
              <a:spLocks/>
            </p:cNvSpPr>
            <p:nvPr/>
          </p:nvSpPr>
          <p:spPr>
            <a:xfrm>
              <a:off x="564120" y="2377800"/>
              <a:ext cx="306000" cy="1980"/>
            </a:xfrm>
            <a:prstGeom prst="rect">
              <a:avLst/>
            </a:prstGeom>
            <a:solidFill>
              <a:srgbClr val="D7E1EF"/>
            </a:solidFill>
            <a:ln w="0">
              <a:noFill/>
            </a:ln>
          </p:spPr>
        </p:sp>
      </p:grpSp>
      <p:grpSp>
        <p:nvGrpSpPr>
          <p:cNvPr id="3417" name="a | spatial view identity"/>
          <p:cNvGrpSpPr/>
          <p:nvPr/>
        </p:nvGrpSpPr>
        <p:grpSpPr>
          <a:xfrm>
            <a:off x="174600" y="2840400"/>
            <a:ext cx="266400" cy="210240"/>
            <a:chOff x="177480" y="2844360"/>
            <a:chExt cx="249480" cy="196920"/>
          </a:xfrm>
        </p:grpSpPr>
        <p:sp>
          <p:nvSpPr>
            <p:cNvPr id="5206" name="asset_3417_0">
              <a:extLst>
                <a:ext uri="{FF2B5EF4-FFF2-40B4-BE49-F238E27FC236}">
                  <a16:creationId xmlns:a16="http://schemas.microsoft.com/office/drawing/2014/main" id="{F8EA0275-6243-4257-A4E6-DA521049B49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4436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207" name="asset_3417_1">
              <a:extLst>
                <a:ext uri="{FF2B5EF4-FFF2-40B4-BE49-F238E27FC236}">
                  <a16:creationId xmlns:a16="http://schemas.microsoft.com/office/drawing/2014/main" id="{06F4AEAC-07D4-46AB-B61A-E413CFBCA6C8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284436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208" name="asset_3417_2">
              <a:extLst>
                <a:ext uri="{FF2B5EF4-FFF2-40B4-BE49-F238E27FC236}">
                  <a16:creationId xmlns:a16="http://schemas.microsoft.com/office/drawing/2014/main" id="{7FD378F4-228E-40C0-8B8A-11134CFB9955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209" name="asset_3417_3">
              <a:extLst>
                <a:ext uri="{FF2B5EF4-FFF2-40B4-BE49-F238E27FC236}">
                  <a16:creationId xmlns:a16="http://schemas.microsoft.com/office/drawing/2014/main" id="{9A57B3B3-4213-4B60-84FC-AB37D67BA4FE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0" name="asset_3417_4">
              <a:extLst>
                <a:ext uri="{FF2B5EF4-FFF2-40B4-BE49-F238E27FC236}">
                  <a16:creationId xmlns:a16="http://schemas.microsoft.com/office/drawing/2014/main" id="{7873941F-2C0F-4743-A778-B1D9045DE22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1869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1" name="asset_3417_5">
              <a:extLst>
                <a:ext uri="{FF2B5EF4-FFF2-40B4-BE49-F238E27FC236}">
                  <a16:creationId xmlns:a16="http://schemas.microsoft.com/office/drawing/2014/main" id="{1D4219C1-45BA-4A71-8378-AABBD04923B0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2" name="asset_3417_6">
              <a:extLst>
                <a:ext uri="{FF2B5EF4-FFF2-40B4-BE49-F238E27FC236}">
                  <a16:creationId xmlns:a16="http://schemas.microsoft.com/office/drawing/2014/main" id="{958EC969-20E2-4107-B370-E1616A2910B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5955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3" name="asset_3417_7">
              <a:extLst>
                <a:ext uri="{FF2B5EF4-FFF2-40B4-BE49-F238E27FC236}">
                  <a16:creationId xmlns:a16="http://schemas.microsoft.com/office/drawing/2014/main" id="{C505E721-5B73-43C5-A6EC-AD958AF778C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4" name="asset_3417_8">
              <a:extLst>
                <a:ext uri="{FF2B5EF4-FFF2-40B4-BE49-F238E27FC236}">
                  <a16:creationId xmlns:a16="http://schemas.microsoft.com/office/drawing/2014/main" id="{A156AE7F-D866-478C-A244-8184212F78A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00041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5" name="asset_3417_9">
              <a:extLst>
                <a:ext uri="{FF2B5EF4-FFF2-40B4-BE49-F238E27FC236}">
                  <a16:creationId xmlns:a16="http://schemas.microsoft.com/office/drawing/2014/main" id="{F5098036-F4AB-4BE5-8EBD-0262B6C7FDA9}"/>
                </a:ext>
              </a:extLst>
            </p:cNvPr>
            <p:cNvSpPr>
              <a:spLocks noGrp="1"/>
            </p:cNvSpPr>
            <p:nvPr/>
          </p:nvSpPr>
          <p:spPr>
            <a:xfrm>
              <a:off x="19536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6" name="asset_3417_10">
              <a:extLst>
                <a:ext uri="{FF2B5EF4-FFF2-40B4-BE49-F238E27FC236}">
                  <a16:creationId xmlns:a16="http://schemas.microsoft.com/office/drawing/2014/main" id="{F3818BD3-92F1-4A5B-AE5E-0ED17D52A3AA}"/>
                </a:ext>
              </a:extLst>
            </p:cNvPr>
            <p:cNvSpPr>
              <a:spLocks noGrp="1"/>
            </p:cNvSpPr>
            <p:nvPr/>
          </p:nvSpPr>
          <p:spPr>
            <a:xfrm>
              <a:off x="23848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7" name="asset_3417_11">
              <a:extLst>
                <a:ext uri="{FF2B5EF4-FFF2-40B4-BE49-F238E27FC236}">
                  <a16:creationId xmlns:a16="http://schemas.microsoft.com/office/drawing/2014/main" id="{C6F97C6F-9FB7-453C-BD73-7B098BBA21C6}"/>
                </a:ext>
              </a:extLst>
            </p:cNvPr>
            <p:cNvSpPr>
              <a:spLocks noGrp="1"/>
            </p:cNvSpPr>
            <p:nvPr/>
          </p:nvSpPr>
          <p:spPr>
            <a:xfrm>
              <a:off x="27573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8" name="asset_3417_12">
              <a:extLst>
                <a:ext uri="{FF2B5EF4-FFF2-40B4-BE49-F238E27FC236}">
                  <a16:creationId xmlns:a16="http://schemas.microsoft.com/office/drawing/2014/main" id="{F5F8D280-4B17-4964-8A05-15D6C5AA1C91}"/>
                </a:ext>
              </a:extLst>
            </p:cNvPr>
            <p:cNvSpPr>
              <a:spLocks noGrp="1"/>
            </p:cNvSpPr>
            <p:nvPr/>
          </p:nvSpPr>
          <p:spPr>
            <a:xfrm>
              <a:off x="23456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9" name="asset_3417_13">
              <a:extLst>
                <a:ext uri="{FF2B5EF4-FFF2-40B4-BE49-F238E27FC236}">
                  <a16:creationId xmlns:a16="http://schemas.microsoft.com/office/drawing/2014/main" id="{D1D7FB95-5DCC-4775-B79A-A10E2B2461D3}"/>
                </a:ext>
              </a:extLst>
            </p:cNvPr>
            <p:cNvSpPr>
              <a:spLocks noGrp="1"/>
            </p:cNvSpPr>
            <p:nvPr/>
          </p:nvSpPr>
          <p:spPr>
            <a:xfrm>
              <a:off x="225065" y="2931796"/>
              <a:ext cx="34464" cy="275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0" name="asset_3417_14">
              <a:extLst>
                <a:ext uri="{FF2B5EF4-FFF2-40B4-BE49-F238E27FC236}">
                  <a16:creationId xmlns:a16="http://schemas.microsoft.com/office/drawing/2014/main" id="{D1FC626F-A21C-4FBC-906E-E7040A91AD6C}"/>
                </a:ext>
              </a:extLst>
            </p:cNvPr>
            <p:cNvSpPr>
              <a:spLocks noGrp="1"/>
            </p:cNvSpPr>
            <p:nvPr/>
          </p:nvSpPr>
          <p:spPr>
            <a:xfrm>
              <a:off x="265308" y="2949180"/>
              <a:ext cx="41898" cy="335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1" name="asset_3417_15">
              <a:extLst>
                <a:ext uri="{FF2B5EF4-FFF2-40B4-BE49-F238E27FC236}">
                  <a16:creationId xmlns:a16="http://schemas.microsoft.com/office/drawing/2014/main" id="{46D204D4-15C1-4D8E-A5C9-46AA01AF06E9}"/>
                </a:ext>
              </a:extLst>
            </p:cNvPr>
            <p:cNvSpPr>
              <a:spLocks noGrp="1"/>
            </p:cNvSpPr>
            <p:nvPr/>
          </p:nvSpPr>
          <p:spPr>
            <a:xfrm>
              <a:off x="326852" y="2899736"/>
              <a:ext cx="28163" cy="225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2" name="asset_3417_16">
              <a:extLst>
                <a:ext uri="{FF2B5EF4-FFF2-40B4-BE49-F238E27FC236}">
                  <a16:creationId xmlns:a16="http://schemas.microsoft.com/office/drawing/2014/main" id="{623CDAAD-E4C5-4BF4-B5E0-8A3EC027CB66}"/>
                </a:ext>
              </a:extLst>
            </p:cNvPr>
            <p:cNvSpPr>
              <a:spLocks noGrp="1"/>
            </p:cNvSpPr>
            <p:nvPr/>
          </p:nvSpPr>
          <p:spPr>
            <a:xfrm>
              <a:off x="254036" y="2869358"/>
              <a:ext cx="46088" cy="36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3" name="asset_3417_17">
              <a:extLst>
                <a:ext uri="{FF2B5EF4-FFF2-40B4-BE49-F238E27FC236}">
                  <a16:creationId xmlns:a16="http://schemas.microsoft.com/office/drawing/2014/main" id="{37172E69-18B2-4562-A9D3-D40A3B64FC02}"/>
                </a:ext>
              </a:extLst>
            </p:cNvPr>
            <p:cNvSpPr>
              <a:spLocks noGrp="1"/>
            </p:cNvSpPr>
            <p:nvPr/>
          </p:nvSpPr>
          <p:spPr>
            <a:xfrm>
              <a:off x="218918" y="2927922"/>
              <a:ext cx="29520" cy="236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4" name="asset_3417_18">
              <a:extLst>
                <a:ext uri="{FF2B5EF4-FFF2-40B4-BE49-F238E27FC236}">
                  <a16:creationId xmlns:a16="http://schemas.microsoft.com/office/drawing/2014/main" id="{D13923FC-5B11-4065-A3FE-AAA9007D0154}"/>
                </a:ext>
              </a:extLst>
            </p:cNvPr>
            <p:cNvSpPr>
              <a:spLocks noGrp="1"/>
            </p:cNvSpPr>
            <p:nvPr/>
          </p:nvSpPr>
          <p:spPr>
            <a:xfrm>
              <a:off x="264878" y="2956506"/>
              <a:ext cx="27939" cy="223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5" name="asset_3417_19">
              <a:extLst>
                <a:ext uri="{FF2B5EF4-FFF2-40B4-BE49-F238E27FC236}">
                  <a16:creationId xmlns:a16="http://schemas.microsoft.com/office/drawing/2014/main" id="{9EFE3A03-60B9-41C3-A687-4264FCDDBDEA}"/>
                </a:ext>
              </a:extLst>
            </p:cNvPr>
            <p:cNvSpPr>
              <a:spLocks noGrp="1"/>
            </p:cNvSpPr>
            <p:nvPr/>
          </p:nvSpPr>
          <p:spPr>
            <a:xfrm>
              <a:off x="285462" y="2880916"/>
              <a:ext cx="36943" cy="295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6" name="asset_3417_20">
              <a:extLst>
                <a:ext uri="{FF2B5EF4-FFF2-40B4-BE49-F238E27FC236}">
                  <a16:creationId xmlns:a16="http://schemas.microsoft.com/office/drawing/2014/main" id="{9795B320-E056-48B9-B974-E1571FAA2B75}"/>
                </a:ext>
              </a:extLst>
            </p:cNvPr>
            <p:cNvSpPr>
              <a:spLocks noGrp="1"/>
            </p:cNvSpPr>
            <p:nvPr/>
          </p:nvSpPr>
          <p:spPr>
            <a:xfrm>
              <a:off x="253090" y="2904475"/>
              <a:ext cx="39597" cy="316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7" name="asset_3417_21">
              <a:extLst>
                <a:ext uri="{FF2B5EF4-FFF2-40B4-BE49-F238E27FC236}">
                  <a16:creationId xmlns:a16="http://schemas.microsoft.com/office/drawing/2014/main" id="{26C66C6D-3A3A-404A-91D5-D79BC83392CD}"/>
                </a:ext>
              </a:extLst>
            </p:cNvPr>
            <p:cNvSpPr>
              <a:spLocks noGrp="1"/>
            </p:cNvSpPr>
            <p:nvPr/>
          </p:nvSpPr>
          <p:spPr>
            <a:xfrm>
              <a:off x="183982" y="2918993"/>
              <a:ext cx="48168" cy="385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8" name="asset_3417_22">
              <a:extLst>
                <a:ext uri="{FF2B5EF4-FFF2-40B4-BE49-F238E27FC236}">
                  <a16:creationId xmlns:a16="http://schemas.microsoft.com/office/drawing/2014/main" id="{6C4C09C0-8025-41CC-B55D-C17D18D777CB}"/>
                </a:ext>
              </a:extLst>
            </p:cNvPr>
            <p:cNvSpPr>
              <a:spLocks noGrp="1"/>
            </p:cNvSpPr>
            <p:nvPr/>
          </p:nvSpPr>
          <p:spPr>
            <a:xfrm>
              <a:off x="279696" y="2930393"/>
              <a:ext cx="43712" cy="349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9" name="asset_3417_23">
              <a:extLst>
                <a:ext uri="{FF2B5EF4-FFF2-40B4-BE49-F238E27FC236}">
                  <a16:creationId xmlns:a16="http://schemas.microsoft.com/office/drawing/2014/main" id="{C0775EE0-BDB7-4295-87F9-C13FAE882049}"/>
                </a:ext>
              </a:extLst>
            </p:cNvPr>
            <p:cNvSpPr>
              <a:spLocks noGrp="1"/>
            </p:cNvSpPr>
            <p:nvPr/>
          </p:nvSpPr>
          <p:spPr>
            <a:xfrm>
              <a:off x="325491" y="2885669"/>
              <a:ext cx="28540" cy="228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0" name="asset_3417_24">
              <a:extLst>
                <a:ext uri="{FF2B5EF4-FFF2-40B4-BE49-F238E27FC236}">
                  <a16:creationId xmlns:a16="http://schemas.microsoft.com/office/drawing/2014/main" id="{E5A09964-028D-481F-A1A6-112CA2148C61}"/>
                </a:ext>
              </a:extLst>
            </p:cNvPr>
            <p:cNvSpPr>
              <a:spLocks noGrp="1"/>
            </p:cNvSpPr>
            <p:nvPr/>
          </p:nvSpPr>
          <p:spPr>
            <a:xfrm>
              <a:off x="269409" y="2914286"/>
              <a:ext cx="28759" cy="230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1" name="asset_3417_25">
              <a:extLst>
                <a:ext uri="{FF2B5EF4-FFF2-40B4-BE49-F238E27FC236}">
                  <a16:creationId xmlns:a16="http://schemas.microsoft.com/office/drawing/2014/main" id="{B8B33EAE-C0C2-4276-A6C0-64471603C280}"/>
                </a:ext>
              </a:extLst>
            </p:cNvPr>
            <p:cNvSpPr>
              <a:spLocks noGrp="1"/>
            </p:cNvSpPr>
            <p:nvPr/>
          </p:nvSpPr>
          <p:spPr>
            <a:xfrm>
              <a:off x="246744" y="2932114"/>
              <a:ext cx="46628" cy="373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2" name="asset_3417_26">
              <a:extLst>
                <a:ext uri="{FF2B5EF4-FFF2-40B4-BE49-F238E27FC236}">
                  <a16:creationId xmlns:a16="http://schemas.microsoft.com/office/drawing/2014/main" id="{76CBF597-C86F-40DB-9E85-1A7DDD96E4FF}"/>
                </a:ext>
              </a:extLst>
            </p:cNvPr>
            <p:cNvSpPr>
              <a:spLocks noGrp="1"/>
            </p:cNvSpPr>
            <p:nvPr/>
          </p:nvSpPr>
          <p:spPr>
            <a:xfrm>
              <a:off x="243162" y="2956403"/>
              <a:ext cx="31730" cy="253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3" name="asset_3417_27">
              <a:extLst>
                <a:ext uri="{FF2B5EF4-FFF2-40B4-BE49-F238E27FC236}">
                  <a16:creationId xmlns:a16="http://schemas.microsoft.com/office/drawing/2014/main" id="{4FD5DE33-228B-46B3-BC4A-4F0797A94F07}"/>
                </a:ext>
              </a:extLst>
            </p:cNvPr>
            <p:cNvSpPr>
              <a:spLocks noGrp="1"/>
            </p:cNvSpPr>
            <p:nvPr/>
          </p:nvSpPr>
          <p:spPr>
            <a:xfrm>
              <a:off x="286384" y="2892752"/>
              <a:ext cx="42201" cy="337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4" name="asset_3417_28">
              <a:extLst>
                <a:ext uri="{FF2B5EF4-FFF2-40B4-BE49-F238E27FC236}">
                  <a16:creationId xmlns:a16="http://schemas.microsoft.com/office/drawing/2014/main" id="{330D23C0-ABD9-4AAA-9515-C4C12CC07C5E}"/>
                </a:ext>
              </a:extLst>
            </p:cNvPr>
            <p:cNvSpPr>
              <a:spLocks noGrp="1"/>
            </p:cNvSpPr>
            <p:nvPr/>
          </p:nvSpPr>
          <p:spPr>
            <a:xfrm>
              <a:off x="244617" y="2907890"/>
              <a:ext cx="32192" cy="25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5" name="asset_3417_29">
              <a:extLst>
                <a:ext uri="{FF2B5EF4-FFF2-40B4-BE49-F238E27FC236}">
                  <a16:creationId xmlns:a16="http://schemas.microsoft.com/office/drawing/2014/main" id="{3B90CBDA-2031-4065-BE9E-E05C410F2B8D}"/>
                </a:ext>
              </a:extLst>
            </p:cNvPr>
            <p:cNvSpPr>
              <a:spLocks noGrp="1"/>
            </p:cNvSpPr>
            <p:nvPr/>
          </p:nvSpPr>
          <p:spPr>
            <a:xfrm>
              <a:off x="249735" y="2916629"/>
              <a:ext cx="30013" cy="240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6" name="asset_3417_30">
              <a:extLst>
                <a:ext uri="{FF2B5EF4-FFF2-40B4-BE49-F238E27FC236}">
                  <a16:creationId xmlns:a16="http://schemas.microsoft.com/office/drawing/2014/main" id="{C7313995-667D-4739-935D-9E967B1DA3A7}"/>
                </a:ext>
              </a:extLst>
            </p:cNvPr>
            <p:cNvSpPr>
              <a:spLocks noGrp="1"/>
            </p:cNvSpPr>
            <p:nvPr/>
          </p:nvSpPr>
          <p:spPr>
            <a:xfrm>
              <a:off x="267530" y="2949783"/>
              <a:ext cx="36773" cy="294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7" name="asset_3417_31">
              <a:extLst>
                <a:ext uri="{FF2B5EF4-FFF2-40B4-BE49-F238E27FC236}">
                  <a16:creationId xmlns:a16="http://schemas.microsoft.com/office/drawing/2014/main" id="{A16152CA-7DA1-40B0-B109-5F6CE481FB03}"/>
                </a:ext>
              </a:extLst>
            </p:cNvPr>
            <p:cNvSpPr>
              <a:spLocks noGrp="1"/>
            </p:cNvSpPr>
            <p:nvPr/>
          </p:nvSpPr>
          <p:spPr>
            <a:xfrm>
              <a:off x="293188" y="2909686"/>
              <a:ext cx="28412" cy="227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8" name="asset_3417_32">
              <a:extLst>
                <a:ext uri="{FF2B5EF4-FFF2-40B4-BE49-F238E27FC236}">
                  <a16:creationId xmlns:a16="http://schemas.microsoft.com/office/drawing/2014/main" id="{F628CF2B-A0EB-4966-A4D8-9CEACD095F4E}"/>
                </a:ext>
              </a:extLst>
            </p:cNvPr>
            <p:cNvSpPr>
              <a:spLocks noGrp="1"/>
            </p:cNvSpPr>
            <p:nvPr/>
          </p:nvSpPr>
          <p:spPr>
            <a:xfrm>
              <a:off x="277212" y="2897223"/>
              <a:ext cx="38614" cy="309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9" name="asset_3417_33">
              <a:extLst>
                <a:ext uri="{FF2B5EF4-FFF2-40B4-BE49-F238E27FC236}">
                  <a16:creationId xmlns:a16="http://schemas.microsoft.com/office/drawing/2014/main" id="{463DB8AD-42B4-47E5-A8A1-9407E9E297C0}"/>
                </a:ext>
              </a:extLst>
            </p:cNvPr>
            <p:cNvSpPr>
              <a:spLocks noGrp="1"/>
            </p:cNvSpPr>
            <p:nvPr/>
          </p:nvSpPr>
          <p:spPr>
            <a:xfrm>
              <a:off x="217770" y="2902541"/>
              <a:ext cx="39971" cy="319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0" name="asset_3417_34">
              <a:extLst>
                <a:ext uri="{FF2B5EF4-FFF2-40B4-BE49-F238E27FC236}">
                  <a16:creationId xmlns:a16="http://schemas.microsoft.com/office/drawing/2014/main" id="{253D67CF-8761-4498-A99D-00370A583A28}"/>
                </a:ext>
              </a:extLst>
            </p:cNvPr>
            <p:cNvSpPr>
              <a:spLocks noGrp="1"/>
            </p:cNvSpPr>
            <p:nvPr/>
          </p:nvSpPr>
          <p:spPr>
            <a:xfrm>
              <a:off x="273593" y="2945236"/>
              <a:ext cx="30684" cy="245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1" name="asset_3417_35">
              <a:extLst>
                <a:ext uri="{FF2B5EF4-FFF2-40B4-BE49-F238E27FC236}">
                  <a16:creationId xmlns:a16="http://schemas.microsoft.com/office/drawing/2014/main" id="{79432C51-42E9-4CD0-AD53-6077CCDC748A}"/>
                </a:ext>
              </a:extLst>
            </p:cNvPr>
            <p:cNvSpPr>
              <a:spLocks noGrp="1"/>
            </p:cNvSpPr>
            <p:nvPr/>
          </p:nvSpPr>
          <p:spPr>
            <a:xfrm>
              <a:off x="313946" y="2909905"/>
              <a:ext cx="34371" cy="275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2" name="asset_3417_36">
              <a:extLst>
                <a:ext uri="{FF2B5EF4-FFF2-40B4-BE49-F238E27FC236}">
                  <a16:creationId xmlns:a16="http://schemas.microsoft.com/office/drawing/2014/main" id="{65D98ED4-F717-49D3-8EAF-2DB39B6C9CB3}"/>
                </a:ext>
              </a:extLst>
            </p:cNvPr>
            <p:cNvSpPr>
              <a:spLocks noGrp="1"/>
            </p:cNvSpPr>
            <p:nvPr/>
          </p:nvSpPr>
          <p:spPr>
            <a:xfrm>
              <a:off x="281624" y="2877229"/>
              <a:ext cx="30066" cy="24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3" name="asset_3417_37">
              <a:extLst>
                <a:ext uri="{FF2B5EF4-FFF2-40B4-BE49-F238E27FC236}">
                  <a16:creationId xmlns:a16="http://schemas.microsoft.com/office/drawing/2014/main" id="{93694F2E-7ECC-49CA-AA52-9D20E731E17A}"/>
                </a:ext>
              </a:extLst>
            </p:cNvPr>
            <p:cNvSpPr>
              <a:spLocks noGrp="1"/>
            </p:cNvSpPr>
            <p:nvPr/>
          </p:nvSpPr>
          <p:spPr>
            <a:xfrm>
              <a:off x="219867" y="2932620"/>
              <a:ext cx="39531" cy="316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4" name="asset_3417_38">
              <a:extLst>
                <a:ext uri="{FF2B5EF4-FFF2-40B4-BE49-F238E27FC236}">
                  <a16:creationId xmlns:a16="http://schemas.microsoft.com/office/drawing/2014/main" id="{7F1CE204-DED1-43DA-8D77-71E7ED93AD17}"/>
                </a:ext>
              </a:extLst>
            </p:cNvPr>
            <p:cNvSpPr>
              <a:spLocks noGrp="1"/>
            </p:cNvSpPr>
            <p:nvPr/>
          </p:nvSpPr>
          <p:spPr>
            <a:xfrm>
              <a:off x="261039" y="2939789"/>
              <a:ext cx="27717" cy="221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5" name="asset_3417_39">
              <a:extLst>
                <a:ext uri="{FF2B5EF4-FFF2-40B4-BE49-F238E27FC236}">
                  <a16:creationId xmlns:a16="http://schemas.microsoft.com/office/drawing/2014/main" id="{E02D7686-4915-476D-8048-29E1006E6DC0}"/>
                </a:ext>
              </a:extLst>
            </p:cNvPr>
            <p:cNvSpPr>
              <a:spLocks noGrp="1"/>
            </p:cNvSpPr>
            <p:nvPr/>
          </p:nvSpPr>
          <p:spPr>
            <a:xfrm>
              <a:off x="304816" y="2921616"/>
              <a:ext cx="37303" cy="298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6" name="asset_3417_40">
              <a:extLst>
                <a:ext uri="{FF2B5EF4-FFF2-40B4-BE49-F238E27FC236}">
                  <a16:creationId xmlns:a16="http://schemas.microsoft.com/office/drawing/2014/main" id="{CC7726EC-CF32-4AD3-85C1-58028E865D5B}"/>
                </a:ext>
              </a:extLst>
            </p:cNvPr>
            <p:cNvSpPr>
              <a:spLocks noGrp="1"/>
            </p:cNvSpPr>
            <p:nvPr/>
          </p:nvSpPr>
          <p:spPr>
            <a:xfrm>
              <a:off x="261198" y="2885302"/>
              <a:ext cx="45597" cy="364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7" name="asset_3417_41">
              <a:extLst>
                <a:ext uri="{FF2B5EF4-FFF2-40B4-BE49-F238E27FC236}">
                  <a16:creationId xmlns:a16="http://schemas.microsoft.com/office/drawing/2014/main" id="{917EB9C0-2BB7-4736-9BE5-4D04226F492F}"/>
                </a:ext>
              </a:extLst>
            </p:cNvPr>
            <p:cNvSpPr>
              <a:spLocks noGrp="1"/>
            </p:cNvSpPr>
            <p:nvPr/>
          </p:nvSpPr>
          <p:spPr>
            <a:xfrm>
              <a:off x="187142" y="2914438"/>
              <a:ext cx="50559" cy="404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8" name="asset_3417_42">
              <a:extLst>
                <a:ext uri="{FF2B5EF4-FFF2-40B4-BE49-F238E27FC236}">
                  <a16:creationId xmlns:a16="http://schemas.microsoft.com/office/drawing/2014/main" id="{A9A608DF-9822-477E-A675-965B08B3111B}"/>
                </a:ext>
              </a:extLst>
            </p:cNvPr>
            <p:cNvSpPr>
              <a:spLocks noGrp="1"/>
            </p:cNvSpPr>
            <p:nvPr/>
          </p:nvSpPr>
          <p:spPr>
            <a:xfrm>
              <a:off x="272802" y="2923001"/>
              <a:ext cx="50517" cy="404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9" name="asset_3417_43">
              <a:extLst>
                <a:ext uri="{FF2B5EF4-FFF2-40B4-BE49-F238E27FC236}">
                  <a16:creationId xmlns:a16="http://schemas.microsoft.com/office/drawing/2014/main" id="{F2B98CD6-4958-495A-A7CD-2468B6F819BC}"/>
                </a:ext>
              </a:extLst>
            </p:cNvPr>
            <p:cNvSpPr>
              <a:spLocks noGrp="1"/>
            </p:cNvSpPr>
            <p:nvPr/>
          </p:nvSpPr>
          <p:spPr>
            <a:xfrm>
              <a:off x="316199" y="2921039"/>
              <a:ext cx="42693" cy="341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0" name="asset_3417_44">
              <a:extLst>
                <a:ext uri="{FF2B5EF4-FFF2-40B4-BE49-F238E27FC236}">
                  <a16:creationId xmlns:a16="http://schemas.microsoft.com/office/drawing/2014/main" id="{FAA62AEC-D768-4AD1-9894-3E1B379AE534}"/>
                </a:ext>
              </a:extLst>
            </p:cNvPr>
            <p:cNvSpPr>
              <a:spLocks noGrp="1"/>
            </p:cNvSpPr>
            <p:nvPr/>
          </p:nvSpPr>
          <p:spPr>
            <a:xfrm>
              <a:off x="245539" y="2861266"/>
              <a:ext cx="48333" cy="386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1" name="asset_3417_45">
              <a:extLst>
                <a:ext uri="{FF2B5EF4-FFF2-40B4-BE49-F238E27FC236}">
                  <a16:creationId xmlns:a16="http://schemas.microsoft.com/office/drawing/2014/main" id="{5ACB760F-ABE8-4A06-90F7-E9F41165A5BC}"/>
                </a:ext>
              </a:extLst>
            </p:cNvPr>
            <p:cNvSpPr>
              <a:spLocks noGrp="1"/>
            </p:cNvSpPr>
            <p:nvPr/>
          </p:nvSpPr>
          <p:spPr>
            <a:xfrm>
              <a:off x="226065" y="2940719"/>
              <a:ext cx="34790" cy="278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2" name="asset_3417_46">
              <a:extLst>
                <a:ext uri="{FF2B5EF4-FFF2-40B4-BE49-F238E27FC236}">
                  <a16:creationId xmlns:a16="http://schemas.microsoft.com/office/drawing/2014/main" id="{0ED15E6F-BFD0-4D94-9857-8001C4C48356}"/>
                </a:ext>
              </a:extLst>
            </p:cNvPr>
            <p:cNvSpPr>
              <a:spLocks noGrp="1"/>
            </p:cNvSpPr>
            <p:nvPr/>
          </p:nvSpPr>
          <p:spPr>
            <a:xfrm>
              <a:off x="270430" y="2943918"/>
              <a:ext cx="30138" cy="241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3" name="asset_3417_47">
              <a:extLst>
                <a:ext uri="{FF2B5EF4-FFF2-40B4-BE49-F238E27FC236}">
                  <a16:creationId xmlns:a16="http://schemas.microsoft.com/office/drawing/2014/main" id="{4608D8E8-2C70-4129-9E92-7FC8C4AEC4B7}"/>
                </a:ext>
              </a:extLst>
            </p:cNvPr>
            <p:cNvSpPr>
              <a:spLocks noGrp="1"/>
            </p:cNvSpPr>
            <p:nvPr/>
          </p:nvSpPr>
          <p:spPr>
            <a:xfrm>
              <a:off x="291854" y="2887990"/>
              <a:ext cx="35434" cy="283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4" name="asset_3417_48">
              <a:extLst>
                <a:ext uri="{FF2B5EF4-FFF2-40B4-BE49-F238E27FC236}">
                  <a16:creationId xmlns:a16="http://schemas.microsoft.com/office/drawing/2014/main" id="{35BB892E-99A6-455E-BB2C-F0DC12AA337E}"/>
                </a:ext>
              </a:extLst>
            </p:cNvPr>
            <p:cNvSpPr>
              <a:spLocks noGrp="1"/>
            </p:cNvSpPr>
            <p:nvPr/>
          </p:nvSpPr>
          <p:spPr>
            <a:xfrm>
              <a:off x="250383" y="2905634"/>
              <a:ext cx="46906" cy="375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5" name="asset_3417_49">
              <a:extLst>
                <a:ext uri="{FF2B5EF4-FFF2-40B4-BE49-F238E27FC236}">
                  <a16:creationId xmlns:a16="http://schemas.microsoft.com/office/drawing/2014/main" id="{EC04477A-721F-4080-94D3-FFDF8FA96A7B}"/>
                </a:ext>
              </a:extLst>
            </p:cNvPr>
            <p:cNvSpPr>
              <a:spLocks noGrp="1"/>
            </p:cNvSpPr>
            <p:nvPr/>
          </p:nvSpPr>
          <p:spPr>
            <a:xfrm>
              <a:off x="220416" y="2918481"/>
              <a:ext cx="50258" cy="402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6" name="asset_3417_50">
              <a:extLst>
                <a:ext uri="{FF2B5EF4-FFF2-40B4-BE49-F238E27FC236}">
                  <a16:creationId xmlns:a16="http://schemas.microsoft.com/office/drawing/2014/main" id="{AE9FF471-4EDA-4FD9-9D23-74F90235F9DA}"/>
                </a:ext>
              </a:extLst>
            </p:cNvPr>
            <p:cNvSpPr>
              <a:spLocks noGrp="1"/>
            </p:cNvSpPr>
            <p:nvPr/>
          </p:nvSpPr>
          <p:spPr>
            <a:xfrm>
              <a:off x="273463" y="2954633"/>
              <a:ext cx="35219" cy="281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7" name="asset_3417_51">
              <a:extLst>
                <a:ext uri="{FF2B5EF4-FFF2-40B4-BE49-F238E27FC236}">
                  <a16:creationId xmlns:a16="http://schemas.microsoft.com/office/drawing/2014/main" id="{53574E21-57F4-432E-9FDE-271336442C1B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8" name="a | spatial view gaussian x2"/>
          <p:cNvGrpSpPr/>
          <p:nvPr/>
        </p:nvGrpSpPr>
        <p:grpSpPr>
          <a:xfrm>
            <a:off x="583920" y="2840400"/>
            <a:ext cx="266400" cy="210240"/>
            <a:chOff x="584640" y="2844360"/>
            <a:chExt cx="249480" cy="196920"/>
          </a:xfrm>
        </p:grpSpPr>
        <p:sp>
          <p:nvSpPr>
            <p:cNvPr id="5258" name="asset_3418_0">
              <a:extLst>
                <a:ext uri="{FF2B5EF4-FFF2-40B4-BE49-F238E27FC236}">
                  <a16:creationId xmlns:a16="http://schemas.microsoft.com/office/drawing/2014/main" id="{EDE30850-39E3-4FA4-B684-1627CC57489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4436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259" name="asset_3418_1">
              <a:extLst>
                <a:ext uri="{FF2B5EF4-FFF2-40B4-BE49-F238E27FC236}">
                  <a16:creationId xmlns:a16="http://schemas.microsoft.com/office/drawing/2014/main" id="{8A272B75-2376-471F-B25C-EFC1BD04D5A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284436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260" name="asset_3418_2">
              <a:extLst>
                <a:ext uri="{FF2B5EF4-FFF2-40B4-BE49-F238E27FC236}">
                  <a16:creationId xmlns:a16="http://schemas.microsoft.com/office/drawing/2014/main" id="{9C3FF693-1365-41DE-908C-3F5ADEBFD71B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261" name="asset_3418_3">
              <a:extLst>
                <a:ext uri="{FF2B5EF4-FFF2-40B4-BE49-F238E27FC236}">
                  <a16:creationId xmlns:a16="http://schemas.microsoft.com/office/drawing/2014/main" id="{44818CBB-1D27-4A25-9EC5-4968FA06C39E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2" name="asset_3418_4">
              <a:extLst>
                <a:ext uri="{FF2B5EF4-FFF2-40B4-BE49-F238E27FC236}">
                  <a16:creationId xmlns:a16="http://schemas.microsoft.com/office/drawing/2014/main" id="{7812F35D-F7FA-4819-AD6A-61F2BA6EB99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1869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3" name="asset_3418_5">
              <a:extLst>
                <a:ext uri="{FF2B5EF4-FFF2-40B4-BE49-F238E27FC236}">
                  <a16:creationId xmlns:a16="http://schemas.microsoft.com/office/drawing/2014/main" id="{F8F722F2-B695-4DB8-86CF-08BD6DB261E0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4" name="asset_3418_6">
              <a:extLst>
                <a:ext uri="{FF2B5EF4-FFF2-40B4-BE49-F238E27FC236}">
                  <a16:creationId xmlns:a16="http://schemas.microsoft.com/office/drawing/2014/main" id="{15DC715D-903E-4A7B-A4F3-6000240E2A4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5955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5" name="asset_3418_7">
              <a:extLst>
                <a:ext uri="{FF2B5EF4-FFF2-40B4-BE49-F238E27FC236}">
                  <a16:creationId xmlns:a16="http://schemas.microsoft.com/office/drawing/2014/main" id="{0BD4CF47-AEA2-45DF-8E85-CD1BA830D21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6" name="asset_3418_8">
              <a:extLst>
                <a:ext uri="{FF2B5EF4-FFF2-40B4-BE49-F238E27FC236}">
                  <a16:creationId xmlns:a16="http://schemas.microsoft.com/office/drawing/2014/main" id="{19FDF1EF-5259-4769-81AE-9C7DB426087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00041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7" name="asset_3418_9">
              <a:extLst>
                <a:ext uri="{FF2B5EF4-FFF2-40B4-BE49-F238E27FC236}">
                  <a16:creationId xmlns:a16="http://schemas.microsoft.com/office/drawing/2014/main" id="{B5736FE8-398D-4D2A-B8D0-91AF3CF61F07}"/>
                </a:ext>
              </a:extLst>
            </p:cNvPr>
            <p:cNvSpPr>
              <a:spLocks noGrp="1"/>
            </p:cNvSpPr>
            <p:nvPr/>
          </p:nvSpPr>
          <p:spPr>
            <a:xfrm>
              <a:off x="60252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68" name="asset_3418_10">
              <a:extLst>
                <a:ext uri="{FF2B5EF4-FFF2-40B4-BE49-F238E27FC236}">
                  <a16:creationId xmlns:a16="http://schemas.microsoft.com/office/drawing/2014/main" id="{23654043-708E-4F2A-B958-9366B90D83B9}"/>
                </a:ext>
              </a:extLst>
            </p:cNvPr>
            <p:cNvSpPr>
              <a:spLocks noGrp="1"/>
            </p:cNvSpPr>
            <p:nvPr/>
          </p:nvSpPr>
          <p:spPr>
            <a:xfrm>
              <a:off x="64564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69" name="asset_3418_11">
              <a:extLst>
                <a:ext uri="{FF2B5EF4-FFF2-40B4-BE49-F238E27FC236}">
                  <a16:creationId xmlns:a16="http://schemas.microsoft.com/office/drawing/2014/main" id="{54274FB7-B93A-4025-8539-0487C382750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0" name="asset_3418_12">
              <a:extLst>
                <a:ext uri="{FF2B5EF4-FFF2-40B4-BE49-F238E27FC236}">
                  <a16:creationId xmlns:a16="http://schemas.microsoft.com/office/drawing/2014/main" id="{7423643C-E680-454E-86C5-3F030CFF2647}"/>
                </a:ext>
              </a:extLst>
            </p:cNvPr>
            <p:cNvSpPr>
              <a:spLocks noGrp="1"/>
            </p:cNvSpPr>
            <p:nvPr/>
          </p:nvSpPr>
          <p:spPr>
            <a:xfrm>
              <a:off x="64172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1" name="asset_3418_13">
              <a:extLst>
                <a:ext uri="{FF2B5EF4-FFF2-40B4-BE49-F238E27FC236}">
                  <a16:creationId xmlns:a16="http://schemas.microsoft.com/office/drawing/2014/main" id="{6FF1B954-700A-40D4-84E8-C75CB6E9BB88}"/>
                </a:ext>
              </a:extLst>
            </p:cNvPr>
            <p:cNvSpPr>
              <a:spLocks noGrp="1"/>
            </p:cNvSpPr>
            <p:nvPr/>
          </p:nvSpPr>
          <p:spPr>
            <a:xfrm>
              <a:off x="640370" y="2938957"/>
              <a:ext cx="48156" cy="385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2" name="asset_3418_14">
              <a:extLst>
                <a:ext uri="{FF2B5EF4-FFF2-40B4-BE49-F238E27FC236}">
                  <a16:creationId xmlns:a16="http://schemas.microsoft.com/office/drawing/2014/main" id="{3415DBED-A3C9-4BB2-8842-9E95F770094C}"/>
                </a:ext>
              </a:extLst>
            </p:cNvPr>
            <p:cNvSpPr>
              <a:spLocks noGrp="1"/>
            </p:cNvSpPr>
            <p:nvPr/>
          </p:nvSpPr>
          <p:spPr>
            <a:xfrm>
              <a:off x="704551" y="2952771"/>
              <a:ext cx="46004" cy="368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3" name="asset_3418_15">
              <a:extLst>
                <a:ext uri="{FF2B5EF4-FFF2-40B4-BE49-F238E27FC236}">
                  <a16:creationId xmlns:a16="http://schemas.microsoft.com/office/drawing/2014/main" id="{24A7EC66-3170-4980-B547-D7F35A78374E}"/>
                </a:ext>
              </a:extLst>
            </p:cNvPr>
            <p:cNvSpPr>
              <a:spLocks noGrp="1"/>
            </p:cNvSpPr>
            <p:nvPr/>
          </p:nvSpPr>
          <p:spPr>
            <a:xfrm>
              <a:off x="712894" y="2870877"/>
              <a:ext cx="56480" cy="452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4" name="asset_3418_16">
              <a:extLst>
                <a:ext uri="{FF2B5EF4-FFF2-40B4-BE49-F238E27FC236}">
                  <a16:creationId xmlns:a16="http://schemas.microsoft.com/office/drawing/2014/main" id="{78F1286C-711D-4B62-B721-4A9754ABBAA4}"/>
                </a:ext>
              </a:extLst>
            </p:cNvPr>
            <p:cNvSpPr>
              <a:spLocks noGrp="1"/>
            </p:cNvSpPr>
            <p:nvPr/>
          </p:nvSpPr>
          <p:spPr>
            <a:xfrm>
              <a:off x="660258" y="2884020"/>
              <a:ext cx="43415" cy="347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5" name="asset_3418_17">
              <a:extLst>
                <a:ext uri="{FF2B5EF4-FFF2-40B4-BE49-F238E27FC236}">
                  <a16:creationId xmlns:a16="http://schemas.microsoft.com/office/drawing/2014/main" id="{9DB2C952-197D-493E-9257-D3FD618E8B4F}"/>
                </a:ext>
              </a:extLst>
            </p:cNvPr>
            <p:cNvSpPr>
              <a:spLocks noGrp="1"/>
            </p:cNvSpPr>
            <p:nvPr/>
          </p:nvSpPr>
          <p:spPr>
            <a:xfrm>
              <a:off x="646252" y="2915072"/>
              <a:ext cx="40567" cy="324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6" name="asset_3418_18">
              <a:extLst>
                <a:ext uri="{FF2B5EF4-FFF2-40B4-BE49-F238E27FC236}">
                  <a16:creationId xmlns:a16="http://schemas.microsoft.com/office/drawing/2014/main" id="{0307960D-54E1-4EE8-91E8-696DB6F36BD1}"/>
                </a:ext>
              </a:extLst>
            </p:cNvPr>
            <p:cNvSpPr>
              <a:spLocks noGrp="1"/>
            </p:cNvSpPr>
            <p:nvPr/>
          </p:nvSpPr>
          <p:spPr>
            <a:xfrm>
              <a:off x="650938" y="2925609"/>
              <a:ext cx="53537" cy="4285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7" name="asset_3418_19">
              <a:extLst>
                <a:ext uri="{FF2B5EF4-FFF2-40B4-BE49-F238E27FC236}">
                  <a16:creationId xmlns:a16="http://schemas.microsoft.com/office/drawing/2014/main" id="{C9C5CCC1-BEF3-4FE9-8813-2936CBF5396A}"/>
                </a:ext>
              </a:extLst>
            </p:cNvPr>
            <p:cNvSpPr>
              <a:spLocks noGrp="1"/>
            </p:cNvSpPr>
            <p:nvPr/>
          </p:nvSpPr>
          <p:spPr>
            <a:xfrm>
              <a:off x="687793" y="2908008"/>
              <a:ext cx="53103" cy="4250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8" name="asset_3418_20">
              <a:extLst>
                <a:ext uri="{FF2B5EF4-FFF2-40B4-BE49-F238E27FC236}">
                  <a16:creationId xmlns:a16="http://schemas.microsoft.com/office/drawing/2014/main" id="{6A41E64E-40E4-4F42-802B-899BDE82CD75}"/>
                </a:ext>
              </a:extLst>
            </p:cNvPr>
            <p:cNvSpPr>
              <a:spLocks noGrp="1"/>
            </p:cNvSpPr>
            <p:nvPr/>
          </p:nvSpPr>
          <p:spPr>
            <a:xfrm>
              <a:off x="644334" y="2877187"/>
              <a:ext cx="61827" cy="494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9" name="asset_3418_21">
              <a:extLst>
                <a:ext uri="{FF2B5EF4-FFF2-40B4-BE49-F238E27FC236}">
                  <a16:creationId xmlns:a16="http://schemas.microsoft.com/office/drawing/2014/main" id="{57E6000E-1573-4B3F-8BF1-674E0DEB950F}"/>
                </a:ext>
              </a:extLst>
            </p:cNvPr>
            <p:cNvSpPr>
              <a:spLocks noGrp="1"/>
            </p:cNvSpPr>
            <p:nvPr/>
          </p:nvSpPr>
          <p:spPr>
            <a:xfrm>
              <a:off x="627496" y="2922037"/>
              <a:ext cx="54012" cy="432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0" name="asset_3418_22">
              <a:extLst>
                <a:ext uri="{FF2B5EF4-FFF2-40B4-BE49-F238E27FC236}">
                  <a16:creationId xmlns:a16="http://schemas.microsoft.com/office/drawing/2014/main" id="{E8B27CE8-B114-4A5A-9351-932160EDEA33}"/>
                </a:ext>
              </a:extLst>
            </p:cNvPr>
            <p:cNvSpPr>
              <a:spLocks noGrp="1"/>
            </p:cNvSpPr>
            <p:nvPr/>
          </p:nvSpPr>
          <p:spPr>
            <a:xfrm>
              <a:off x="656031" y="2948387"/>
              <a:ext cx="60272" cy="482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1" name="asset_3418_23">
              <a:extLst>
                <a:ext uri="{FF2B5EF4-FFF2-40B4-BE49-F238E27FC236}">
                  <a16:creationId xmlns:a16="http://schemas.microsoft.com/office/drawing/2014/main" id="{D8549EB0-8A46-4EFD-9016-5A395C177FC0}"/>
                </a:ext>
              </a:extLst>
            </p:cNvPr>
            <p:cNvSpPr>
              <a:spLocks noGrp="1"/>
            </p:cNvSpPr>
            <p:nvPr/>
          </p:nvSpPr>
          <p:spPr>
            <a:xfrm>
              <a:off x="673856" y="2885344"/>
              <a:ext cx="54756" cy="438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2" name="asset_3418_24">
              <a:extLst>
                <a:ext uri="{FF2B5EF4-FFF2-40B4-BE49-F238E27FC236}">
                  <a16:creationId xmlns:a16="http://schemas.microsoft.com/office/drawing/2014/main" id="{53AC7175-BD2D-4738-8BFE-7490CAC20AD0}"/>
                </a:ext>
              </a:extLst>
            </p:cNvPr>
            <p:cNvSpPr>
              <a:spLocks noGrp="1"/>
            </p:cNvSpPr>
            <p:nvPr/>
          </p:nvSpPr>
          <p:spPr>
            <a:xfrm>
              <a:off x="665714" y="2862703"/>
              <a:ext cx="56521" cy="452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3" name="asset_3418_25">
              <a:extLst>
                <a:ext uri="{FF2B5EF4-FFF2-40B4-BE49-F238E27FC236}">
                  <a16:creationId xmlns:a16="http://schemas.microsoft.com/office/drawing/2014/main" id="{728894B9-7453-484A-9C57-592102037781}"/>
                </a:ext>
              </a:extLst>
            </p:cNvPr>
            <p:cNvSpPr>
              <a:spLocks noGrp="1"/>
            </p:cNvSpPr>
            <p:nvPr/>
          </p:nvSpPr>
          <p:spPr>
            <a:xfrm>
              <a:off x="655617" y="2930002"/>
              <a:ext cx="41066" cy="328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4" name="asset_3418_26">
              <a:extLst>
                <a:ext uri="{FF2B5EF4-FFF2-40B4-BE49-F238E27FC236}">
                  <a16:creationId xmlns:a16="http://schemas.microsoft.com/office/drawing/2014/main" id="{7B05ABAD-8F18-4A94-A307-461BD9FE073B}"/>
                </a:ext>
              </a:extLst>
            </p:cNvPr>
            <p:cNvSpPr>
              <a:spLocks noGrp="1"/>
            </p:cNvSpPr>
            <p:nvPr/>
          </p:nvSpPr>
          <p:spPr>
            <a:xfrm>
              <a:off x="697176" y="2925495"/>
              <a:ext cx="43005" cy="344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5" name="asset_3418_27">
              <a:extLst>
                <a:ext uri="{FF2B5EF4-FFF2-40B4-BE49-F238E27FC236}">
                  <a16:creationId xmlns:a16="http://schemas.microsoft.com/office/drawing/2014/main" id="{D9F699C7-F728-40A7-B5CB-18E66DEC3F04}"/>
                </a:ext>
              </a:extLst>
            </p:cNvPr>
            <p:cNvSpPr>
              <a:spLocks noGrp="1"/>
            </p:cNvSpPr>
            <p:nvPr/>
          </p:nvSpPr>
          <p:spPr>
            <a:xfrm>
              <a:off x="712816" y="2875150"/>
              <a:ext cx="57550" cy="46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6" name="asset_3418_28">
              <a:extLst>
                <a:ext uri="{FF2B5EF4-FFF2-40B4-BE49-F238E27FC236}">
                  <a16:creationId xmlns:a16="http://schemas.microsoft.com/office/drawing/2014/main" id="{68F4CB04-9833-42C7-A9ED-DDC2A536E690}"/>
                </a:ext>
              </a:extLst>
            </p:cNvPr>
            <p:cNvSpPr>
              <a:spLocks noGrp="1"/>
            </p:cNvSpPr>
            <p:nvPr/>
          </p:nvSpPr>
          <p:spPr>
            <a:xfrm>
              <a:off x="639783" y="2878703"/>
              <a:ext cx="62710" cy="501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7" name="asset_3418_29">
              <a:extLst>
                <a:ext uri="{FF2B5EF4-FFF2-40B4-BE49-F238E27FC236}">
                  <a16:creationId xmlns:a16="http://schemas.microsoft.com/office/drawing/2014/main" id="{C97BE2A5-529F-49D6-A956-FB4B1DD96FEC}"/>
                </a:ext>
              </a:extLst>
            </p:cNvPr>
            <p:cNvSpPr>
              <a:spLocks noGrp="1"/>
            </p:cNvSpPr>
            <p:nvPr/>
          </p:nvSpPr>
          <p:spPr>
            <a:xfrm>
              <a:off x="610735" y="2938325"/>
              <a:ext cx="57804" cy="462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8" name="asset_3418_30">
              <a:extLst>
                <a:ext uri="{FF2B5EF4-FFF2-40B4-BE49-F238E27FC236}">
                  <a16:creationId xmlns:a16="http://schemas.microsoft.com/office/drawing/2014/main" id="{E52E40DB-8FE3-48AE-A0E6-634B347B61BC}"/>
                </a:ext>
              </a:extLst>
            </p:cNvPr>
            <p:cNvSpPr>
              <a:spLocks noGrp="1"/>
            </p:cNvSpPr>
            <p:nvPr/>
          </p:nvSpPr>
          <p:spPr>
            <a:xfrm>
              <a:off x="699451" y="2922547"/>
              <a:ext cx="60007" cy="480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9" name="asset_3418_31">
              <a:extLst>
                <a:ext uri="{FF2B5EF4-FFF2-40B4-BE49-F238E27FC236}">
                  <a16:creationId xmlns:a16="http://schemas.microsoft.com/office/drawing/2014/main" id="{C23E4A93-DAD2-4FEE-B51B-525C7B68CCD7}"/>
                </a:ext>
              </a:extLst>
            </p:cNvPr>
            <p:cNvSpPr>
              <a:spLocks noGrp="1"/>
            </p:cNvSpPr>
            <p:nvPr/>
          </p:nvSpPr>
          <p:spPr>
            <a:xfrm>
              <a:off x="689175" y="2882675"/>
              <a:ext cx="52750" cy="422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0" name="asset_3418_32">
              <a:extLst>
                <a:ext uri="{FF2B5EF4-FFF2-40B4-BE49-F238E27FC236}">
                  <a16:creationId xmlns:a16="http://schemas.microsoft.com/office/drawing/2014/main" id="{7024B648-10B3-4FC5-BFE4-FA4E241E2376}"/>
                </a:ext>
              </a:extLst>
            </p:cNvPr>
            <p:cNvSpPr>
              <a:spLocks noGrp="1"/>
            </p:cNvSpPr>
            <p:nvPr/>
          </p:nvSpPr>
          <p:spPr>
            <a:xfrm>
              <a:off x="691933" y="2881580"/>
              <a:ext cx="41548" cy="33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1" name="asset_3418_33">
              <a:extLst>
                <a:ext uri="{FF2B5EF4-FFF2-40B4-BE49-F238E27FC236}">
                  <a16:creationId xmlns:a16="http://schemas.microsoft.com/office/drawing/2014/main" id="{C4BB59F4-FAEA-4669-A283-5A8D5FD61843}"/>
                </a:ext>
              </a:extLst>
            </p:cNvPr>
            <p:cNvSpPr>
              <a:spLocks noGrp="1"/>
            </p:cNvSpPr>
            <p:nvPr/>
          </p:nvSpPr>
          <p:spPr>
            <a:xfrm>
              <a:off x="609692" y="2939987"/>
              <a:ext cx="42168" cy="337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2" name="asset_3418_34">
              <a:extLst>
                <a:ext uri="{FF2B5EF4-FFF2-40B4-BE49-F238E27FC236}">
                  <a16:creationId xmlns:a16="http://schemas.microsoft.com/office/drawing/2014/main" id="{68FAB1E0-DA61-4B8F-AAEE-256F1AC9302A}"/>
                </a:ext>
              </a:extLst>
            </p:cNvPr>
            <p:cNvSpPr>
              <a:spLocks noGrp="1"/>
            </p:cNvSpPr>
            <p:nvPr/>
          </p:nvSpPr>
          <p:spPr>
            <a:xfrm>
              <a:off x="658301" y="2932943"/>
              <a:ext cx="54677" cy="437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3" name="asset_3418_35">
              <a:extLst>
                <a:ext uri="{FF2B5EF4-FFF2-40B4-BE49-F238E27FC236}">
                  <a16:creationId xmlns:a16="http://schemas.microsoft.com/office/drawing/2014/main" id="{14335B2E-6EA7-4099-A44E-0FCA8891366E}"/>
                </a:ext>
              </a:extLst>
            </p:cNvPr>
            <p:cNvSpPr>
              <a:spLocks noGrp="1"/>
            </p:cNvSpPr>
            <p:nvPr/>
          </p:nvSpPr>
          <p:spPr>
            <a:xfrm>
              <a:off x="723151" y="2883327"/>
              <a:ext cx="43124" cy="3452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4" name="asset_3418_36">
              <a:extLst>
                <a:ext uri="{FF2B5EF4-FFF2-40B4-BE49-F238E27FC236}">
                  <a16:creationId xmlns:a16="http://schemas.microsoft.com/office/drawing/2014/main" id="{A8DFD640-E423-484E-9CA1-42D746AE0FD0}"/>
                </a:ext>
              </a:extLst>
            </p:cNvPr>
            <p:cNvSpPr>
              <a:spLocks noGrp="1"/>
            </p:cNvSpPr>
            <p:nvPr/>
          </p:nvSpPr>
          <p:spPr>
            <a:xfrm>
              <a:off x="689172" y="2888555"/>
              <a:ext cx="55046" cy="4406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5" name="asset_3418_37">
              <a:extLst>
                <a:ext uri="{FF2B5EF4-FFF2-40B4-BE49-F238E27FC236}">
                  <a16:creationId xmlns:a16="http://schemas.microsoft.com/office/drawing/2014/main" id="{7F1A8931-64BF-424B-8E02-15575E9244CA}"/>
                </a:ext>
              </a:extLst>
            </p:cNvPr>
            <p:cNvSpPr>
              <a:spLocks noGrp="1"/>
            </p:cNvSpPr>
            <p:nvPr/>
          </p:nvSpPr>
          <p:spPr>
            <a:xfrm>
              <a:off x="624996" y="2893501"/>
              <a:ext cx="42492" cy="340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6" name="asset_3418_38">
              <a:extLst>
                <a:ext uri="{FF2B5EF4-FFF2-40B4-BE49-F238E27FC236}">
                  <a16:creationId xmlns:a16="http://schemas.microsoft.com/office/drawing/2014/main" id="{C38791FD-DF34-4451-8100-ABBF8F0DCB5C}"/>
                </a:ext>
              </a:extLst>
            </p:cNvPr>
            <p:cNvSpPr>
              <a:spLocks noGrp="1"/>
            </p:cNvSpPr>
            <p:nvPr/>
          </p:nvSpPr>
          <p:spPr>
            <a:xfrm>
              <a:off x="692747" y="2919924"/>
              <a:ext cx="59456" cy="475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7" name="asset_3418_39">
              <a:extLst>
                <a:ext uri="{FF2B5EF4-FFF2-40B4-BE49-F238E27FC236}">
                  <a16:creationId xmlns:a16="http://schemas.microsoft.com/office/drawing/2014/main" id="{F80C371B-9B40-4B05-AF8B-21D4E1E58F9B}"/>
                </a:ext>
              </a:extLst>
            </p:cNvPr>
            <p:cNvSpPr>
              <a:spLocks noGrp="1"/>
            </p:cNvSpPr>
            <p:nvPr/>
          </p:nvSpPr>
          <p:spPr>
            <a:xfrm>
              <a:off x="677417" y="2876792"/>
              <a:ext cx="58680" cy="469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8" name="asset_3418_40">
              <a:extLst>
                <a:ext uri="{FF2B5EF4-FFF2-40B4-BE49-F238E27FC236}">
                  <a16:creationId xmlns:a16="http://schemas.microsoft.com/office/drawing/2014/main" id="{0627EDB1-79CF-4DB6-B184-C435C87C1E67}"/>
                </a:ext>
              </a:extLst>
            </p:cNvPr>
            <p:cNvSpPr>
              <a:spLocks noGrp="1"/>
            </p:cNvSpPr>
            <p:nvPr/>
          </p:nvSpPr>
          <p:spPr>
            <a:xfrm>
              <a:off x="674520" y="2870917"/>
              <a:ext cx="54548" cy="436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9" name="asset_3418_41">
              <a:extLst>
                <a:ext uri="{FF2B5EF4-FFF2-40B4-BE49-F238E27FC236}">
                  <a16:creationId xmlns:a16="http://schemas.microsoft.com/office/drawing/2014/main" id="{F67C74B8-CAFB-4408-8687-157009400184}"/>
                </a:ext>
              </a:extLst>
            </p:cNvPr>
            <p:cNvSpPr>
              <a:spLocks noGrp="1"/>
            </p:cNvSpPr>
            <p:nvPr/>
          </p:nvSpPr>
          <p:spPr>
            <a:xfrm>
              <a:off x="645963" y="2929439"/>
              <a:ext cx="60782" cy="486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0" name="asset_3418_42">
              <a:extLst>
                <a:ext uri="{FF2B5EF4-FFF2-40B4-BE49-F238E27FC236}">
                  <a16:creationId xmlns:a16="http://schemas.microsoft.com/office/drawing/2014/main" id="{0574429D-923D-4FA3-8907-4E32A8F06235}"/>
                </a:ext>
              </a:extLst>
            </p:cNvPr>
            <p:cNvSpPr>
              <a:spLocks noGrp="1"/>
            </p:cNvSpPr>
            <p:nvPr/>
          </p:nvSpPr>
          <p:spPr>
            <a:xfrm>
              <a:off x="659127" y="2946068"/>
              <a:ext cx="51347" cy="4110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1" name="asset_3418_43">
              <a:extLst>
                <a:ext uri="{FF2B5EF4-FFF2-40B4-BE49-F238E27FC236}">
                  <a16:creationId xmlns:a16="http://schemas.microsoft.com/office/drawing/2014/main" id="{40BF695D-3C59-4A33-BE27-6B7B2C94C4C8}"/>
                </a:ext>
              </a:extLst>
            </p:cNvPr>
            <p:cNvSpPr>
              <a:spLocks noGrp="1"/>
            </p:cNvSpPr>
            <p:nvPr/>
          </p:nvSpPr>
          <p:spPr>
            <a:xfrm>
              <a:off x="693233" y="2909245"/>
              <a:ext cx="44980" cy="360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2" name="asset_3418_44">
              <a:extLst>
                <a:ext uri="{FF2B5EF4-FFF2-40B4-BE49-F238E27FC236}">
                  <a16:creationId xmlns:a16="http://schemas.microsoft.com/office/drawing/2014/main" id="{22EC7748-D7B8-42CE-B3B5-97C57AC62A6F}"/>
                </a:ext>
              </a:extLst>
            </p:cNvPr>
            <p:cNvSpPr>
              <a:spLocks noGrp="1"/>
            </p:cNvSpPr>
            <p:nvPr/>
          </p:nvSpPr>
          <p:spPr>
            <a:xfrm>
              <a:off x="645345" y="2880834"/>
              <a:ext cx="54224" cy="434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3" name="asset_3418_45">
              <a:extLst>
                <a:ext uri="{FF2B5EF4-FFF2-40B4-BE49-F238E27FC236}">
                  <a16:creationId xmlns:a16="http://schemas.microsoft.com/office/drawing/2014/main" id="{6465B83D-6CE9-4B21-AA53-471F8499E173}"/>
                </a:ext>
              </a:extLst>
            </p:cNvPr>
            <p:cNvSpPr>
              <a:spLocks noGrp="1"/>
            </p:cNvSpPr>
            <p:nvPr/>
          </p:nvSpPr>
          <p:spPr>
            <a:xfrm>
              <a:off x="617197" y="2897439"/>
              <a:ext cx="45510" cy="364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4" name="asset_3418_46">
              <a:extLst>
                <a:ext uri="{FF2B5EF4-FFF2-40B4-BE49-F238E27FC236}">
                  <a16:creationId xmlns:a16="http://schemas.microsoft.com/office/drawing/2014/main" id="{BA52981F-8755-45AE-9AB1-32E59CD76E09}"/>
                </a:ext>
              </a:extLst>
            </p:cNvPr>
            <p:cNvSpPr>
              <a:spLocks noGrp="1"/>
            </p:cNvSpPr>
            <p:nvPr/>
          </p:nvSpPr>
          <p:spPr>
            <a:xfrm>
              <a:off x="703530" y="2944793"/>
              <a:ext cx="57009" cy="456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5" name="asset_3418_47">
              <a:extLst>
                <a:ext uri="{FF2B5EF4-FFF2-40B4-BE49-F238E27FC236}">
                  <a16:creationId xmlns:a16="http://schemas.microsoft.com/office/drawing/2014/main" id="{72E0DAA6-4F44-4EEA-B264-3A6155374C97}"/>
                </a:ext>
              </a:extLst>
            </p:cNvPr>
            <p:cNvSpPr>
              <a:spLocks noGrp="1"/>
            </p:cNvSpPr>
            <p:nvPr/>
          </p:nvSpPr>
          <p:spPr>
            <a:xfrm>
              <a:off x="725277" y="2920297"/>
              <a:ext cx="44123" cy="35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6" name="asset_3418_48">
              <a:extLst>
                <a:ext uri="{FF2B5EF4-FFF2-40B4-BE49-F238E27FC236}">
                  <a16:creationId xmlns:a16="http://schemas.microsoft.com/office/drawing/2014/main" id="{1032DE87-8C16-461E-9903-402F5793491A}"/>
                </a:ext>
              </a:extLst>
            </p:cNvPr>
            <p:cNvSpPr>
              <a:spLocks noGrp="1"/>
            </p:cNvSpPr>
            <p:nvPr/>
          </p:nvSpPr>
          <p:spPr>
            <a:xfrm>
              <a:off x="663007" y="2876276"/>
              <a:ext cx="55578" cy="444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7" name="asset_3418_49">
              <a:extLst>
                <a:ext uri="{FF2B5EF4-FFF2-40B4-BE49-F238E27FC236}">
                  <a16:creationId xmlns:a16="http://schemas.microsoft.com/office/drawing/2014/main" id="{2632D4F1-D5BD-404B-AB2A-BD707183F834}"/>
                </a:ext>
              </a:extLst>
            </p:cNvPr>
            <p:cNvSpPr>
              <a:spLocks noGrp="1"/>
            </p:cNvSpPr>
            <p:nvPr/>
          </p:nvSpPr>
          <p:spPr>
            <a:xfrm>
              <a:off x="610023" y="2904869"/>
              <a:ext cx="57087" cy="456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8" name="asset_3418_50">
              <a:extLst>
                <a:ext uri="{FF2B5EF4-FFF2-40B4-BE49-F238E27FC236}">
                  <a16:creationId xmlns:a16="http://schemas.microsoft.com/office/drawing/2014/main" id="{235C36F9-6FB2-4B0B-A7D6-D0B89026885D}"/>
                </a:ext>
              </a:extLst>
            </p:cNvPr>
            <p:cNvSpPr>
              <a:spLocks noGrp="1"/>
            </p:cNvSpPr>
            <p:nvPr/>
          </p:nvSpPr>
          <p:spPr>
            <a:xfrm>
              <a:off x="639514" y="2941879"/>
              <a:ext cx="52791" cy="42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9" name="asset_3418_51">
              <a:extLst>
                <a:ext uri="{FF2B5EF4-FFF2-40B4-BE49-F238E27FC236}">
                  <a16:creationId xmlns:a16="http://schemas.microsoft.com/office/drawing/2014/main" id="{2C82AA31-73C9-4519-8A9B-2220E28E204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9" name="a | spatial view dog x2"/>
          <p:cNvGrpSpPr/>
          <p:nvPr/>
        </p:nvGrpSpPr>
        <p:grpSpPr>
          <a:xfrm>
            <a:off x="174600" y="3240000"/>
            <a:ext cx="266400" cy="210240"/>
            <a:chOff x="177480" y="3241800"/>
            <a:chExt cx="249480" cy="196920"/>
          </a:xfrm>
        </p:grpSpPr>
        <p:sp>
          <p:nvSpPr>
            <p:cNvPr id="5310" name="asset_3419_0">
              <a:extLst>
                <a:ext uri="{FF2B5EF4-FFF2-40B4-BE49-F238E27FC236}">
                  <a16:creationId xmlns:a16="http://schemas.microsoft.com/office/drawing/2014/main" id="{746693EA-BB73-4B3D-BB22-995B684A8E0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4180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311" name="asset_3419_1">
              <a:extLst>
                <a:ext uri="{FF2B5EF4-FFF2-40B4-BE49-F238E27FC236}">
                  <a16:creationId xmlns:a16="http://schemas.microsoft.com/office/drawing/2014/main" id="{D0390F61-86FB-492A-B934-5BA7E33F4E06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324180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312" name="asset_3419_2">
              <a:extLst>
                <a:ext uri="{FF2B5EF4-FFF2-40B4-BE49-F238E27FC236}">
                  <a16:creationId xmlns:a16="http://schemas.microsoft.com/office/drawing/2014/main" id="{63E5FB0C-8C6C-410D-BBB7-A93C1FA20AD8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313" name="asset_3419_3">
              <a:extLst>
                <a:ext uri="{FF2B5EF4-FFF2-40B4-BE49-F238E27FC236}">
                  <a16:creationId xmlns:a16="http://schemas.microsoft.com/office/drawing/2014/main" id="{96950FFE-4A33-4D88-A80B-43ADA4CFB163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4" name="asset_3419_4">
              <a:extLst>
                <a:ext uri="{FF2B5EF4-FFF2-40B4-BE49-F238E27FC236}">
                  <a16:creationId xmlns:a16="http://schemas.microsoft.com/office/drawing/2014/main" id="{FEE28440-463A-4E6E-BB08-D7B04B22DF7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1613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5" name="asset_3419_5">
              <a:extLst>
                <a:ext uri="{FF2B5EF4-FFF2-40B4-BE49-F238E27FC236}">
                  <a16:creationId xmlns:a16="http://schemas.microsoft.com/office/drawing/2014/main" id="{70FB939D-CC5A-4837-9BB6-BB9702E003B3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6" name="asset_3419_6">
              <a:extLst>
                <a:ext uri="{FF2B5EF4-FFF2-40B4-BE49-F238E27FC236}">
                  <a16:creationId xmlns:a16="http://schemas.microsoft.com/office/drawing/2014/main" id="{DF70B3E3-1BDA-4D98-8BF9-D245F57F4DF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5699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7" name="asset_3419_7">
              <a:extLst>
                <a:ext uri="{FF2B5EF4-FFF2-40B4-BE49-F238E27FC236}">
                  <a16:creationId xmlns:a16="http://schemas.microsoft.com/office/drawing/2014/main" id="{E2BFE340-34A7-42E4-AED2-F0E91574768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8" name="asset_3419_8">
              <a:extLst>
                <a:ext uri="{FF2B5EF4-FFF2-40B4-BE49-F238E27FC236}">
                  <a16:creationId xmlns:a16="http://schemas.microsoft.com/office/drawing/2014/main" id="{C4FE8518-1A43-48D8-8371-EE0AF0F70311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9785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9" name="asset_3419_9">
              <a:extLst>
                <a:ext uri="{FF2B5EF4-FFF2-40B4-BE49-F238E27FC236}">
                  <a16:creationId xmlns:a16="http://schemas.microsoft.com/office/drawing/2014/main" id="{2FD49D77-CD99-4F4D-91C1-2116EB8AA60D}"/>
                </a:ext>
              </a:extLst>
            </p:cNvPr>
            <p:cNvSpPr>
              <a:spLocks noGrp="1"/>
            </p:cNvSpPr>
            <p:nvPr/>
          </p:nvSpPr>
          <p:spPr>
            <a:xfrm>
              <a:off x="209085" y="3310003"/>
              <a:ext cx="78407" cy="627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6A8D9">
                    <a:alpha val="60000"/>
                  </a:srgbClr>
                </a:gs>
                <a:gs pos="100000">
                  <a:srgbClr val="86A8D9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0" name="asset_3419_10">
              <a:extLst>
                <a:ext uri="{FF2B5EF4-FFF2-40B4-BE49-F238E27FC236}">
                  <a16:creationId xmlns:a16="http://schemas.microsoft.com/office/drawing/2014/main" id="{6AF7C569-F001-44ED-B5FF-D969062B6D79}"/>
                </a:ext>
              </a:extLst>
            </p:cNvPr>
            <p:cNvSpPr>
              <a:spLocks noGrp="1"/>
            </p:cNvSpPr>
            <p:nvPr/>
          </p:nvSpPr>
          <p:spPr>
            <a:xfrm>
              <a:off x="279651" y="3284898"/>
              <a:ext cx="70566" cy="5648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6A8D9">
                    <a:alpha val="60000"/>
                  </a:srgbClr>
                </a:gs>
                <a:gs pos="100000">
                  <a:srgbClr val="86A8D9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1" name="asset_3419_11">
              <a:extLst>
                <a:ext uri="{FF2B5EF4-FFF2-40B4-BE49-F238E27FC236}">
                  <a16:creationId xmlns:a16="http://schemas.microsoft.com/office/drawing/2014/main" id="{80F085E8-C51F-4FA2-AE86-C8FED9CADD52}"/>
                </a:ext>
              </a:extLst>
            </p:cNvPr>
            <p:cNvSpPr>
              <a:spLocks noGrp="1"/>
            </p:cNvSpPr>
            <p:nvPr/>
          </p:nvSpPr>
          <p:spPr>
            <a:xfrm>
              <a:off x="241923" y="3340673"/>
              <a:ext cx="47641" cy="381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2" name="asset_3419_12">
              <a:extLst>
                <a:ext uri="{FF2B5EF4-FFF2-40B4-BE49-F238E27FC236}">
                  <a16:creationId xmlns:a16="http://schemas.microsoft.com/office/drawing/2014/main" id="{CE1E376E-8B7F-40D6-B527-64C282C83F92}"/>
                </a:ext>
              </a:extLst>
            </p:cNvPr>
            <p:cNvSpPr>
              <a:spLocks noGrp="1"/>
            </p:cNvSpPr>
            <p:nvPr/>
          </p:nvSpPr>
          <p:spPr>
            <a:xfrm>
              <a:off x="303331" y="3308488"/>
              <a:ext cx="47516" cy="380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3" name="asset_3419_13">
              <a:extLst>
                <a:ext uri="{FF2B5EF4-FFF2-40B4-BE49-F238E27FC236}">
                  <a16:creationId xmlns:a16="http://schemas.microsoft.com/office/drawing/2014/main" id="{66B637FD-4CCF-44E1-B885-780E4671237C}"/>
                </a:ext>
              </a:extLst>
            </p:cNvPr>
            <p:cNvSpPr>
              <a:spLocks noGrp="1"/>
            </p:cNvSpPr>
            <p:nvPr/>
          </p:nvSpPr>
          <p:spPr>
            <a:xfrm>
              <a:off x="242175" y="3326284"/>
              <a:ext cx="35224" cy="281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4" name="asset_3419_14">
              <a:extLst>
                <a:ext uri="{FF2B5EF4-FFF2-40B4-BE49-F238E27FC236}">
                  <a16:creationId xmlns:a16="http://schemas.microsoft.com/office/drawing/2014/main" id="{AFEC96C6-81F9-47CB-99F2-B73D4EF6A070}"/>
                </a:ext>
              </a:extLst>
            </p:cNvPr>
            <p:cNvSpPr>
              <a:spLocks noGrp="1"/>
            </p:cNvSpPr>
            <p:nvPr/>
          </p:nvSpPr>
          <p:spPr>
            <a:xfrm>
              <a:off x="311032" y="3283806"/>
              <a:ext cx="45989" cy="368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5" name="asset_3419_15">
              <a:extLst>
                <a:ext uri="{FF2B5EF4-FFF2-40B4-BE49-F238E27FC236}">
                  <a16:creationId xmlns:a16="http://schemas.microsoft.com/office/drawing/2014/main" id="{8E9DCA16-9B81-4C15-953A-9671E01E116A}"/>
                </a:ext>
              </a:extLst>
            </p:cNvPr>
            <p:cNvSpPr>
              <a:spLocks noGrp="1"/>
            </p:cNvSpPr>
            <p:nvPr/>
          </p:nvSpPr>
          <p:spPr>
            <a:xfrm>
              <a:off x="202672" y="3333436"/>
              <a:ext cx="47241" cy="378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6" name="asset_3419_16">
              <a:extLst>
                <a:ext uri="{FF2B5EF4-FFF2-40B4-BE49-F238E27FC236}">
                  <a16:creationId xmlns:a16="http://schemas.microsoft.com/office/drawing/2014/main" id="{DB08204D-F697-4B38-8CAD-AF992960BF57}"/>
                </a:ext>
              </a:extLst>
            </p:cNvPr>
            <p:cNvSpPr>
              <a:spLocks noGrp="1"/>
            </p:cNvSpPr>
            <p:nvPr/>
          </p:nvSpPr>
          <p:spPr>
            <a:xfrm>
              <a:off x="304573" y="3306993"/>
              <a:ext cx="47769" cy="382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7" name="asset_3419_17">
              <a:extLst>
                <a:ext uri="{FF2B5EF4-FFF2-40B4-BE49-F238E27FC236}">
                  <a16:creationId xmlns:a16="http://schemas.microsoft.com/office/drawing/2014/main" id="{8B874592-0071-4EF6-AF5B-CB6BD062D5F5}"/>
                </a:ext>
              </a:extLst>
            </p:cNvPr>
            <p:cNvSpPr>
              <a:spLocks noGrp="1"/>
            </p:cNvSpPr>
            <p:nvPr/>
          </p:nvSpPr>
          <p:spPr>
            <a:xfrm>
              <a:off x="217249" y="3310530"/>
              <a:ext cx="49893" cy="399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8" name="asset_3419_18">
              <a:extLst>
                <a:ext uri="{FF2B5EF4-FFF2-40B4-BE49-F238E27FC236}">
                  <a16:creationId xmlns:a16="http://schemas.microsoft.com/office/drawing/2014/main" id="{ADEC17A4-4FD0-41D2-857B-42EB14C19299}"/>
                </a:ext>
              </a:extLst>
            </p:cNvPr>
            <p:cNvSpPr>
              <a:spLocks noGrp="1"/>
            </p:cNvSpPr>
            <p:nvPr/>
          </p:nvSpPr>
          <p:spPr>
            <a:xfrm>
              <a:off x="308183" y="3284460"/>
              <a:ext cx="35565" cy="2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9" name="asset_3419_19">
              <a:extLst>
                <a:ext uri="{FF2B5EF4-FFF2-40B4-BE49-F238E27FC236}">
                  <a16:creationId xmlns:a16="http://schemas.microsoft.com/office/drawing/2014/main" id="{BBFD9A57-57B6-4217-8450-6199F35669FC}"/>
                </a:ext>
              </a:extLst>
            </p:cNvPr>
            <p:cNvSpPr>
              <a:spLocks noGrp="1"/>
            </p:cNvSpPr>
            <p:nvPr/>
          </p:nvSpPr>
          <p:spPr>
            <a:xfrm>
              <a:off x="245848" y="3307836"/>
              <a:ext cx="50742" cy="406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0" name="asset_3419_20">
              <a:extLst>
                <a:ext uri="{FF2B5EF4-FFF2-40B4-BE49-F238E27FC236}">
                  <a16:creationId xmlns:a16="http://schemas.microsoft.com/office/drawing/2014/main" id="{C9C34416-6B56-426A-A262-51D1B48289A4}"/>
                </a:ext>
              </a:extLst>
            </p:cNvPr>
            <p:cNvSpPr>
              <a:spLocks noGrp="1"/>
            </p:cNvSpPr>
            <p:nvPr/>
          </p:nvSpPr>
          <p:spPr>
            <a:xfrm>
              <a:off x="311298" y="3309246"/>
              <a:ext cx="28032" cy="224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1" name="asset_3419_21">
              <a:extLst>
                <a:ext uri="{FF2B5EF4-FFF2-40B4-BE49-F238E27FC236}">
                  <a16:creationId xmlns:a16="http://schemas.microsoft.com/office/drawing/2014/main" id="{743F4B5F-5725-43BD-A097-13433B7AF94C}"/>
                </a:ext>
              </a:extLst>
            </p:cNvPr>
            <p:cNvSpPr>
              <a:spLocks noGrp="1"/>
            </p:cNvSpPr>
            <p:nvPr/>
          </p:nvSpPr>
          <p:spPr>
            <a:xfrm>
              <a:off x="228651" y="3315668"/>
              <a:ext cx="29969" cy="239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2" name="asset_3419_22">
              <a:extLst>
                <a:ext uri="{FF2B5EF4-FFF2-40B4-BE49-F238E27FC236}">
                  <a16:creationId xmlns:a16="http://schemas.microsoft.com/office/drawing/2014/main" id="{9EC194BE-5A33-4EBD-9EBE-56F2518A0839}"/>
                </a:ext>
              </a:extLst>
            </p:cNvPr>
            <p:cNvSpPr>
              <a:spLocks noGrp="1"/>
            </p:cNvSpPr>
            <p:nvPr/>
          </p:nvSpPr>
          <p:spPr>
            <a:xfrm>
              <a:off x="279715" y="3281728"/>
              <a:ext cx="38686" cy="309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3" name="asset_3419_23">
              <a:extLst>
                <a:ext uri="{FF2B5EF4-FFF2-40B4-BE49-F238E27FC236}">
                  <a16:creationId xmlns:a16="http://schemas.microsoft.com/office/drawing/2014/main" id="{B68FCEA6-65C2-4682-9063-27A9459508CB}"/>
                </a:ext>
              </a:extLst>
            </p:cNvPr>
            <p:cNvSpPr>
              <a:spLocks noGrp="1"/>
            </p:cNvSpPr>
            <p:nvPr/>
          </p:nvSpPr>
          <p:spPr>
            <a:xfrm>
              <a:off x="222408" y="3329464"/>
              <a:ext cx="36387" cy="2912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4" name="asset_3419_24">
              <a:extLst>
                <a:ext uri="{FF2B5EF4-FFF2-40B4-BE49-F238E27FC236}">
                  <a16:creationId xmlns:a16="http://schemas.microsoft.com/office/drawing/2014/main" id="{DC8263F0-CF30-4205-94C6-51633A51E1AF}"/>
                </a:ext>
              </a:extLst>
            </p:cNvPr>
            <p:cNvSpPr>
              <a:spLocks noGrp="1"/>
            </p:cNvSpPr>
            <p:nvPr/>
          </p:nvSpPr>
          <p:spPr>
            <a:xfrm>
              <a:off x="287470" y="3286956"/>
              <a:ext cx="29679" cy="23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5" name="asset_3419_25">
              <a:extLst>
                <a:ext uri="{FF2B5EF4-FFF2-40B4-BE49-F238E27FC236}">
                  <a16:creationId xmlns:a16="http://schemas.microsoft.com/office/drawing/2014/main" id="{EB74AB11-9238-4E12-AF59-DBD33722CA0E}"/>
                </a:ext>
              </a:extLst>
            </p:cNvPr>
            <p:cNvSpPr>
              <a:spLocks noGrp="1"/>
            </p:cNvSpPr>
            <p:nvPr/>
          </p:nvSpPr>
          <p:spPr>
            <a:xfrm>
              <a:off x="256524" y="3335578"/>
              <a:ext cx="27648" cy="221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6" name="asset_3419_26">
              <a:extLst>
                <a:ext uri="{FF2B5EF4-FFF2-40B4-BE49-F238E27FC236}">
                  <a16:creationId xmlns:a16="http://schemas.microsoft.com/office/drawing/2014/main" id="{31A8C5AE-DF5C-42BE-82FE-405FEAFF78F1}"/>
                </a:ext>
              </a:extLst>
            </p:cNvPr>
            <p:cNvSpPr>
              <a:spLocks noGrp="1"/>
            </p:cNvSpPr>
            <p:nvPr/>
          </p:nvSpPr>
          <p:spPr>
            <a:xfrm>
              <a:off x="305829" y="3314234"/>
              <a:ext cx="34218" cy="273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7" name="asset_3419_27">
              <a:extLst>
                <a:ext uri="{FF2B5EF4-FFF2-40B4-BE49-F238E27FC236}">
                  <a16:creationId xmlns:a16="http://schemas.microsoft.com/office/drawing/2014/main" id="{81BA1F3D-3A21-497D-B8E6-52152AE4B7F0}"/>
                </a:ext>
              </a:extLst>
            </p:cNvPr>
            <p:cNvSpPr>
              <a:spLocks noGrp="1"/>
            </p:cNvSpPr>
            <p:nvPr/>
          </p:nvSpPr>
          <p:spPr>
            <a:xfrm>
              <a:off x="223719" y="3339173"/>
              <a:ext cx="48031" cy="384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8" name="asset_3419_28">
              <a:extLst>
                <a:ext uri="{FF2B5EF4-FFF2-40B4-BE49-F238E27FC236}">
                  <a16:creationId xmlns:a16="http://schemas.microsoft.com/office/drawing/2014/main" id="{DECE060C-294A-41BD-96B8-36BF23A39263}"/>
                </a:ext>
              </a:extLst>
            </p:cNvPr>
            <p:cNvSpPr>
              <a:spLocks noGrp="1"/>
            </p:cNvSpPr>
            <p:nvPr/>
          </p:nvSpPr>
          <p:spPr>
            <a:xfrm>
              <a:off x="311839" y="3306302"/>
              <a:ext cx="41899" cy="335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9" name="asset_3419_29">
              <a:extLst>
                <a:ext uri="{FF2B5EF4-FFF2-40B4-BE49-F238E27FC236}">
                  <a16:creationId xmlns:a16="http://schemas.microsoft.com/office/drawing/2014/main" id="{0C28A1F5-FDA7-41D3-A62D-7B970C0C2E1A}"/>
                </a:ext>
              </a:extLst>
            </p:cNvPr>
            <p:cNvSpPr>
              <a:spLocks noGrp="1"/>
            </p:cNvSpPr>
            <p:nvPr/>
          </p:nvSpPr>
          <p:spPr>
            <a:xfrm>
              <a:off x="216626" y="3327809"/>
              <a:ext cx="48019" cy="384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0" name="asset_3419_30">
              <a:extLst>
                <a:ext uri="{FF2B5EF4-FFF2-40B4-BE49-F238E27FC236}">
                  <a16:creationId xmlns:a16="http://schemas.microsoft.com/office/drawing/2014/main" id="{C9CD6603-F5AF-4AA5-BE1B-83D5069EDFB3}"/>
                </a:ext>
              </a:extLst>
            </p:cNvPr>
            <p:cNvSpPr>
              <a:spLocks noGrp="1"/>
            </p:cNvSpPr>
            <p:nvPr/>
          </p:nvSpPr>
          <p:spPr>
            <a:xfrm>
              <a:off x="281210" y="3313076"/>
              <a:ext cx="44806" cy="35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1" name="asset_3419_31">
              <a:extLst>
                <a:ext uri="{FF2B5EF4-FFF2-40B4-BE49-F238E27FC236}">
                  <a16:creationId xmlns:a16="http://schemas.microsoft.com/office/drawing/2014/main" id="{99A99315-4FF1-42C4-8062-950F1B1EB9BD}"/>
                </a:ext>
              </a:extLst>
            </p:cNvPr>
            <p:cNvSpPr>
              <a:spLocks noGrp="1"/>
            </p:cNvSpPr>
            <p:nvPr/>
          </p:nvSpPr>
          <p:spPr>
            <a:xfrm>
              <a:off x="239528" y="3338633"/>
              <a:ext cx="39791" cy="318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2" name="asset_3419_32">
              <a:extLst>
                <a:ext uri="{FF2B5EF4-FFF2-40B4-BE49-F238E27FC236}">
                  <a16:creationId xmlns:a16="http://schemas.microsoft.com/office/drawing/2014/main" id="{F355CFB1-BBD3-45AA-A1A4-FC931A7AAA07}"/>
                </a:ext>
              </a:extLst>
            </p:cNvPr>
            <p:cNvSpPr>
              <a:spLocks noGrp="1"/>
            </p:cNvSpPr>
            <p:nvPr/>
          </p:nvSpPr>
          <p:spPr>
            <a:xfrm>
              <a:off x="289504" y="3293472"/>
              <a:ext cx="31455" cy="251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3" name="asset_3419_33">
              <a:extLst>
                <a:ext uri="{FF2B5EF4-FFF2-40B4-BE49-F238E27FC236}">
                  <a16:creationId xmlns:a16="http://schemas.microsoft.com/office/drawing/2014/main" id="{B3894E0F-7FEF-477F-A87C-0C2C50EC70AE}"/>
                </a:ext>
              </a:extLst>
            </p:cNvPr>
            <p:cNvSpPr>
              <a:spLocks noGrp="1"/>
            </p:cNvSpPr>
            <p:nvPr/>
          </p:nvSpPr>
          <p:spPr>
            <a:xfrm>
              <a:off x="203611" y="3314914"/>
              <a:ext cx="43216" cy="345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4" name="asset_3419_34">
              <a:extLst>
                <a:ext uri="{FF2B5EF4-FFF2-40B4-BE49-F238E27FC236}">
                  <a16:creationId xmlns:a16="http://schemas.microsoft.com/office/drawing/2014/main" id="{1F58FB18-2B89-44CE-B8ED-691D95657609}"/>
                </a:ext>
              </a:extLst>
            </p:cNvPr>
            <p:cNvSpPr>
              <a:spLocks noGrp="1"/>
            </p:cNvSpPr>
            <p:nvPr/>
          </p:nvSpPr>
          <p:spPr>
            <a:xfrm>
              <a:off x="289174" y="3312109"/>
              <a:ext cx="32270" cy="258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5" name="asset_3419_35">
              <a:extLst>
                <a:ext uri="{FF2B5EF4-FFF2-40B4-BE49-F238E27FC236}">
                  <a16:creationId xmlns:a16="http://schemas.microsoft.com/office/drawing/2014/main" id="{4C348268-068D-4464-8B15-5F53DBD50101}"/>
                </a:ext>
              </a:extLst>
            </p:cNvPr>
            <p:cNvSpPr>
              <a:spLocks noGrp="1"/>
            </p:cNvSpPr>
            <p:nvPr/>
          </p:nvSpPr>
          <p:spPr>
            <a:xfrm>
              <a:off x="201533" y="3331153"/>
              <a:ext cx="37250" cy="298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6" name="asset_3419_36">
              <a:extLst>
                <a:ext uri="{FF2B5EF4-FFF2-40B4-BE49-F238E27FC236}">
                  <a16:creationId xmlns:a16="http://schemas.microsoft.com/office/drawing/2014/main" id="{AC28643D-3042-44F2-81D1-82C01F0BCA88}"/>
                </a:ext>
              </a:extLst>
            </p:cNvPr>
            <p:cNvSpPr>
              <a:spLocks noGrp="1"/>
            </p:cNvSpPr>
            <p:nvPr/>
          </p:nvSpPr>
          <p:spPr>
            <a:xfrm>
              <a:off x="292252" y="3285755"/>
              <a:ext cx="36976" cy="295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7" name="asset_3419_37">
              <a:extLst>
                <a:ext uri="{FF2B5EF4-FFF2-40B4-BE49-F238E27FC236}">
                  <a16:creationId xmlns:a16="http://schemas.microsoft.com/office/drawing/2014/main" id="{ED2ED251-9B8A-4524-970F-38F6279FA254}"/>
                </a:ext>
              </a:extLst>
            </p:cNvPr>
            <p:cNvSpPr>
              <a:spLocks noGrp="1"/>
            </p:cNvSpPr>
            <p:nvPr/>
          </p:nvSpPr>
          <p:spPr>
            <a:xfrm>
              <a:off x="229489" y="3339846"/>
              <a:ext cx="29623" cy="237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8" name="asset_3419_38">
              <a:extLst>
                <a:ext uri="{FF2B5EF4-FFF2-40B4-BE49-F238E27FC236}">
                  <a16:creationId xmlns:a16="http://schemas.microsoft.com/office/drawing/2014/main" id="{E34310F5-BE6A-45B0-88A6-E5ABE9CF825B}"/>
                </a:ext>
              </a:extLst>
            </p:cNvPr>
            <p:cNvSpPr>
              <a:spLocks noGrp="1"/>
            </p:cNvSpPr>
            <p:nvPr/>
          </p:nvSpPr>
          <p:spPr>
            <a:xfrm>
              <a:off x="312083" y="3292108"/>
              <a:ext cx="27874" cy="223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9" name="asset_3419_39">
              <a:extLst>
                <a:ext uri="{FF2B5EF4-FFF2-40B4-BE49-F238E27FC236}">
                  <a16:creationId xmlns:a16="http://schemas.microsoft.com/office/drawing/2014/main" id="{CB658C1A-F838-4A51-8CA3-7A5215DAFCFB}"/>
                </a:ext>
              </a:extLst>
            </p:cNvPr>
            <p:cNvSpPr>
              <a:spLocks noGrp="1"/>
            </p:cNvSpPr>
            <p:nvPr/>
          </p:nvSpPr>
          <p:spPr>
            <a:xfrm>
              <a:off x="220674" y="3328367"/>
              <a:ext cx="47389" cy="379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0" name="asset_3419_40">
              <a:extLst>
                <a:ext uri="{FF2B5EF4-FFF2-40B4-BE49-F238E27FC236}">
                  <a16:creationId xmlns:a16="http://schemas.microsoft.com/office/drawing/2014/main" id="{6BBB95B4-E822-4DF6-93CF-34BDC6C58B4A}"/>
                </a:ext>
              </a:extLst>
            </p:cNvPr>
            <p:cNvSpPr>
              <a:spLocks noGrp="1"/>
            </p:cNvSpPr>
            <p:nvPr/>
          </p:nvSpPr>
          <p:spPr>
            <a:xfrm>
              <a:off x="285073" y="3306802"/>
              <a:ext cx="46606" cy="3730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1" name="asset_3419_41">
              <a:extLst>
                <a:ext uri="{FF2B5EF4-FFF2-40B4-BE49-F238E27FC236}">
                  <a16:creationId xmlns:a16="http://schemas.microsoft.com/office/drawing/2014/main" id="{F88ACF5E-847D-4FF2-B406-F147CEA72BC2}"/>
                </a:ext>
              </a:extLst>
            </p:cNvPr>
            <p:cNvSpPr>
              <a:spLocks noGrp="1"/>
            </p:cNvSpPr>
            <p:nvPr/>
          </p:nvSpPr>
          <p:spPr>
            <a:xfrm>
              <a:off x="198099" y="3328845"/>
              <a:ext cx="45504" cy="364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2" name="asset_3419_42">
              <a:extLst>
                <a:ext uri="{FF2B5EF4-FFF2-40B4-BE49-F238E27FC236}">
                  <a16:creationId xmlns:a16="http://schemas.microsoft.com/office/drawing/2014/main" id="{318045A0-D500-4287-B53B-10E9948BBD81}"/>
                </a:ext>
              </a:extLst>
            </p:cNvPr>
            <p:cNvSpPr>
              <a:spLocks noGrp="1"/>
            </p:cNvSpPr>
            <p:nvPr/>
          </p:nvSpPr>
          <p:spPr>
            <a:xfrm>
              <a:off x="312846" y="3310740"/>
              <a:ext cx="42839" cy="342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3" name="asset_3419_43">
              <a:extLst>
                <a:ext uri="{FF2B5EF4-FFF2-40B4-BE49-F238E27FC236}">
                  <a16:creationId xmlns:a16="http://schemas.microsoft.com/office/drawing/2014/main" id="{D7FF2EAB-1CB0-41B7-AD59-0E106F61E05B}"/>
                </a:ext>
              </a:extLst>
            </p:cNvPr>
            <p:cNvSpPr>
              <a:spLocks noGrp="1"/>
            </p:cNvSpPr>
            <p:nvPr/>
          </p:nvSpPr>
          <p:spPr>
            <a:xfrm>
              <a:off x="243288" y="3322010"/>
              <a:ext cx="49122" cy="393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4" name="asset_3419_44">
              <a:extLst>
                <a:ext uri="{FF2B5EF4-FFF2-40B4-BE49-F238E27FC236}">
                  <a16:creationId xmlns:a16="http://schemas.microsoft.com/office/drawing/2014/main" id="{2BBE1DCF-7062-4732-826E-42E23849697E}"/>
                </a:ext>
              </a:extLst>
            </p:cNvPr>
            <p:cNvSpPr>
              <a:spLocks noGrp="1"/>
            </p:cNvSpPr>
            <p:nvPr/>
          </p:nvSpPr>
          <p:spPr>
            <a:xfrm>
              <a:off x="314407" y="3296790"/>
              <a:ext cx="42351" cy="339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5" name="asset_3419_45">
              <a:extLst>
                <a:ext uri="{FF2B5EF4-FFF2-40B4-BE49-F238E27FC236}">
                  <a16:creationId xmlns:a16="http://schemas.microsoft.com/office/drawing/2014/main" id="{C8FE71C2-A573-4FB2-9077-8E17BDADECD6}"/>
                </a:ext>
              </a:extLst>
            </p:cNvPr>
            <p:cNvSpPr>
              <a:spLocks noGrp="1"/>
            </p:cNvSpPr>
            <p:nvPr/>
          </p:nvSpPr>
          <p:spPr>
            <a:xfrm>
              <a:off x="225643" y="3336653"/>
              <a:ext cx="48657" cy="389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6" name="asset_3419_46">
              <a:extLst>
                <a:ext uri="{FF2B5EF4-FFF2-40B4-BE49-F238E27FC236}">
                  <a16:creationId xmlns:a16="http://schemas.microsoft.com/office/drawing/2014/main" id="{BCF1904A-9648-4261-86CF-B4A3CC773F57}"/>
                </a:ext>
              </a:extLst>
            </p:cNvPr>
            <p:cNvSpPr>
              <a:spLocks noGrp="1"/>
            </p:cNvSpPr>
            <p:nvPr/>
          </p:nvSpPr>
          <p:spPr>
            <a:xfrm>
              <a:off x="277958" y="3296525"/>
              <a:ext cx="39519" cy="316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7" name="asset_3419_47">
              <a:extLst>
                <a:ext uri="{FF2B5EF4-FFF2-40B4-BE49-F238E27FC236}">
                  <a16:creationId xmlns:a16="http://schemas.microsoft.com/office/drawing/2014/main" id="{A3C92328-309D-4E52-9DDB-F5B3A126F720}"/>
                </a:ext>
              </a:extLst>
            </p:cNvPr>
            <p:cNvSpPr>
              <a:spLocks noGrp="1"/>
            </p:cNvSpPr>
            <p:nvPr/>
          </p:nvSpPr>
          <p:spPr>
            <a:xfrm>
              <a:off x="224008" y="3331268"/>
              <a:ext cx="49365" cy="395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8" name="asset_3419_48">
              <a:extLst>
                <a:ext uri="{FF2B5EF4-FFF2-40B4-BE49-F238E27FC236}">
                  <a16:creationId xmlns:a16="http://schemas.microsoft.com/office/drawing/2014/main" id="{13875825-74FD-4171-A9BF-25AEFA581748}"/>
                </a:ext>
              </a:extLst>
            </p:cNvPr>
            <p:cNvSpPr>
              <a:spLocks noGrp="1"/>
            </p:cNvSpPr>
            <p:nvPr/>
          </p:nvSpPr>
          <p:spPr>
            <a:xfrm>
              <a:off x="312203" y="3286789"/>
              <a:ext cx="35817" cy="28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9" name="asset_3419_49">
              <a:extLst>
                <a:ext uri="{FF2B5EF4-FFF2-40B4-BE49-F238E27FC236}">
                  <a16:creationId xmlns:a16="http://schemas.microsoft.com/office/drawing/2014/main" id="{45913E88-8BF1-4ABB-ADDC-1D6B6304DC5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20" name="a | spatial view receptor suppression x2"/>
          <p:cNvGrpSpPr/>
          <p:nvPr/>
        </p:nvGrpSpPr>
        <p:grpSpPr>
          <a:xfrm>
            <a:off x="583920" y="3240000"/>
            <a:ext cx="266400" cy="210240"/>
            <a:chOff x="584640" y="3241800"/>
            <a:chExt cx="249480" cy="196920"/>
          </a:xfrm>
        </p:grpSpPr>
        <p:sp>
          <p:nvSpPr>
            <p:cNvPr id="5360" name="asset_3420_0">
              <a:extLst>
                <a:ext uri="{FF2B5EF4-FFF2-40B4-BE49-F238E27FC236}">
                  <a16:creationId xmlns:a16="http://schemas.microsoft.com/office/drawing/2014/main" id="{11E24C19-4E6B-439B-A1B1-80CC339E5B8C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4180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361" name="asset_3420_1">
              <a:extLst>
                <a:ext uri="{FF2B5EF4-FFF2-40B4-BE49-F238E27FC236}">
                  <a16:creationId xmlns:a16="http://schemas.microsoft.com/office/drawing/2014/main" id="{B50E79DA-41F6-45C9-A4AE-D0F37EFF287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324180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362" name="asset_3420_2">
              <a:extLst>
                <a:ext uri="{FF2B5EF4-FFF2-40B4-BE49-F238E27FC236}">
                  <a16:creationId xmlns:a16="http://schemas.microsoft.com/office/drawing/2014/main" id="{89A2DE71-EF0A-4B04-BA0F-EA745AA443D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363" name="asset_3420_3">
              <a:extLst>
                <a:ext uri="{FF2B5EF4-FFF2-40B4-BE49-F238E27FC236}">
                  <a16:creationId xmlns:a16="http://schemas.microsoft.com/office/drawing/2014/main" id="{A4CA4408-F942-4AE1-9AC7-BED1C70C9811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4" name="asset_3420_4">
              <a:extLst>
                <a:ext uri="{FF2B5EF4-FFF2-40B4-BE49-F238E27FC236}">
                  <a16:creationId xmlns:a16="http://schemas.microsoft.com/office/drawing/2014/main" id="{28CC5993-3375-4176-A25F-D7B5E05BD5B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1613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5" name="asset_3420_5">
              <a:extLst>
                <a:ext uri="{FF2B5EF4-FFF2-40B4-BE49-F238E27FC236}">
                  <a16:creationId xmlns:a16="http://schemas.microsoft.com/office/drawing/2014/main" id="{31D3A39F-A4CF-4BDA-8288-68C45E4548DD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6" name="asset_3420_6">
              <a:extLst>
                <a:ext uri="{FF2B5EF4-FFF2-40B4-BE49-F238E27FC236}">
                  <a16:creationId xmlns:a16="http://schemas.microsoft.com/office/drawing/2014/main" id="{3339C51E-B9A4-4539-8B1C-FFAF967A8456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5699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7" name="asset_3420_7">
              <a:extLst>
                <a:ext uri="{FF2B5EF4-FFF2-40B4-BE49-F238E27FC236}">
                  <a16:creationId xmlns:a16="http://schemas.microsoft.com/office/drawing/2014/main" id="{A622E2FC-2515-47C8-A782-437951FF150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8" name="asset_3420_8">
              <a:extLst>
                <a:ext uri="{FF2B5EF4-FFF2-40B4-BE49-F238E27FC236}">
                  <a16:creationId xmlns:a16="http://schemas.microsoft.com/office/drawing/2014/main" id="{9F1A92B1-1413-4520-83F6-E1F4DAFBBE42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9785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9" name="asset_3420_9">
              <a:extLst>
                <a:ext uri="{FF2B5EF4-FFF2-40B4-BE49-F238E27FC236}">
                  <a16:creationId xmlns:a16="http://schemas.microsoft.com/office/drawing/2014/main" id="{A5D77FA2-8E0A-4ED9-A21F-B511FA6328D1}"/>
                </a:ext>
              </a:extLst>
            </p:cNvPr>
            <p:cNvSpPr>
              <a:spLocks noGrp="1"/>
            </p:cNvSpPr>
            <p:nvPr/>
          </p:nvSpPr>
          <p:spPr>
            <a:xfrm>
              <a:off x="624086" y="3305296"/>
              <a:ext cx="98008" cy="7845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B9B0">
                    <a:alpha val="60000"/>
                  </a:srgbClr>
                </a:gs>
                <a:gs pos="100000">
                  <a:srgbClr val="8CB9B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0" name="asset_3420_10">
              <a:extLst>
                <a:ext uri="{FF2B5EF4-FFF2-40B4-BE49-F238E27FC236}">
                  <a16:creationId xmlns:a16="http://schemas.microsoft.com/office/drawing/2014/main" id="{469B0848-929A-4D4D-A53A-6762AE0290B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3289605"/>
              <a:ext cx="74486" cy="5962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B9B0">
                    <a:alpha val="60000"/>
                  </a:srgbClr>
                </a:gs>
                <a:gs pos="100000">
                  <a:srgbClr val="8CB9B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1" name="asset_3420_11">
              <a:extLst>
                <a:ext uri="{FF2B5EF4-FFF2-40B4-BE49-F238E27FC236}">
                  <a16:creationId xmlns:a16="http://schemas.microsoft.com/office/drawing/2014/main" id="{BDD49862-923C-4D3B-96E3-E1B8E4FBA028}"/>
                </a:ext>
              </a:extLst>
            </p:cNvPr>
            <p:cNvSpPr>
              <a:spLocks noGrp="1"/>
            </p:cNvSpPr>
            <p:nvPr/>
          </p:nvSpPr>
          <p:spPr>
            <a:xfrm>
              <a:off x="670266" y="3303139"/>
              <a:ext cx="47746" cy="382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2" name="asset_3420_12">
              <a:extLst>
                <a:ext uri="{FF2B5EF4-FFF2-40B4-BE49-F238E27FC236}">
                  <a16:creationId xmlns:a16="http://schemas.microsoft.com/office/drawing/2014/main" id="{8128719A-0A87-46F5-BC80-396B7B81430E}"/>
                </a:ext>
              </a:extLst>
            </p:cNvPr>
            <p:cNvSpPr>
              <a:spLocks noGrp="1"/>
            </p:cNvSpPr>
            <p:nvPr/>
          </p:nvSpPr>
          <p:spPr>
            <a:xfrm>
              <a:off x="711451" y="3294014"/>
              <a:ext cx="37849" cy="302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3" name="asset_3420_13">
              <a:extLst>
                <a:ext uri="{FF2B5EF4-FFF2-40B4-BE49-F238E27FC236}">
                  <a16:creationId xmlns:a16="http://schemas.microsoft.com/office/drawing/2014/main" id="{364C07F5-9466-4B00-8015-B571515F4691}"/>
                </a:ext>
              </a:extLst>
            </p:cNvPr>
            <p:cNvSpPr>
              <a:spLocks noGrp="1"/>
            </p:cNvSpPr>
            <p:nvPr/>
          </p:nvSpPr>
          <p:spPr>
            <a:xfrm>
              <a:off x="672118" y="3323666"/>
              <a:ext cx="30799" cy="246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4" name="asset_3420_14">
              <a:extLst>
                <a:ext uri="{FF2B5EF4-FFF2-40B4-BE49-F238E27FC236}">
                  <a16:creationId xmlns:a16="http://schemas.microsoft.com/office/drawing/2014/main" id="{82D8FE83-A19F-4B3F-8FAD-F4098D8DBD66}"/>
                </a:ext>
              </a:extLst>
            </p:cNvPr>
            <p:cNvSpPr>
              <a:spLocks noGrp="1"/>
            </p:cNvSpPr>
            <p:nvPr/>
          </p:nvSpPr>
          <p:spPr>
            <a:xfrm>
              <a:off x="720590" y="3310972"/>
              <a:ext cx="43510" cy="348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5" name="asset_3420_15">
              <a:extLst>
                <a:ext uri="{FF2B5EF4-FFF2-40B4-BE49-F238E27FC236}">
                  <a16:creationId xmlns:a16="http://schemas.microsoft.com/office/drawing/2014/main" id="{E82D0C1E-6666-4130-A74E-85C7DF4797E9}"/>
                </a:ext>
              </a:extLst>
            </p:cNvPr>
            <p:cNvSpPr>
              <a:spLocks noGrp="1"/>
            </p:cNvSpPr>
            <p:nvPr/>
          </p:nvSpPr>
          <p:spPr>
            <a:xfrm>
              <a:off x="624742" y="3333552"/>
              <a:ext cx="37669" cy="3015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6" name="asset_3420_16">
              <a:extLst>
                <a:ext uri="{FF2B5EF4-FFF2-40B4-BE49-F238E27FC236}">
                  <a16:creationId xmlns:a16="http://schemas.microsoft.com/office/drawing/2014/main" id="{92D2CC00-B323-4F14-8D9D-E84CF45C8778}"/>
                </a:ext>
              </a:extLst>
            </p:cNvPr>
            <p:cNvSpPr>
              <a:spLocks noGrp="1"/>
            </p:cNvSpPr>
            <p:nvPr/>
          </p:nvSpPr>
          <p:spPr>
            <a:xfrm>
              <a:off x="715448" y="3289209"/>
              <a:ext cx="37688" cy="301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7" name="asset_3420_17">
              <a:extLst>
                <a:ext uri="{FF2B5EF4-FFF2-40B4-BE49-F238E27FC236}">
                  <a16:creationId xmlns:a16="http://schemas.microsoft.com/office/drawing/2014/main" id="{CD22A31E-3673-4F4D-B295-08C6AA3BC0D8}"/>
                </a:ext>
              </a:extLst>
            </p:cNvPr>
            <p:cNvSpPr>
              <a:spLocks noGrp="1"/>
            </p:cNvSpPr>
            <p:nvPr/>
          </p:nvSpPr>
          <p:spPr>
            <a:xfrm>
              <a:off x="646162" y="3350828"/>
              <a:ext cx="46763" cy="374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8" name="asset_3420_18">
              <a:extLst>
                <a:ext uri="{FF2B5EF4-FFF2-40B4-BE49-F238E27FC236}">
                  <a16:creationId xmlns:a16="http://schemas.microsoft.com/office/drawing/2014/main" id="{AD31653D-C011-4EC8-AF16-F64BF67D39D7}"/>
                </a:ext>
              </a:extLst>
            </p:cNvPr>
            <p:cNvSpPr>
              <a:spLocks noGrp="1"/>
            </p:cNvSpPr>
            <p:nvPr/>
          </p:nvSpPr>
          <p:spPr>
            <a:xfrm>
              <a:off x="702343" y="3308266"/>
              <a:ext cx="49843" cy="398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9" name="asset_3420_19">
              <a:extLst>
                <a:ext uri="{FF2B5EF4-FFF2-40B4-BE49-F238E27FC236}">
                  <a16:creationId xmlns:a16="http://schemas.microsoft.com/office/drawing/2014/main" id="{EFC97D9B-EF35-4C56-94C1-A9B8EC1D2EDF}"/>
                </a:ext>
              </a:extLst>
            </p:cNvPr>
            <p:cNvSpPr>
              <a:spLocks noGrp="1"/>
            </p:cNvSpPr>
            <p:nvPr/>
          </p:nvSpPr>
          <p:spPr>
            <a:xfrm>
              <a:off x="652039" y="3320722"/>
              <a:ext cx="44389" cy="355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0" name="asset_3420_20">
              <a:extLst>
                <a:ext uri="{FF2B5EF4-FFF2-40B4-BE49-F238E27FC236}">
                  <a16:creationId xmlns:a16="http://schemas.microsoft.com/office/drawing/2014/main" id="{292EF993-93E7-4CF4-AB76-C89BB24D69E4}"/>
                </a:ext>
              </a:extLst>
            </p:cNvPr>
            <p:cNvSpPr>
              <a:spLocks noGrp="1"/>
            </p:cNvSpPr>
            <p:nvPr/>
          </p:nvSpPr>
          <p:spPr>
            <a:xfrm>
              <a:off x="679298" y="3310384"/>
              <a:ext cx="31594" cy="252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1" name="asset_3420_21">
              <a:extLst>
                <a:ext uri="{FF2B5EF4-FFF2-40B4-BE49-F238E27FC236}">
                  <a16:creationId xmlns:a16="http://schemas.microsoft.com/office/drawing/2014/main" id="{6C332C1B-6308-4B21-BB7D-E7ED4BB8F9B4}"/>
                </a:ext>
              </a:extLst>
            </p:cNvPr>
            <p:cNvSpPr>
              <a:spLocks noGrp="1"/>
            </p:cNvSpPr>
            <p:nvPr/>
          </p:nvSpPr>
          <p:spPr>
            <a:xfrm>
              <a:off x="685995" y="3319433"/>
              <a:ext cx="42444" cy="339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2" name="asset_3420_22">
              <a:extLst>
                <a:ext uri="{FF2B5EF4-FFF2-40B4-BE49-F238E27FC236}">
                  <a16:creationId xmlns:a16="http://schemas.microsoft.com/office/drawing/2014/main" id="{28F705BA-13F4-4BE9-A9A5-ADAE622662E7}"/>
                </a:ext>
              </a:extLst>
            </p:cNvPr>
            <p:cNvSpPr>
              <a:spLocks noGrp="1"/>
            </p:cNvSpPr>
            <p:nvPr/>
          </p:nvSpPr>
          <p:spPr>
            <a:xfrm>
              <a:off x="690038" y="3284972"/>
              <a:ext cx="35409" cy="283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3" name="asset_3420_23">
              <a:extLst>
                <a:ext uri="{FF2B5EF4-FFF2-40B4-BE49-F238E27FC236}">
                  <a16:creationId xmlns:a16="http://schemas.microsoft.com/office/drawing/2014/main" id="{68A75A15-8FE0-470E-89B4-1EAB27B330BC}"/>
                </a:ext>
              </a:extLst>
            </p:cNvPr>
            <p:cNvSpPr>
              <a:spLocks noGrp="1"/>
            </p:cNvSpPr>
            <p:nvPr/>
          </p:nvSpPr>
          <p:spPr>
            <a:xfrm>
              <a:off x="666699" y="3337181"/>
              <a:ext cx="49507" cy="396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4" name="asset_3420_24">
              <a:extLst>
                <a:ext uri="{FF2B5EF4-FFF2-40B4-BE49-F238E27FC236}">
                  <a16:creationId xmlns:a16="http://schemas.microsoft.com/office/drawing/2014/main" id="{D00B1058-A9EE-4901-A6BA-D72BE4BA4A29}"/>
                </a:ext>
              </a:extLst>
            </p:cNvPr>
            <p:cNvSpPr>
              <a:spLocks noGrp="1"/>
            </p:cNvSpPr>
            <p:nvPr/>
          </p:nvSpPr>
          <p:spPr>
            <a:xfrm>
              <a:off x="682973" y="3309820"/>
              <a:ext cx="35630" cy="285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5" name="asset_3420_25">
              <a:extLst>
                <a:ext uri="{FF2B5EF4-FFF2-40B4-BE49-F238E27FC236}">
                  <a16:creationId xmlns:a16="http://schemas.microsoft.com/office/drawing/2014/main" id="{9053C6CF-8909-41E0-AA21-F8F6E1D3BDD9}"/>
                </a:ext>
              </a:extLst>
            </p:cNvPr>
            <p:cNvSpPr>
              <a:spLocks noGrp="1"/>
            </p:cNvSpPr>
            <p:nvPr/>
          </p:nvSpPr>
          <p:spPr>
            <a:xfrm>
              <a:off x="653113" y="3330235"/>
              <a:ext cx="45929" cy="3676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6" name="asset_3420_26">
              <a:extLst>
                <a:ext uri="{FF2B5EF4-FFF2-40B4-BE49-F238E27FC236}">
                  <a16:creationId xmlns:a16="http://schemas.microsoft.com/office/drawing/2014/main" id="{33BC6A56-1C0E-440F-8735-08C35531BE28}"/>
                </a:ext>
              </a:extLst>
            </p:cNvPr>
            <p:cNvSpPr>
              <a:spLocks noGrp="1"/>
            </p:cNvSpPr>
            <p:nvPr/>
          </p:nvSpPr>
          <p:spPr>
            <a:xfrm>
              <a:off x="696444" y="3297262"/>
              <a:ext cx="36326" cy="2907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7" name="asset_3420_27">
              <a:extLst>
                <a:ext uri="{FF2B5EF4-FFF2-40B4-BE49-F238E27FC236}">
                  <a16:creationId xmlns:a16="http://schemas.microsoft.com/office/drawing/2014/main" id="{D29C1E14-CFAA-4263-8DFC-B8FE8BE039D7}"/>
                </a:ext>
              </a:extLst>
            </p:cNvPr>
            <p:cNvSpPr>
              <a:spLocks noGrp="1"/>
            </p:cNvSpPr>
            <p:nvPr/>
          </p:nvSpPr>
          <p:spPr>
            <a:xfrm>
              <a:off x="639530" y="3342615"/>
              <a:ext cx="41193" cy="329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8" name="asset_3420_28">
              <a:extLst>
                <a:ext uri="{FF2B5EF4-FFF2-40B4-BE49-F238E27FC236}">
                  <a16:creationId xmlns:a16="http://schemas.microsoft.com/office/drawing/2014/main" id="{1D38E4FE-6C39-4C42-9B5B-EF389B4C7A82}"/>
                </a:ext>
              </a:extLst>
            </p:cNvPr>
            <p:cNvSpPr>
              <a:spLocks noGrp="1"/>
            </p:cNvSpPr>
            <p:nvPr/>
          </p:nvSpPr>
          <p:spPr>
            <a:xfrm>
              <a:off x="705748" y="3306110"/>
              <a:ext cx="48165" cy="3855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9" name="asset_3420_29">
              <a:extLst>
                <a:ext uri="{FF2B5EF4-FFF2-40B4-BE49-F238E27FC236}">
                  <a16:creationId xmlns:a16="http://schemas.microsoft.com/office/drawing/2014/main" id="{9D84099E-BBCE-4E17-A85A-E9C333DCA9A0}"/>
                </a:ext>
              </a:extLst>
            </p:cNvPr>
            <p:cNvSpPr>
              <a:spLocks noGrp="1"/>
            </p:cNvSpPr>
            <p:nvPr/>
          </p:nvSpPr>
          <p:spPr>
            <a:xfrm>
              <a:off x="650868" y="3310880"/>
              <a:ext cx="37770" cy="302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0" name="asset_3420_30">
              <a:extLst>
                <a:ext uri="{FF2B5EF4-FFF2-40B4-BE49-F238E27FC236}">
                  <a16:creationId xmlns:a16="http://schemas.microsoft.com/office/drawing/2014/main" id="{C05C4DFD-984F-41D0-96A6-7DB3E3F7D03A}"/>
                </a:ext>
              </a:extLst>
            </p:cNvPr>
            <p:cNvSpPr>
              <a:spLocks noGrp="1"/>
            </p:cNvSpPr>
            <p:nvPr/>
          </p:nvSpPr>
          <p:spPr>
            <a:xfrm>
              <a:off x="711827" y="3300475"/>
              <a:ext cx="41716" cy="333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1" name="asset_3420_31">
              <a:extLst>
                <a:ext uri="{FF2B5EF4-FFF2-40B4-BE49-F238E27FC236}">
                  <a16:creationId xmlns:a16="http://schemas.microsoft.com/office/drawing/2014/main" id="{0E314579-CD89-46E7-ACDC-A9CB434A8A7C}"/>
                </a:ext>
              </a:extLst>
            </p:cNvPr>
            <p:cNvSpPr>
              <a:spLocks noGrp="1"/>
            </p:cNvSpPr>
            <p:nvPr/>
          </p:nvSpPr>
          <p:spPr>
            <a:xfrm>
              <a:off x="644549" y="3299489"/>
              <a:ext cx="44112" cy="353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2" name="asset_3420_32">
              <a:extLst>
                <a:ext uri="{FF2B5EF4-FFF2-40B4-BE49-F238E27FC236}">
                  <a16:creationId xmlns:a16="http://schemas.microsoft.com/office/drawing/2014/main" id="{3D1B9B2F-0606-49D7-96AA-D51CC90AAF94}"/>
                </a:ext>
              </a:extLst>
            </p:cNvPr>
            <p:cNvSpPr>
              <a:spLocks noGrp="1"/>
            </p:cNvSpPr>
            <p:nvPr/>
          </p:nvSpPr>
          <p:spPr>
            <a:xfrm>
              <a:off x="724933" y="3301907"/>
              <a:ext cx="40658" cy="325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3" name="asset_3420_33">
              <a:extLst>
                <a:ext uri="{FF2B5EF4-FFF2-40B4-BE49-F238E27FC236}">
                  <a16:creationId xmlns:a16="http://schemas.microsoft.com/office/drawing/2014/main" id="{69069EC4-8F17-4406-9D89-684D38FC5683}"/>
                </a:ext>
              </a:extLst>
            </p:cNvPr>
            <p:cNvSpPr>
              <a:spLocks noGrp="1"/>
            </p:cNvSpPr>
            <p:nvPr/>
          </p:nvSpPr>
          <p:spPr>
            <a:xfrm>
              <a:off x="650852" y="3354191"/>
              <a:ext cx="36781" cy="294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4" name="asset_3420_34">
              <a:extLst>
                <a:ext uri="{FF2B5EF4-FFF2-40B4-BE49-F238E27FC236}">
                  <a16:creationId xmlns:a16="http://schemas.microsoft.com/office/drawing/2014/main" id="{F5D5CB78-1525-4CEB-B504-66828D797D97}"/>
                </a:ext>
              </a:extLst>
            </p:cNvPr>
            <p:cNvSpPr>
              <a:spLocks noGrp="1"/>
            </p:cNvSpPr>
            <p:nvPr/>
          </p:nvSpPr>
          <p:spPr>
            <a:xfrm>
              <a:off x="692643" y="3302842"/>
              <a:ext cx="36191" cy="289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5" name="asset_3420_35">
              <a:extLst>
                <a:ext uri="{FF2B5EF4-FFF2-40B4-BE49-F238E27FC236}">
                  <a16:creationId xmlns:a16="http://schemas.microsoft.com/office/drawing/2014/main" id="{9C90E2D4-8546-4558-879E-0C4386923A0B}"/>
                </a:ext>
              </a:extLst>
            </p:cNvPr>
            <p:cNvSpPr>
              <a:spLocks noGrp="1"/>
            </p:cNvSpPr>
            <p:nvPr/>
          </p:nvSpPr>
          <p:spPr>
            <a:xfrm>
              <a:off x="640852" y="3347251"/>
              <a:ext cx="33861" cy="271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6" name="asset_3420_36">
              <a:extLst>
                <a:ext uri="{FF2B5EF4-FFF2-40B4-BE49-F238E27FC236}">
                  <a16:creationId xmlns:a16="http://schemas.microsoft.com/office/drawing/2014/main" id="{690F6F74-8736-412C-8FDE-A011EB6EE271}"/>
                </a:ext>
              </a:extLst>
            </p:cNvPr>
            <p:cNvSpPr>
              <a:spLocks noGrp="1"/>
            </p:cNvSpPr>
            <p:nvPr/>
          </p:nvSpPr>
          <p:spPr>
            <a:xfrm>
              <a:off x="693936" y="3311614"/>
              <a:ext cx="43306" cy="346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7" name="asset_3420_37">
              <a:extLst>
                <a:ext uri="{FF2B5EF4-FFF2-40B4-BE49-F238E27FC236}">
                  <a16:creationId xmlns:a16="http://schemas.microsoft.com/office/drawing/2014/main" id="{7616FEB5-82B9-40B4-883D-BACA837932F5}"/>
                </a:ext>
              </a:extLst>
            </p:cNvPr>
            <p:cNvSpPr>
              <a:spLocks noGrp="1"/>
            </p:cNvSpPr>
            <p:nvPr/>
          </p:nvSpPr>
          <p:spPr>
            <a:xfrm>
              <a:off x="644536" y="3349974"/>
              <a:ext cx="28278" cy="226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8" name="asset_3420_38">
              <a:extLst>
                <a:ext uri="{FF2B5EF4-FFF2-40B4-BE49-F238E27FC236}">
                  <a16:creationId xmlns:a16="http://schemas.microsoft.com/office/drawing/2014/main" id="{31083F90-1B11-45E3-B3F2-047BA9864F6C}"/>
                </a:ext>
              </a:extLst>
            </p:cNvPr>
            <p:cNvSpPr>
              <a:spLocks noGrp="1"/>
            </p:cNvSpPr>
            <p:nvPr/>
          </p:nvSpPr>
          <p:spPr>
            <a:xfrm>
              <a:off x="705840" y="3319145"/>
              <a:ext cx="29686" cy="2376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9" name="asset_3420_39">
              <a:extLst>
                <a:ext uri="{FF2B5EF4-FFF2-40B4-BE49-F238E27FC236}">
                  <a16:creationId xmlns:a16="http://schemas.microsoft.com/office/drawing/2014/main" id="{E065BC61-296B-45CD-B80F-CEE25FF47D9A}"/>
                </a:ext>
              </a:extLst>
            </p:cNvPr>
            <p:cNvSpPr>
              <a:spLocks noGrp="1"/>
            </p:cNvSpPr>
            <p:nvPr/>
          </p:nvSpPr>
          <p:spPr>
            <a:xfrm>
              <a:off x="645822" y="3341687"/>
              <a:ext cx="47244" cy="378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0" name="asset_3420_40">
              <a:extLst>
                <a:ext uri="{FF2B5EF4-FFF2-40B4-BE49-F238E27FC236}">
                  <a16:creationId xmlns:a16="http://schemas.microsoft.com/office/drawing/2014/main" id="{12E2975B-BAB3-43A6-9EF7-A7626BADD215}"/>
                </a:ext>
              </a:extLst>
            </p:cNvPr>
            <p:cNvSpPr>
              <a:spLocks noGrp="1"/>
            </p:cNvSpPr>
            <p:nvPr/>
          </p:nvSpPr>
          <p:spPr>
            <a:xfrm>
              <a:off x="720381" y="3301274"/>
              <a:ext cx="41422" cy="331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1" name="asset_3420_41">
              <a:extLst>
                <a:ext uri="{FF2B5EF4-FFF2-40B4-BE49-F238E27FC236}">
                  <a16:creationId xmlns:a16="http://schemas.microsoft.com/office/drawing/2014/main" id="{E19CABB6-ED67-472A-91EB-F1ABAD22D19C}"/>
                </a:ext>
              </a:extLst>
            </p:cNvPr>
            <p:cNvSpPr>
              <a:spLocks noGrp="1"/>
            </p:cNvSpPr>
            <p:nvPr/>
          </p:nvSpPr>
          <p:spPr>
            <a:xfrm>
              <a:off x="636944" y="3328503"/>
              <a:ext cx="48996" cy="3922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2" name="asset_3420_42">
              <a:extLst>
                <a:ext uri="{FF2B5EF4-FFF2-40B4-BE49-F238E27FC236}">
                  <a16:creationId xmlns:a16="http://schemas.microsoft.com/office/drawing/2014/main" id="{1906A64D-2121-46AC-A25A-38889678E41E}"/>
                </a:ext>
              </a:extLst>
            </p:cNvPr>
            <p:cNvSpPr>
              <a:spLocks noGrp="1"/>
            </p:cNvSpPr>
            <p:nvPr/>
          </p:nvSpPr>
          <p:spPr>
            <a:xfrm>
              <a:off x="692669" y="3297447"/>
              <a:ext cx="40452" cy="323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3" name="asset_3420_43">
              <a:extLst>
                <a:ext uri="{FF2B5EF4-FFF2-40B4-BE49-F238E27FC236}">
                  <a16:creationId xmlns:a16="http://schemas.microsoft.com/office/drawing/2014/main" id="{0FB0525E-786A-45F9-B471-0F54DE92F0FF}"/>
                </a:ext>
              </a:extLst>
            </p:cNvPr>
            <p:cNvSpPr>
              <a:spLocks noGrp="1"/>
            </p:cNvSpPr>
            <p:nvPr/>
          </p:nvSpPr>
          <p:spPr>
            <a:xfrm>
              <a:off x="688808" y="3344319"/>
              <a:ext cx="29315" cy="234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4" name="asset_3420_44">
              <a:extLst>
                <a:ext uri="{FF2B5EF4-FFF2-40B4-BE49-F238E27FC236}">
                  <a16:creationId xmlns:a16="http://schemas.microsoft.com/office/drawing/2014/main" id="{5A20BBEF-FC1F-4FAF-AFCE-8C4720AAE698}"/>
                </a:ext>
              </a:extLst>
            </p:cNvPr>
            <p:cNvSpPr>
              <a:spLocks noGrp="1"/>
            </p:cNvSpPr>
            <p:nvPr/>
          </p:nvSpPr>
          <p:spPr>
            <a:xfrm>
              <a:off x="706023" y="3290714"/>
              <a:ext cx="39437" cy="315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5" name="asset_3420_45">
              <a:extLst>
                <a:ext uri="{FF2B5EF4-FFF2-40B4-BE49-F238E27FC236}">
                  <a16:creationId xmlns:a16="http://schemas.microsoft.com/office/drawing/2014/main" id="{781A6E54-69BD-40FE-9502-0A30CA2F6117}"/>
                </a:ext>
              </a:extLst>
            </p:cNvPr>
            <p:cNvSpPr>
              <a:spLocks noGrp="1"/>
            </p:cNvSpPr>
            <p:nvPr/>
          </p:nvSpPr>
          <p:spPr>
            <a:xfrm>
              <a:off x="675510" y="3347917"/>
              <a:ext cx="43155" cy="345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6" name="asset_3420_46">
              <a:extLst>
                <a:ext uri="{FF2B5EF4-FFF2-40B4-BE49-F238E27FC236}">
                  <a16:creationId xmlns:a16="http://schemas.microsoft.com/office/drawing/2014/main" id="{E79C1EB1-D632-46A1-8CAD-4515F2C584AF}"/>
                </a:ext>
              </a:extLst>
            </p:cNvPr>
            <p:cNvSpPr>
              <a:spLocks noGrp="1"/>
            </p:cNvSpPr>
            <p:nvPr/>
          </p:nvSpPr>
          <p:spPr>
            <a:xfrm>
              <a:off x="704669" y="3281389"/>
              <a:ext cx="49958" cy="399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7" name="asset_3420_47">
              <a:extLst>
                <a:ext uri="{FF2B5EF4-FFF2-40B4-BE49-F238E27FC236}">
                  <a16:creationId xmlns:a16="http://schemas.microsoft.com/office/drawing/2014/main" id="{46421164-8CA8-4E3E-BE64-257D370CD573}"/>
                </a:ext>
              </a:extLst>
            </p:cNvPr>
            <p:cNvSpPr>
              <a:spLocks noGrp="1"/>
            </p:cNvSpPr>
            <p:nvPr/>
          </p:nvSpPr>
          <p:spPr>
            <a:xfrm>
              <a:off x="624570" y="3333124"/>
              <a:ext cx="46055" cy="36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8" name="asset_3420_48">
              <a:extLst>
                <a:ext uri="{FF2B5EF4-FFF2-40B4-BE49-F238E27FC236}">
                  <a16:creationId xmlns:a16="http://schemas.microsoft.com/office/drawing/2014/main" id="{BC1BB576-D4CA-4CCC-8E60-69AE59B61D64}"/>
                </a:ext>
              </a:extLst>
            </p:cNvPr>
            <p:cNvSpPr>
              <a:spLocks noGrp="1"/>
            </p:cNvSpPr>
            <p:nvPr/>
          </p:nvSpPr>
          <p:spPr>
            <a:xfrm>
              <a:off x="716832" y="3311717"/>
              <a:ext cx="43699" cy="349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9" name="asset_3420_49">
              <a:extLst>
                <a:ext uri="{FF2B5EF4-FFF2-40B4-BE49-F238E27FC236}">
                  <a16:creationId xmlns:a16="http://schemas.microsoft.com/office/drawing/2014/main" id="{351617DE-CD9B-45AA-BBFB-A6A70ABD89A9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21" name="a | 56-channel tensor stack"/>
          <p:cNvGrpSpPr/>
          <p:nvPr/>
        </p:nvGrpSpPr>
        <p:grpSpPr>
          <a:xfrm>
            <a:off x="208800" y="3858120"/>
            <a:ext cx="587160" cy="332280"/>
            <a:chOff x="208800" y="3858120"/>
            <a:chExt cx="587160" cy="332280"/>
          </a:xfrm>
        </p:grpSpPr>
        <p:sp>
          <p:nvSpPr>
            <p:cNvPr id="5568" name="asset_3421_0">
              <a:extLst>
                <a:ext uri="{FF2B5EF4-FFF2-40B4-BE49-F238E27FC236}">
                  <a16:creationId xmlns:a16="http://schemas.microsoft.com/office/drawing/2014/main" id="{2B53B8CD-F0DF-4C15-8BE9-594A3E66933A}"/>
                </a:ext>
              </a:extLst>
            </p:cNvPr>
            <p:cNvSpPr>
              <a:spLocks noGrp="1"/>
            </p:cNvSpPr>
            <p:nvPr/>
          </p:nvSpPr>
          <p:spPr>
            <a:xfrm>
              <a:off x="464760" y="385812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69" name="asset_3421_1">
              <a:extLst>
                <a:ext uri="{FF2B5EF4-FFF2-40B4-BE49-F238E27FC236}">
                  <a16:creationId xmlns:a16="http://schemas.microsoft.com/office/drawing/2014/main" id="{BE3AD5D7-CE36-4AB2-913A-B4BDE0E1BA3C}"/>
                </a:ext>
              </a:extLst>
            </p:cNvPr>
            <p:cNvSpPr>
              <a:spLocks noGrp="1"/>
            </p:cNvSpPr>
            <p:nvPr/>
          </p:nvSpPr>
          <p:spPr>
            <a:xfrm>
              <a:off x="436320" y="387144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0" name="asset_3421_2">
              <a:extLst>
                <a:ext uri="{FF2B5EF4-FFF2-40B4-BE49-F238E27FC236}">
                  <a16:creationId xmlns:a16="http://schemas.microsoft.com/office/drawing/2014/main" id="{D6645EFB-A87E-4F9C-9A45-09A7C9A729E0}"/>
                </a:ext>
              </a:extLst>
            </p:cNvPr>
            <p:cNvSpPr>
              <a:spLocks noGrp="1"/>
            </p:cNvSpPr>
            <p:nvPr/>
          </p:nvSpPr>
          <p:spPr>
            <a:xfrm>
              <a:off x="407880" y="388476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1" name="asset_3421_3">
              <a:extLst>
                <a:ext uri="{FF2B5EF4-FFF2-40B4-BE49-F238E27FC236}">
                  <a16:creationId xmlns:a16="http://schemas.microsoft.com/office/drawing/2014/main" id="{0266E407-A443-4FDC-B3A7-00D0047E7242}"/>
                </a:ext>
              </a:extLst>
            </p:cNvPr>
            <p:cNvSpPr>
              <a:spLocks noGrp="1"/>
            </p:cNvSpPr>
            <p:nvPr/>
          </p:nvSpPr>
          <p:spPr>
            <a:xfrm>
              <a:off x="379440" y="389808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2" name="asset_3421_4">
              <a:extLst>
                <a:ext uri="{FF2B5EF4-FFF2-40B4-BE49-F238E27FC236}">
                  <a16:creationId xmlns:a16="http://schemas.microsoft.com/office/drawing/2014/main" id="{E6CF6DDF-D292-4855-A594-B37538784F39}"/>
                </a:ext>
              </a:extLst>
            </p:cNvPr>
            <p:cNvSpPr>
              <a:spLocks noGrp="1"/>
            </p:cNvSpPr>
            <p:nvPr/>
          </p:nvSpPr>
          <p:spPr>
            <a:xfrm>
              <a:off x="351000" y="391140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3" name="asset_3421_5">
              <a:extLst>
                <a:ext uri="{FF2B5EF4-FFF2-40B4-BE49-F238E27FC236}">
                  <a16:creationId xmlns:a16="http://schemas.microsoft.com/office/drawing/2014/main" id="{C2C79921-4385-464E-A323-CFA7779CC001}"/>
                </a:ext>
              </a:extLst>
            </p:cNvPr>
            <p:cNvSpPr>
              <a:spLocks noGrp="1"/>
            </p:cNvSpPr>
            <p:nvPr/>
          </p:nvSpPr>
          <p:spPr>
            <a:xfrm>
              <a:off x="322560" y="392472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4" name="asset_3421_6">
              <a:extLst>
                <a:ext uri="{FF2B5EF4-FFF2-40B4-BE49-F238E27FC236}">
                  <a16:creationId xmlns:a16="http://schemas.microsoft.com/office/drawing/2014/main" id="{2947DA97-D59D-41F9-8334-7857197D89B7}"/>
                </a:ext>
              </a:extLst>
            </p:cNvPr>
            <p:cNvSpPr>
              <a:spLocks noGrp="1"/>
            </p:cNvSpPr>
            <p:nvPr/>
          </p:nvSpPr>
          <p:spPr>
            <a:xfrm>
              <a:off x="294120" y="393804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5" name="asset_3421_7">
              <a:extLst>
                <a:ext uri="{FF2B5EF4-FFF2-40B4-BE49-F238E27FC236}">
                  <a16:creationId xmlns:a16="http://schemas.microsoft.com/office/drawing/2014/main" id="{AD4A9579-108D-4239-8002-FB7612F6AE13}"/>
                </a:ext>
              </a:extLst>
            </p:cNvPr>
            <p:cNvSpPr>
              <a:spLocks noGrp="1"/>
            </p:cNvSpPr>
            <p:nvPr/>
          </p:nvSpPr>
          <p:spPr>
            <a:xfrm>
              <a:off x="265680" y="395136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6" name="asset_3421_8">
              <a:extLst>
                <a:ext uri="{FF2B5EF4-FFF2-40B4-BE49-F238E27FC236}">
                  <a16:creationId xmlns:a16="http://schemas.microsoft.com/office/drawing/2014/main" id="{65FDAC3C-A2D8-485C-9172-E054607775C5}"/>
                </a:ext>
              </a:extLst>
            </p:cNvPr>
            <p:cNvSpPr>
              <a:spLocks noGrp="1"/>
            </p:cNvSpPr>
            <p:nvPr/>
          </p:nvSpPr>
          <p:spPr>
            <a:xfrm>
              <a:off x="237240" y="396468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7" name="asset_3421_9">
              <a:extLst>
                <a:ext uri="{FF2B5EF4-FFF2-40B4-BE49-F238E27FC236}">
                  <a16:creationId xmlns:a16="http://schemas.microsoft.com/office/drawing/2014/main" id="{7EBB1DA4-CDB8-403E-BAEB-9E23E3AE4540}"/>
                </a:ext>
              </a:extLst>
            </p:cNvPr>
            <p:cNvSpPr>
              <a:spLocks noGrp="1"/>
            </p:cNvSpPr>
            <p:nvPr/>
          </p:nvSpPr>
          <p:spPr>
            <a:xfrm>
              <a:off x="208800" y="397800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8" name="asset_3421_10">
              <a:extLst>
                <a:ext uri="{FF2B5EF4-FFF2-40B4-BE49-F238E27FC236}">
                  <a16:creationId xmlns:a16="http://schemas.microsoft.com/office/drawing/2014/main" id="{5F5B90FF-B5E6-43C4-BC7F-22E3756D4438}"/>
                </a:ext>
              </a:extLst>
            </p:cNvPr>
            <p:cNvSpPr>
              <a:spLocks noGrp="1"/>
            </p:cNvSpPr>
            <p:nvPr/>
          </p:nvSpPr>
          <p:spPr>
            <a:xfrm>
              <a:off x="2640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79" name="asset_3421_11">
              <a:extLst>
                <a:ext uri="{FF2B5EF4-FFF2-40B4-BE49-F238E27FC236}">
                  <a16:creationId xmlns:a16="http://schemas.microsoft.com/office/drawing/2014/main" id="{3BEFF17F-3D4E-4643-9877-17F98B7897F1}"/>
                </a:ext>
              </a:extLst>
            </p:cNvPr>
            <p:cNvSpPr>
              <a:spLocks noGrp="1"/>
            </p:cNvSpPr>
            <p:nvPr/>
          </p:nvSpPr>
          <p:spPr>
            <a:xfrm>
              <a:off x="3192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0" name="asset_3421_12">
              <a:extLst>
                <a:ext uri="{FF2B5EF4-FFF2-40B4-BE49-F238E27FC236}">
                  <a16:creationId xmlns:a16="http://schemas.microsoft.com/office/drawing/2014/main" id="{1E91CC60-FD77-4CA3-9757-782376CE6527}"/>
                </a:ext>
              </a:extLst>
            </p:cNvPr>
            <p:cNvSpPr>
              <a:spLocks noGrp="1"/>
            </p:cNvSpPr>
            <p:nvPr/>
          </p:nvSpPr>
          <p:spPr>
            <a:xfrm>
              <a:off x="3744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1" name="asset_3421_13">
              <a:extLst>
                <a:ext uri="{FF2B5EF4-FFF2-40B4-BE49-F238E27FC236}">
                  <a16:creationId xmlns:a16="http://schemas.microsoft.com/office/drawing/2014/main" id="{AAC234DA-CF2E-4E47-87BF-3745A9D9E19A}"/>
                </a:ext>
              </a:extLst>
            </p:cNvPr>
            <p:cNvSpPr>
              <a:spLocks noGrp="1"/>
            </p:cNvSpPr>
            <p:nvPr/>
          </p:nvSpPr>
          <p:spPr>
            <a:xfrm>
              <a:off x="4296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2" name="asset_3421_14">
              <a:extLst>
                <a:ext uri="{FF2B5EF4-FFF2-40B4-BE49-F238E27FC236}">
                  <a16:creationId xmlns:a16="http://schemas.microsoft.com/office/drawing/2014/main" id="{D155B278-041D-42AF-B4BB-EA953B34B417}"/>
                </a:ext>
              </a:extLst>
            </p:cNvPr>
            <p:cNvSpPr>
              <a:spLocks noGrp="1"/>
            </p:cNvSpPr>
            <p:nvPr/>
          </p:nvSpPr>
          <p:spPr>
            <a:xfrm>
              <a:off x="4848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3" name="asset_3421_15">
              <a:extLst>
                <a:ext uri="{FF2B5EF4-FFF2-40B4-BE49-F238E27FC236}">
                  <a16:creationId xmlns:a16="http://schemas.microsoft.com/office/drawing/2014/main" id="{4D13AA28-7685-4A4A-86F0-F9683EAA0522}"/>
                </a:ext>
              </a:extLst>
            </p:cNvPr>
            <p:cNvSpPr>
              <a:spLocks noGrp="1"/>
            </p:cNvSpPr>
            <p:nvPr/>
          </p:nvSpPr>
          <p:spPr>
            <a:xfrm>
              <a:off x="233460" y="4040928"/>
              <a:ext cx="150336" cy="924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4" name="asset_3421_16">
              <a:extLst>
                <a:ext uri="{FF2B5EF4-FFF2-40B4-BE49-F238E27FC236}">
                  <a16:creationId xmlns:a16="http://schemas.microsoft.com/office/drawing/2014/main" id="{2B921492-33F5-4DB5-AB04-C2DF28065E50}"/>
                </a:ext>
              </a:extLst>
            </p:cNvPr>
            <p:cNvSpPr>
              <a:spLocks noGrp="1"/>
            </p:cNvSpPr>
            <p:nvPr/>
          </p:nvSpPr>
          <p:spPr>
            <a:xfrm>
              <a:off x="302364" y="4067892"/>
              <a:ext cx="162864" cy="10015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5" name="asset_3421_17">
              <a:extLst>
                <a:ext uri="{FF2B5EF4-FFF2-40B4-BE49-F238E27FC236}">
                  <a16:creationId xmlns:a16="http://schemas.microsoft.com/office/drawing/2014/main" id="{E65EBB05-86E7-452D-9CCB-2909B212A75F}"/>
                </a:ext>
              </a:extLst>
            </p:cNvPr>
            <p:cNvSpPr>
              <a:spLocks noGrp="1"/>
            </p:cNvSpPr>
            <p:nvPr/>
          </p:nvSpPr>
          <p:spPr>
            <a:xfrm>
              <a:off x="361872" y="4017816"/>
              <a:ext cx="144072" cy="8859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6" name="asset_3421_18">
              <a:extLst>
                <a:ext uri="{FF2B5EF4-FFF2-40B4-BE49-F238E27FC236}">
                  <a16:creationId xmlns:a16="http://schemas.microsoft.com/office/drawing/2014/main" id="{13731632-D2F7-4BAD-984D-8C8EAAD16B83}"/>
                </a:ext>
              </a:extLst>
            </p:cNvPr>
            <p:cNvSpPr>
              <a:spLocks noGrp="1"/>
            </p:cNvSpPr>
            <p:nvPr/>
          </p:nvSpPr>
          <p:spPr>
            <a:xfrm>
              <a:off x="296100" y="4004334"/>
              <a:ext cx="137808" cy="847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7" name="asset_3421_19">
              <a:extLst>
                <a:ext uri="{FF2B5EF4-FFF2-40B4-BE49-F238E27FC236}">
                  <a16:creationId xmlns:a16="http://schemas.microsoft.com/office/drawing/2014/main" id="{E76BF299-33DC-4085-9184-0AD24B39E825}"/>
                </a:ext>
              </a:extLst>
            </p:cNvPr>
            <p:cNvSpPr>
              <a:spLocks noGrp="1"/>
            </p:cNvSpPr>
            <p:nvPr/>
          </p:nvSpPr>
          <p:spPr>
            <a:xfrm>
              <a:off x="263050" y="4076830"/>
              <a:ext cx="56898" cy="349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8" name="asset_3421_20">
              <a:extLst>
                <a:ext uri="{FF2B5EF4-FFF2-40B4-BE49-F238E27FC236}">
                  <a16:creationId xmlns:a16="http://schemas.microsoft.com/office/drawing/2014/main" id="{EC0161A7-844F-41D4-B95A-A448A5BF2749}"/>
                </a:ext>
              </a:extLst>
            </p:cNvPr>
            <p:cNvSpPr>
              <a:spLocks noGrp="1"/>
            </p:cNvSpPr>
            <p:nvPr/>
          </p:nvSpPr>
          <p:spPr>
            <a:xfrm>
              <a:off x="389406" y="4092409"/>
              <a:ext cx="73631" cy="452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9" name="asset_3421_21">
              <a:extLst>
                <a:ext uri="{FF2B5EF4-FFF2-40B4-BE49-F238E27FC236}">
                  <a16:creationId xmlns:a16="http://schemas.microsoft.com/office/drawing/2014/main" id="{6629C56D-61EC-4ABA-97F7-487C48529355}"/>
                </a:ext>
              </a:extLst>
            </p:cNvPr>
            <p:cNvSpPr>
              <a:spLocks noGrp="1"/>
            </p:cNvSpPr>
            <p:nvPr/>
          </p:nvSpPr>
          <p:spPr>
            <a:xfrm>
              <a:off x="402863" y="4021754"/>
              <a:ext cx="61663" cy="379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0" name="asset_3421_22">
              <a:extLst>
                <a:ext uri="{FF2B5EF4-FFF2-40B4-BE49-F238E27FC236}">
                  <a16:creationId xmlns:a16="http://schemas.microsoft.com/office/drawing/2014/main" id="{0F324113-3729-41B2-BE73-F39A17FB1F2A}"/>
                </a:ext>
              </a:extLst>
            </p:cNvPr>
            <p:cNvSpPr>
              <a:spLocks noGrp="1"/>
            </p:cNvSpPr>
            <p:nvPr/>
          </p:nvSpPr>
          <p:spPr>
            <a:xfrm>
              <a:off x="292059" y="4033917"/>
              <a:ext cx="49394" cy="303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1" name="asset_3421_23">
              <a:extLst>
                <a:ext uri="{FF2B5EF4-FFF2-40B4-BE49-F238E27FC236}">
                  <a16:creationId xmlns:a16="http://schemas.microsoft.com/office/drawing/2014/main" id="{2C94F13D-A568-45BE-A4B7-5E4C945FB7A8}"/>
                </a:ext>
              </a:extLst>
            </p:cNvPr>
            <p:cNvSpPr>
              <a:spLocks noGrp="1"/>
            </p:cNvSpPr>
            <p:nvPr/>
          </p:nvSpPr>
          <p:spPr>
            <a:xfrm>
              <a:off x="264978" y="4032814"/>
              <a:ext cx="72100" cy="443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2" name="asset_3421_24">
              <a:extLst>
                <a:ext uri="{FF2B5EF4-FFF2-40B4-BE49-F238E27FC236}">
                  <a16:creationId xmlns:a16="http://schemas.microsoft.com/office/drawing/2014/main" id="{3EFFF1B2-1A4B-45CD-8565-60BC76EDC656}"/>
                </a:ext>
              </a:extLst>
            </p:cNvPr>
            <p:cNvSpPr>
              <a:spLocks noGrp="1"/>
            </p:cNvSpPr>
            <p:nvPr/>
          </p:nvSpPr>
          <p:spPr>
            <a:xfrm>
              <a:off x="384011" y="4075600"/>
              <a:ext cx="48571" cy="298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3" name="asset_3421_25">
              <a:extLst>
                <a:ext uri="{FF2B5EF4-FFF2-40B4-BE49-F238E27FC236}">
                  <a16:creationId xmlns:a16="http://schemas.microsoft.com/office/drawing/2014/main" id="{CF7BED6B-B75A-4687-A599-A10ABB21E11E}"/>
                </a:ext>
              </a:extLst>
            </p:cNvPr>
            <p:cNvSpPr>
              <a:spLocks noGrp="1"/>
            </p:cNvSpPr>
            <p:nvPr/>
          </p:nvSpPr>
          <p:spPr>
            <a:xfrm>
              <a:off x="380011" y="4043208"/>
              <a:ext cx="47162" cy="2900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4" name="asset_3421_26">
              <a:extLst>
                <a:ext uri="{FF2B5EF4-FFF2-40B4-BE49-F238E27FC236}">
                  <a16:creationId xmlns:a16="http://schemas.microsoft.com/office/drawing/2014/main" id="{086ED493-556E-4627-AE28-6E9DC48186A4}"/>
                </a:ext>
              </a:extLst>
            </p:cNvPr>
            <p:cNvSpPr>
              <a:spLocks noGrp="1"/>
            </p:cNvSpPr>
            <p:nvPr/>
          </p:nvSpPr>
          <p:spPr>
            <a:xfrm>
              <a:off x="353068" y="4020061"/>
              <a:ext cx="44348" cy="27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5" name="asset_3421_27">
              <a:extLst>
                <a:ext uri="{FF2B5EF4-FFF2-40B4-BE49-F238E27FC236}">
                  <a16:creationId xmlns:a16="http://schemas.microsoft.com/office/drawing/2014/main" id="{E26335CE-8728-451C-AE05-3E3226F95C40}"/>
                </a:ext>
              </a:extLst>
            </p:cNvPr>
            <p:cNvSpPr>
              <a:spLocks noGrp="1"/>
            </p:cNvSpPr>
            <p:nvPr/>
          </p:nvSpPr>
          <p:spPr>
            <a:xfrm>
              <a:off x="280738" y="4063734"/>
              <a:ext cx="52978" cy="325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6" name="asset_3421_28">
              <a:extLst>
                <a:ext uri="{FF2B5EF4-FFF2-40B4-BE49-F238E27FC236}">
                  <a16:creationId xmlns:a16="http://schemas.microsoft.com/office/drawing/2014/main" id="{48923553-87D3-4CE1-B7FD-5FACF7DEC433}"/>
                </a:ext>
              </a:extLst>
            </p:cNvPr>
            <p:cNvSpPr>
              <a:spLocks noGrp="1"/>
            </p:cNvSpPr>
            <p:nvPr/>
          </p:nvSpPr>
          <p:spPr>
            <a:xfrm>
              <a:off x="396152" y="4098145"/>
              <a:ext cx="45574" cy="280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7" name="asset_3421_29">
              <a:extLst>
                <a:ext uri="{FF2B5EF4-FFF2-40B4-BE49-F238E27FC236}">
                  <a16:creationId xmlns:a16="http://schemas.microsoft.com/office/drawing/2014/main" id="{079AF9EC-C5B7-4A5F-A3CF-8BF89660C42A}"/>
                </a:ext>
              </a:extLst>
            </p:cNvPr>
            <p:cNvSpPr>
              <a:spLocks noGrp="1"/>
            </p:cNvSpPr>
            <p:nvPr/>
          </p:nvSpPr>
          <p:spPr>
            <a:xfrm>
              <a:off x="424612" y="4031420"/>
              <a:ext cx="81065" cy="498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8" name="asset_3421_30">
              <a:extLst>
                <a:ext uri="{FF2B5EF4-FFF2-40B4-BE49-F238E27FC236}">
                  <a16:creationId xmlns:a16="http://schemas.microsoft.com/office/drawing/2014/main" id="{4D9DFDBC-E866-46CD-8BE1-4A0DFB7AE537}"/>
                </a:ext>
              </a:extLst>
            </p:cNvPr>
            <p:cNvSpPr>
              <a:spLocks noGrp="1"/>
            </p:cNvSpPr>
            <p:nvPr/>
          </p:nvSpPr>
          <p:spPr>
            <a:xfrm>
              <a:off x="341222" y="4045105"/>
              <a:ext cx="79053" cy="486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9" name="asset_3421_31">
              <a:extLst>
                <a:ext uri="{FF2B5EF4-FFF2-40B4-BE49-F238E27FC236}">
                  <a16:creationId xmlns:a16="http://schemas.microsoft.com/office/drawing/2014/main" id="{F0F48A73-DE42-4275-9088-03E8C37C304A}"/>
                </a:ext>
              </a:extLst>
            </p:cNvPr>
            <p:cNvSpPr>
              <a:spLocks noGrp="1"/>
            </p:cNvSpPr>
            <p:nvPr/>
          </p:nvSpPr>
          <p:spPr>
            <a:xfrm>
              <a:off x="303444" y="4075026"/>
              <a:ext cx="76242" cy="468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0" name="asset_3421_32">
              <a:extLst>
                <a:ext uri="{FF2B5EF4-FFF2-40B4-BE49-F238E27FC236}">
                  <a16:creationId xmlns:a16="http://schemas.microsoft.com/office/drawing/2014/main" id="{07B18FDA-116A-41C0-BC9C-674719EBB05C}"/>
                </a:ext>
              </a:extLst>
            </p:cNvPr>
            <p:cNvSpPr>
              <a:spLocks noGrp="1"/>
            </p:cNvSpPr>
            <p:nvPr/>
          </p:nvSpPr>
          <p:spPr>
            <a:xfrm>
              <a:off x="376373" y="4134773"/>
              <a:ext cx="45499" cy="279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1" name="asset_3421_33">
              <a:extLst>
                <a:ext uri="{FF2B5EF4-FFF2-40B4-BE49-F238E27FC236}">
                  <a16:creationId xmlns:a16="http://schemas.microsoft.com/office/drawing/2014/main" id="{EA4F4D8B-E487-4266-AE01-9BC4DDF0014E}"/>
                </a:ext>
              </a:extLst>
            </p:cNvPr>
            <p:cNvSpPr>
              <a:spLocks noGrp="1"/>
            </p:cNvSpPr>
            <p:nvPr/>
          </p:nvSpPr>
          <p:spPr>
            <a:xfrm>
              <a:off x="367106" y="4048500"/>
              <a:ext cx="47676" cy="293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2" name="asset_3421_34">
              <a:extLst>
                <a:ext uri="{FF2B5EF4-FFF2-40B4-BE49-F238E27FC236}">
                  <a16:creationId xmlns:a16="http://schemas.microsoft.com/office/drawing/2014/main" id="{9BDF2DFF-5853-4201-BB0E-F530FE14A4DD}"/>
                </a:ext>
              </a:extLst>
            </p:cNvPr>
            <p:cNvSpPr>
              <a:spLocks noGrp="1"/>
            </p:cNvSpPr>
            <p:nvPr/>
          </p:nvSpPr>
          <p:spPr>
            <a:xfrm>
              <a:off x="381259" y="4041663"/>
              <a:ext cx="50110" cy="308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3" name="asset_3421_35">
              <a:extLst>
                <a:ext uri="{FF2B5EF4-FFF2-40B4-BE49-F238E27FC236}">
                  <a16:creationId xmlns:a16="http://schemas.microsoft.com/office/drawing/2014/main" id="{7C8082A6-3B06-414B-9559-588D98194609}"/>
                </a:ext>
              </a:extLst>
            </p:cNvPr>
            <p:cNvSpPr>
              <a:spLocks noGrp="1"/>
            </p:cNvSpPr>
            <p:nvPr/>
          </p:nvSpPr>
          <p:spPr>
            <a:xfrm>
              <a:off x="311025" y="4100031"/>
              <a:ext cx="45575" cy="280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4" name="asset_3421_36">
              <a:extLst>
                <a:ext uri="{FF2B5EF4-FFF2-40B4-BE49-F238E27FC236}">
                  <a16:creationId xmlns:a16="http://schemas.microsoft.com/office/drawing/2014/main" id="{C9B18A4F-92B0-45AF-8D38-A2EE0FF74FBD}"/>
                </a:ext>
              </a:extLst>
            </p:cNvPr>
            <p:cNvSpPr>
              <a:spLocks noGrp="1"/>
            </p:cNvSpPr>
            <p:nvPr/>
          </p:nvSpPr>
          <p:spPr>
            <a:xfrm>
              <a:off x="401205" y="4086152"/>
              <a:ext cx="56133" cy="345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5" name="asset_3421_37">
              <a:extLst>
                <a:ext uri="{FF2B5EF4-FFF2-40B4-BE49-F238E27FC236}">
                  <a16:creationId xmlns:a16="http://schemas.microsoft.com/office/drawing/2014/main" id="{4F1D13AD-9A95-4069-A1D7-8E2C5288E127}"/>
                </a:ext>
              </a:extLst>
            </p:cNvPr>
            <p:cNvSpPr>
              <a:spLocks noGrp="1"/>
            </p:cNvSpPr>
            <p:nvPr/>
          </p:nvSpPr>
          <p:spPr>
            <a:xfrm>
              <a:off x="365997" y="4035528"/>
              <a:ext cx="62579" cy="38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6" name="asset_3421_38">
              <a:extLst>
                <a:ext uri="{FF2B5EF4-FFF2-40B4-BE49-F238E27FC236}">
                  <a16:creationId xmlns:a16="http://schemas.microsoft.com/office/drawing/2014/main" id="{5FFB4722-3E1F-4550-861E-287466AEE617}"/>
                </a:ext>
              </a:extLst>
            </p:cNvPr>
            <p:cNvSpPr>
              <a:spLocks noGrp="1"/>
            </p:cNvSpPr>
            <p:nvPr/>
          </p:nvSpPr>
          <p:spPr>
            <a:xfrm>
              <a:off x="373239" y="4018169"/>
              <a:ext cx="62930" cy="386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7" name="asset_3421_39">
              <a:extLst>
                <a:ext uri="{FF2B5EF4-FFF2-40B4-BE49-F238E27FC236}">
                  <a16:creationId xmlns:a16="http://schemas.microsoft.com/office/drawing/2014/main" id="{0A1A2F9B-7E6F-4550-BBFE-EB177DDEBE87}"/>
                </a:ext>
              </a:extLst>
            </p:cNvPr>
            <p:cNvSpPr>
              <a:spLocks noGrp="1"/>
            </p:cNvSpPr>
            <p:nvPr/>
          </p:nvSpPr>
          <p:spPr>
            <a:xfrm>
              <a:off x="253762" y="4049581"/>
              <a:ext cx="48255" cy="296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8" name="asset_3421_40">
              <a:extLst>
                <a:ext uri="{FF2B5EF4-FFF2-40B4-BE49-F238E27FC236}">
                  <a16:creationId xmlns:a16="http://schemas.microsoft.com/office/drawing/2014/main" id="{A6568822-115C-4135-959D-8DE6EF6A96C5}"/>
                </a:ext>
              </a:extLst>
            </p:cNvPr>
            <p:cNvSpPr>
              <a:spLocks noGrp="1"/>
            </p:cNvSpPr>
            <p:nvPr/>
          </p:nvSpPr>
          <p:spPr>
            <a:xfrm>
              <a:off x="305618" y="4093611"/>
              <a:ext cx="71275" cy="438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9" name="asset_3421_41">
              <a:extLst>
                <a:ext uri="{FF2B5EF4-FFF2-40B4-BE49-F238E27FC236}">
                  <a16:creationId xmlns:a16="http://schemas.microsoft.com/office/drawing/2014/main" id="{84A789F9-2888-43AC-AA60-F6E016289B26}"/>
                </a:ext>
              </a:extLst>
            </p:cNvPr>
            <p:cNvSpPr>
              <a:spLocks noGrp="1"/>
            </p:cNvSpPr>
            <p:nvPr/>
          </p:nvSpPr>
          <p:spPr>
            <a:xfrm>
              <a:off x="356974" y="4038077"/>
              <a:ext cx="49997" cy="307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0" name="asset_3421_42">
              <a:extLst>
                <a:ext uri="{FF2B5EF4-FFF2-40B4-BE49-F238E27FC236}">
                  <a16:creationId xmlns:a16="http://schemas.microsoft.com/office/drawing/2014/main" id="{A20D8299-7FEC-4E92-BBB1-8D28598C720E}"/>
                </a:ext>
              </a:extLst>
            </p:cNvPr>
            <p:cNvSpPr>
              <a:spLocks noGrp="1"/>
            </p:cNvSpPr>
            <p:nvPr/>
          </p:nvSpPr>
          <p:spPr>
            <a:xfrm>
              <a:off x="386800" y="4041519"/>
              <a:ext cx="48837" cy="300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1" name="asset_3421_43">
              <a:extLst>
                <a:ext uri="{FF2B5EF4-FFF2-40B4-BE49-F238E27FC236}">
                  <a16:creationId xmlns:a16="http://schemas.microsoft.com/office/drawing/2014/main" id="{D8883E34-7E7E-46BB-867F-452FC4B59968}"/>
                </a:ext>
              </a:extLst>
            </p:cNvPr>
            <p:cNvSpPr>
              <a:spLocks noGrp="1"/>
            </p:cNvSpPr>
            <p:nvPr/>
          </p:nvSpPr>
          <p:spPr>
            <a:xfrm>
              <a:off x="328708" y="4068285"/>
              <a:ext cx="63350" cy="389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2" name="asset_3421_44">
              <a:extLst>
                <a:ext uri="{FF2B5EF4-FFF2-40B4-BE49-F238E27FC236}">
                  <a16:creationId xmlns:a16="http://schemas.microsoft.com/office/drawing/2014/main" id="{EC18AF6B-9D1C-4BC3-91FE-29142A6E8A68}"/>
                </a:ext>
              </a:extLst>
            </p:cNvPr>
            <p:cNvSpPr>
              <a:spLocks noGrp="1"/>
            </p:cNvSpPr>
            <p:nvPr/>
          </p:nvSpPr>
          <p:spPr>
            <a:xfrm>
              <a:off x="385584" y="4119203"/>
              <a:ext cx="60388" cy="371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3" name="asset_3421_45">
              <a:extLst>
                <a:ext uri="{FF2B5EF4-FFF2-40B4-BE49-F238E27FC236}">
                  <a16:creationId xmlns:a16="http://schemas.microsoft.com/office/drawing/2014/main" id="{9C20CFE1-7BF0-45C0-95C1-B2713905E46F}"/>
                </a:ext>
              </a:extLst>
            </p:cNvPr>
            <p:cNvSpPr>
              <a:spLocks noGrp="1"/>
            </p:cNvSpPr>
            <p:nvPr/>
          </p:nvSpPr>
          <p:spPr>
            <a:xfrm>
              <a:off x="428902" y="4057866"/>
              <a:ext cx="60862" cy="374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4" name="asset_3421_46">
              <a:extLst>
                <a:ext uri="{FF2B5EF4-FFF2-40B4-BE49-F238E27FC236}">
                  <a16:creationId xmlns:a16="http://schemas.microsoft.com/office/drawing/2014/main" id="{5EEB3A22-B3A4-4133-88CC-EE0F45DBBA5F}"/>
                </a:ext>
              </a:extLst>
            </p:cNvPr>
            <p:cNvSpPr>
              <a:spLocks noGrp="1"/>
            </p:cNvSpPr>
            <p:nvPr/>
          </p:nvSpPr>
          <p:spPr>
            <a:xfrm>
              <a:off x="337875" y="4018558"/>
              <a:ext cx="58417" cy="359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5" name="asset_3421_47">
              <a:extLst>
                <a:ext uri="{FF2B5EF4-FFF2-40B4-BE49-F238E27FC236}">
                  <a16:creationId xmlns:a16="http://schemas.microsoft.com/office/drawing/2014/main" id="{93DE1F77-B162-43FC-AC90-8C13FECA4EA3}"/>
                </a:ext>
              </a:extLst>
            </p:cNvPr>
            <p:cNvSpPr>
              <a:spLocks noGrp="1"/>
            </p:cNvSpPr>
            <p:nvPr/>
          </p:nvSpPr>
          <p:spPr>
            <a:xfrm>
              <a:off x="243197" y="4049603"/>
              <a:ext cx="63833" cy="392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6" name="asset_3421_48">
              <a:extLst>
                <a:ext uri="{FF2B5EF4-FFF2-40B4-BE49-F238E27FC236}">
                  <a16:creationId xmlns:a16="http://schemas.microsoft.com/office/drawing/2014/main" id="{91AEF027-A49F-446D-B910-D055CC51A60F}"/>
                </a:ext>
              </a:extLst>
            </p:cNvPr>
            <p:cNvSpPr>
              <a:spLocks noGrp="1"/>
            </p:cNvSpPr>
            <p:nvPr/>
          </p:nvSpPr>
          <p:spPr>
            <a:xfrm>
              <a:off x="379563" y="4120098"/>
              <a:ext cx="79858" cy="4910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7" name="asset_3421_49">
              <a:extLst>
                <a:ext uri="{FF2B5EF4-FFF2-40B4-BE49-F238E27FC236}">
                  <a16:creationId xmlns:a16="http://schemas.microsoft.com/office/drawing/2014/main" id="{9375C1CD-5D74-48FD-964E-4CC15A80BEA7}"/>
                </a:ext>
              </a:extLst>
            </p:cNvPr>
            <p:cNvSpPr>
              <a:spLocks noGrp="1"/>
            </p:cNvSpPr>
            <p:nvPr/>
          </p:nvSpPr>
          <p:spPr>
            <a:xfrm>
              <a:off x="427634" y="4041359"/>
              <a:ext cx="48446" cy="297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8" name="asset_3421_50">
              <a:extLst>
                <a:ext uri="{FF2B5EF4-FFF2-40B4-BE49-F238E27FC236}">
                  <a16:creationId xmlns:a16="http://schemas.microsoft.com/office/drawing/2014/main" id="{BFC07519-DC9A-4C83-9D3B-203A144AC880}"/>
                </a:ext>
              </a:extLst>
            </p:cNvPr>
            <p:cNvSpPr>
              <a:spLocks noGrp="1"/>
            </p:cNvSpPr>
            <p:nvPr/>
          </p:nvSpPr>
          <p:spPr>
            <a:xfrm>
              <a:off x="376936" y="4011086"/>
              <a:ext cx="67797" cy="416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9" name="asset_3421_51">
              <a:extLst>
                <a:ext uri="{FF2B5EF4-FFF2-40B4-BE49-F238E27FC236}">
                  <a16:creationId xmlns:a16="http://schemas.microsoft.com/office/drawing/2014/main" id="{BE6B172D-629E-4D45-9626-5DB5C049908D}"/>
                </a:ext>
              </a:extLst>
            </p:cNvPr>
            <p:cNvSpPr>
              <a:spLocks noGrp="1"/>
            </p:cNvSpPr>
            <p:nvPr/>
          </p:nvSpPr>
          <p:spPr>
            <a:xfrm>
              <a:off x="272537" y="4057023"/>
              <a:ext cx="61056" cy="375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0" name="asset_3421_52">
              <a:extLst>
                <a:ext uri="{FF2B5EF4-FFF2-40B4-BE49-F238E27FC236}">
                  <a16:creationId xmlns:a16="http://schemas.microsoft.com/office/drawing/2014/main" id="{43B53739-C09D-46CF-A09B-D33C94EE30C5}"/>
                </a:ext>
              </a:extLst>
            </p:cNvPr>
            <p:cNvSpPr>
              <a:spLocks noGrp="1"/>
            </p:cNvSpPr>
            <p:nvPr/>
          </p:nvSpPr>
          <p:spPr>
            <a:xfrm>
              <a:off x="355633" y="4126400"/>
              <a:ext cx="80089" cy="492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1" name="asset_3421_53">
              <a:extLst>
                <a:ext uri="{FF2B5EF4-FFF2-40B4-BE49-F238E27FC236}">
                  <a16:creationId xmlns:a16="http://schemas.microsoft.com/office/drawing/2014/main" id="{A671CA39-451F-402E-9A34-C381652F74A5}"/>
                </a:ext>
              </a:extLst>
            </p:cNvPr>
            <p:cNvSpPr>
              <a:spLocks noGrp="1"/>
            </p:cNvSpPr>
            <p:nvPr/>
          </p:nvSpPr>
          <p:spPr>
            <a:xfrm>
              <a:off x="390392" y="4031632"/>
              <a:ext cx="45267" cy="278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2" name="asset_3421_54">
              <a:extLst>
                <a:ext uri="{FF2B5EF4-FFF2-40B4-BE49-F238E27FC236}">
                  <a16:creationId xmlns:a16="http://schemas.microsoft.com/office/drawing/2014/main" id="{C6BE240F-74D6-47FB-ADD2-824CA48D05D5}"/>
                </a:ext>
              </a:extLst>
            </p:cNvPr>
            <p:cNvSpPr>
              <a:spLocks noGrp="1"/>
            </p:cNvSpPr>
            <p:nvPr/>
          </p:nvSpPr>
          <p:spPr>
            <a:xfrm>
              <a:off x="323804" y="4033451"/>
              <a:ext cx="60658" cy="373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3" name="asset_3421_55">
              <a:extLst>
                <a:ext uri="{FF2B5EF4-FFF2-40B4-BE49-F238E27FC236}">
                  <a16:creationId xmlns:a16="http://schemas.microsoft.com/office/drawing/2014/main" id="{CB3F46C7-C052-45B9-A287-BBB86236CEC4}"/>
                </a:ext>
              </a:extLst>
            </p:cNvPr>
            <p:cNvSpPr>
              <a:spLocks noGrp="1"/>
            </p:cNvSpPr>
            <p:nvPr/>
          </p:nvSpPr>
          <p:spPr>
            <a:xfrm>
              <a:off x="269334" y="4094582"/>
              <a:ext cx="62769" cy="3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4" name="asset_3421_56">
              <a:extLst>
                <a:ext uri="{FF2B5EF4-FFF2-40B4-BE49-F238E27FC236}">
                  <a16:creationId xmlns:a16="http://schemas.microsoft.com/office/drawing/2014/main" id="{C7DFFCC2-DBFB-4976-B935-3D5E6600A126}"/>
                </a:ext>
              </a:extLst>
            </p:cNvPr>
            <p:cNvSpPr>
              <a:spLocks noGrp="1"/>
            </p:cNvSpPr>
            <p:nvPr/>
          </p:nvSpPr>
          <p:spPr>
            <a:xfrm>
              <a:off x="407080" y="4087963"/>
              <a:ext cx="44426" cy="27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</p:grpSp>
      <p:grpSp>
        <p:nvGrpSpPr>
          <p:cNvPr id="3422" name="a | receptor atom cloud"/>
          <p:cNvGrpSpPr/>
          <p:nvPr/>
        </p:nvGrpSpPr>
        <p:grpSpPr>
          <a:xfrm>
            <a:off x="169875" y="4807960"/>
            <a:ext cx="229109" cy="243694"/>
            <a:chOff x="169875" y="4807960"/>
            <a:chExt cx="229109" cy="243694"/>
          </a:xfrm>
        </p:grpSpPr>
        <p:sp>
          <p:nvSpPr>
            <p:cNvPr id="5650" name="asset_3422_0">
              <a:extLst>
                <a:ext uri="{FF2B5EF4-FFF2-40B4-BE49-F238E27FC236}">
                  <a16:creationId xmlns:a16="http://schemas.microsoft.com/office/drawing/2014/main" id="{7CD7B3CF-EBE7-4FA2-A5C8-68E5E508C843}"/>
                </a:ext>
              </a:extLst>
            </p:cNvPr>
            <p:cNvSpPr>
              <a:spLocks noGrp="1"/>
            </p:cNvSpPr>
            <p:nvPr/>
          </p:nvSpPr>
          <p:spPr>
            <a:xfrm>
              <a:off x="231052" y="4952240"/>
              <a:ext cx="50740" cy="5074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1" name="asset_3422_1">
              <a:extLst>
                <a:ext uri="{FF2B5EF4-FFF2-40B4-BE49-F238E27FC236}">
                  <a16:creationId xmlns:a16="http://schemas.microsoft.com/office/drawing/2014/main" id="{75B5F1C1-1C1C-49C7-9B50-55E23704AE54}"/>
                </a:ext>
              </a:extLst>
            </p:cNvPr>
            <p:cNvSpPr>
              <a:spLocks noGrp="1"/>
            </p:cNvSpPr>
            <p:nvPr/>
          </p:nvSpPr>
          <p:spPr>
            <a:xfrm>
              <a:off x="241961" y="4961881"/>
              <a:ext cx="16490" cy="96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2" name="asset_3422_2">
              <a:extLst>
                <a:ext uri="{FF2B5EF4-FFF2-40B4-BE49-F238E27FC236}">
                  <a16:creationId xmlns:a16="http://schemas.microsoft.com/office/drawing/2014/main" id="{1406DE58-A25C-4CBD-B82B-E915489E17B1}"/>
                </a:ext>
              </a:extLst>
            </p:cNvPr>
            <p:cNvSpPr>
              <a:spLocks noGrp="1"/>
            </p:cNvSpPr>
            <p:nvPr/>
          </p:nvSpPr>
          <p:spPr>
            <a:xfrm>
              <a:off x="257492" y="4890552"/>
              <a:ext cx="45016" cy="4501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3" name="asset_3422_3">
              <a:extLst>
                <a:ext uri="{FF2B5EF4-FFF2-40B4-BE49-F238E27FC236}">
                  <a16:creationId xmlns:a16="http://schemas.microsoft.com/office/drawing/2014/main" id="{20E28CD4-2BBF-4AB9-8948-1989D5D1E19C}"/>
                </a:ext>
              </a:extLst>
            </p:cNvPr>
            <p:cNvSpPr>
              <a:spLocks noGrp="1"/>
            </p:cNvSpPr>
            <p:nvPr/>
          </p:nvSpPr>
          <p:spPr>
            <a:xfrm>
              <a:off x="267171" y="4899105"/>
              <a:ext cx="14630" cy="85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4" name="asset_3422_4">
              <a:extLst>
                <a:ext uri="{FF2B5EF4-FFF2-40B4-BE49-F238E27FC236}">
                  <a16:creationId xmlns:a16="http://schemas.microsoft.com/office/drawing/2014/main" id="{718A19E5-85C6-4B5B-997F-C71E208323BB}"/>
                </a:ext>
              </a:extLst>
            </p:cNvPr>
            <p:cNvSpPr>
              <a:spLocks noGrp="1"/>
            </p:cNvSpPr>
            <p:nvPr/>
          </p:nvSpPr>
          <p:spPr>
            <a:xfrm>
              <a:off x="341683" y="4917382"/>
              <a:ext cx="49251" cy="4925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5" name="asset_3422_5">
              <a:extLst>
                <a:ext uri="{FF2B5EF4-FFF2-40B4-BE49-F238E27FC236}">
                  <a16:creationId xmlns:a16="http://schemas.microsoft.com/office/drawing/2014/main" id="{5D6D7CCF-BE56-4B16-B1DD-AD6D039D6708}"/>
                </a:ext>
              </a:extLst>
            </p:cNvPr>
            <p:cNvSpPr>
              <a:spLocks noGrp="1"/>
            </p:cNvSpPr>
            <p:nvPr/>
          </p:nvSpPr>
          <p:spPr>
            <a:xfrm>
              <a:off x="352272" y="4926740"/>
              <a:ext cx="16007" cy="93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6" name="asset_3422_6">
              <a:extLst>
                <a:ext uri="{FF2B5EF4-FFF2-40B4-BE49-F238E27FC236}">
                  <a16:creationId xmlns:a16="http://schemas.microsoft.com/office/drawing/2014/main" id="{EEDC7AC8-1D85-4DF5-A19A-1B83897E425B}"/>
                </a:ext>
              </a:extLst>
            </p:cNvPr>
            <p:cNvSpPr>
              <a:spLocks noGrp="1"/>
            </p:cNvSpPr>
            <p:nvPr/>
          </p:nvSpPr>
          <p:spPr>
            <a:xfrm>
              <a:off x="271855" y="4975772"/>
              <a:ext cx="36195" cy="3619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7" name="asset_3422_7">
              <a:extLst>
                <a:ext uri="{FF2B5EF4-FFF2-40B4-BE49-F238E27FC236}">
                  <a16:creationId xmlns:a16="http://schemas.microsoft.com/office/drawing/2014/main" id="{81C70CFB-76EA-4D7E-B29D-20E55655F6B8}"/>
                </a:ext>
              </a:extLst>
            </p:cNvPr>
            <p:cNvSpPr>
              <a:spLocks noGrp="1"/>
            </p:cNvSpPr>
            <p:nvPr/>
          </p:nvSpPr>
          <p:spPr>
            <a:xfrm>
              <a:off x="279637" y="4982649"/>
              <a:ext cx="11764" cy="68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8" name="asset_3422_8">
              <a:extLst>
                <a:ext uri="{FF2B5EF4-FFF2-40B4-BE49-F238E27FC236}">
                  <a16:creationId xmlns:a16="http://schemas.microsoft.com/office/drawing/2014/main" id="{766B80D0-D8E7-49EE-804F-F1CC76A0A66B}"/>
                </a:ext>
              </a:extLst>
            </p:cNvPr>
            <p:cNvSpPr>
              <a:spLocks noGrp="1"/>
            </p:cNvSpPr>
            <p:nvPr/>
          </p:nvSpPr>
          <p:spPr>
            <a:xfrm>
              <a:off x="189829" y="4978084"/>
              <a:ext cx="46368" cy="4636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9" name="asset_3422_9">
              <a:extLst>
                <a:ext uri="{FF2B5EF4-FFF2-40B4-BE49-F238E27FC236}">
                  <a16:creationId xmlns:a16="http://schemas.microsoft.com/office/drawing/2014/main" id="{9595C7E5-7D71-4212-9551-2E7579EE33F9}"/>
                </a:ext>
              </a:extLst>
            </p:cNvPr>
            <p:cNvSpPr>
              <a:spLocks noGrp="1"/>
            </p:cNvSpPr>
            <p:nvPr/>
          </p:nvSpPr>
          <p:spPr>
            <a:xfrm>
              <a:off x="199798" y="4986894"/>
              <a:ext cx="15070" cy="881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0" name="asset_3422_10">
              <a:extLst>
                <a:ext uri="{FF2B5EF4-FFF2-40B4-BE49-F238E27FC236}">
                  <a16:creationId xmlns:a16="http://schemas.microsoft.com/office/drawing/2014/main" id="{41E52241-AAC6-4F3B-AE64-91C3D1BA8C16}"/>
                </a:ext>
              </a:extLst>
            </p:cNvPr>
            <p:cNvSpPr>
              <a:spLocks noGrp="1"/>
            </p:cNvSpPr>
            <p:nvPr/>
          </p:nvSpPr>
          <p:spPr>
            <a:xfrm>
              <a:off x="225545" y="5013901"/>
              <a:ext cx="33003" cy="33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1" name="asset_3422_11">
              <a:extLst>
                <a:ext uri="{FF2B5EF4-FFF2-40B4-BE49-F238E27FC236}">
                  <a16:creationId xmlns:a16="http://schemas.microsoft.com/office/drawing/2014/main" id="{CC8ABD07-AFE7-40AC-A72C-D4F73CDD107D}"/>
                </a:ext>
              </a:extLst>
            </p:cNvPr>
            <p:cNvSpPr>
              <a:spLocks noGrp="1"/>
            </p:cNvSpPr>
            <p:nvPr/>
          </p:nvSpPr>
          <p:spPr>
            <a:xfrm>
              <a:off x="232640" y="5020172"/>
              <a:ext cx="10726" cy="627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2" name="asset_3422_12">
              <a:extLst>
                <a:ext uri="{FF2B5EF4-FFF2-40B4-BE49-F238E27FC236}">
                  <a16:creationId xmlns:a16="http://schemas.microsoft.com/office/drawing/2014/main" id="{8BF42A6F-0565-4656-B993-13340E83815C}"/>
                </a:ext>
              </a:extLst>
            </p:cNvPr>
            <p:cNvSpPr>
              <a:spLocks noGrp="1"/>
            </p:cNvSpPr>
            <p:nvPr/>
          </p:nvSpPr>
          <p:spPr>
            <a:xfrm>
              <a:off x="202899" y="4919795"/>
              <a:ext cx="44462" cy="444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3" name="asset_3422_13">
              <a:extLst>
                <a:ext uri="{FF2B5EF4-FFF2-40B4-BE49-F238E27FC236}">
                  <a16:creationId xmlns:a16="http://schemas.microsoft.com/office/drawing/2014/main" id="{A076190D-ED3C-4F59-81AA-D147EA64373B}"/>
                </a:ext>
              </a:extLst>
            </p:cNvPr>
            <p:cNvSpPr>
              <a:spLocks noGrp="1"/>
            </p:cNvSpPr>
            <p:nvPr/>
          </p:nvSpPr>
          <p:spPr>
            <a:xfrm>
              <a:off x="212458" y="4928243"/>
              <a:ext cx="14450" cy="84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4" name="asset_3422_14">
              <a:extLst>
                <a:ext uri="{FF2B5EF4-FFF2-40B4-BE49-F238E27FC236}">
                  <a16:creationId xmlns:a16="http://schemas.microsoft.com/office/drawing/2014/main" id="{682A514B-1778-4332-A610-ADA11F090EA5}"/>
                </a:ext>
              </a:extLst>
            </p:cNvPr>
            <p:cNvSpPr>
              <a:spLocks noGrp="1"/>
            </p:cNvSpPr>
            <p:nvPr/>
          </p:nvSpPr>
          <p:spPr>
            <a:xfrm>
              <a:off x="248117" y="4866798"/>
              <a:ext cx="41123" cy="411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5" name="asset_3422_15">
              <a:extLst>
                <a:ext uri="{FF2B5EF4-FFF2-40B4-BE49-F238E27FC236}">
                  <a16:creationId xmlns:a16="http://schemas.microsoft.com/office/drawing/2014/main" id="{828DE8E8-5147-487F-B9EB-18B5345337BA}"/>
                </a:ext>
              </a:extLst>
            </p:cNvPr>
            <p:cNvSpPr>
              <a:spLocks noGrp="1"/>
            </p:cNvSpPr>
            <p:nvPr/>
          </p:nvSpPr>
          <p:spPr>
            <a:xfrm>
              <a:off x="256958" y="4874611"/>
              <a:ext cx="13365" cy="78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6" name="asset_3422_16">
              <a:extLst>
                <a:ext uri="{FF2B5EF4-FFF2-40B4-BE49-F238E27FC236}">
                  <a16:creationId xmlns:a16="http://schemas.microsoft.com/office/drawing/2014/main" id="{CA9BA05B-6E59-4110-9841-6BB5D9501C35}"/>
                </a:ext>
              </a:extLst>
            </p:cNvPr>
            <p:cNvSpPr>
              <a:spLocks noGrp="1"/>
            </p:cNvSpPr>
            <p:nvPr/>
          </p:nvSpPr>
          <p:spPr>
            <a:xfrm>
              <a:off x="297907" y="4941502"/>
              <a:ext cx="42220" cy="422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7" name="asset_3422_17">
              <a:extLst>
                <a:ext uri="{FF2B5EF4-FFF2-40B4-BE49-F238E27FC236}">
                  <a16:creationId xmlns:a16="http://schemas.microsoft.com/office/drawing/2014/main" id="{251CD247-1511-4ABF-B1D8-FDDC01048C69}"/>
                </a:ext>
              </a:extLst>
            </p:cNvPr>
            <p:cNvSpPr>
              <a:spLocks noGrp="1"/>
            </p:cNvSpPr>
            <p:nvPr/>
          </p:nvSpPr>
          <p:spPr>
            <a:xfrm>
              <a:off x="306984" y="4949524"/>
              <a:ext cx="13721" cy="80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8" name="asset_3422_18">
              <a:extLst>
                <a:ext uri="{FF2B5EF4-FFF2-40B4-BE49-F238E27FC236}">
                  <a16:creationId xmlns:a16="http://schemas.microsoft.com/office/drawing/2014/main" id="{B1DC04FE-2B55-4D1C-AC5C-DC311BA132C0}"/>
                </a:ext>
              </a:extLst>
            </p:cNvPr>
            <p:cNvSpPr>
              <a:spLocks noGrp="1"/>
            </p:cNvSpPr>
            <p:nvPr/>
          </p:nvSpPr>
          <p:spPr>
            <a:xfrm>
              <a:off x="197886" y="4901933"/>
              <a:ext cx="33418" cy="334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9" name="asset_3422_19">
              <a:extLst>
                <a:ext uri="{FF2B5EF4-FFF2-40B4-BE49-F238E27FC236}">
                  <a16:creationId xmlns:a16="http://schemas.microsoft.com/office/drawing/2014/main" id="{02C0870C-0AF8-4D5E-98EC-98FE1B6C1C66}"/>
                </a:ext>
              </a:extLst>
            </p:cNvPr>
            <p:cNvSpPr>
              <a:spLocks noGrp="1"/>
            </p:cNvSpPr>
            <p:nvPr/>
          </p:nvSpPr>
          <p:spPr>
            <a:xfrm>
              <a:off x="205071" y="4908282"/>
              <a:ext cx="10861" cy="63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0" name="asset_3422_20">
              <a:extLst>
                <a:ext uri="{FF2B5EF4-FFF2-40B4-BE49-F238E27FC236}">
                  <a16:creationId xmlns:a16="http://schemas.microsoft.com/office/drawing/2014/main" id="{F84A014E-4472-4005-B580-15D6278D0614}"/>
                </a:ext>
              </a:extLst>
            </p:cNvPr>
            <p:cNvSpPr>
              <a:spLocks noGrp="1"/>
            </p:cNvSpPr>
            <p:nvPr/>
          </p:nvSpPr>
          <p:spPr>
            <a:xfrm>
              <a:off x="245477" y="4933298"/>
              <a:ext cx="48764" cy="487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1" name="asset_3422_21">
              <a:extLst>
                <a:ext uri="{FF2B5EF4-FFF2-40B4-BE49-F238E27FC236}">
                  <a16:creationId xmlns:a16="http://schemas.microsoft.com/office/drawing/2014/main" id="{32163822-74AB-45A8-B4D3-7683FD32048F}"/>
                </a:ext>
              </a:extLst>
            </p:cNvPr>
            <p:cNvSpPr>
              <a:spLocks noGrp="1"/>
            </p:cNvSpPr>
            <p:nvPr/>
          </p:nvSpPr>
          <p:spPr>
            <a:xfrm>
              <a:off x="255962" y="4942563"/>
              <a:ext cx="15848" cy="92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2" name="asset_3422_22">
              <a:extLst>
                <a:ext uri="{FF2B5EF4-FFF2-40B4-BE49-F238E27FC236}">
                  <a16:creationId xmlns:a16="http://schemas.microsoft.com/office/drawing/2014/main" id="{6E09D3B4-8BC7-4A20-97EA-4ADAE8712AD8}"/>
                </a:ext>
              </a:extLst>
            </p:cNvPr>
            <p:cNvSpPr>
              <a:spLocks noGrp="1"/>
            </p:cNvSpPr>
            <p:nvPr/>
          </p:nvSpPr>
          <p:spPr>
            <a:xfrm>
              <a:off x="264633" y="4948569"/>
              <a:ext cx="40342" cy="4034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3" name="asset_3422_23">
              <a:extLst>
                <a:ext uri="{FF2B5EF4-FFF2-40B4-BE49-F238E27FC236}">
                  <a16:creationId xmlns:a16="http://schemas.microsoft.com/office/drawing/2014/main" id="{BAC63CEA-CC3C-47A5-BF40-5212AB2B9859}"/>
                </a:ext>
              </a:extLst>
            </p:cNvPr>
            <p:cNvSpPr>
              <a:spLocks noGrp="1"/>
            </p:cNvSpPr>
            <p:nvPr/>
          </p:nvSpPr>
          <p:spPr>
            <a:xfrm>
              <a:off x="273306" y="4956234"/>
              <a:ext cx="13111" cy="76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4" name="asset_3422_24">
              <a:extLst>
                <a:ext uri="{FF2B5EF4-FFF2-40B4-BE49-F238E27FC236}">
                  <a16:creationId xmlns:a16="http://schemas.microsoft.com/office/drawing/2014/main" id="{0EF07495-3179-43F6-9461-A69182AAD4F3}"/>
                </a:ext>
              </a:extLst>
            </p:cNvPr>
            <p:cNvSpPr>
              <a:spLocks noGrp="1"/>
            </p:cNvSpPr>
            <p:nvPr/>
          </p:nvSpPr>
          <p:spPr>
            <a:xfrm>
              <a:off x="230598" y="4889071"/>
              <a:ext cx="32512" cy="3251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5" name="asset_3422_25">
              <a:extLst>
                <a:ext uri="{FF2B5EF4-FFF2-40B4-BE49-F238E27FC236}">
                  <a16:creationId xmlns:a16="http://schemas.microsoft.com/office/drawing/2014/main" id="{CCFE2342-FD70-448C-8104-7657FCAEEA11}"/>
                </a:ext>
              </a:extLst>
            </p:cNvPr>
            <p:cNvSpPr>
              <a:spLocks noGrp="1"/>
            </p:cNvSpPr>
            <p:nvPr/>
          </p:nvSpPr>
          <p:spPr>
            <a:xfrm>
              <a:off x="237588" y="4895249"/>
              <a:ext cx="10566" cy="61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6" name="asset_3422_26">
              <a:extLst>
                <a:ext uri="{FF2B5EF4-FFF2-40B4-BE49-F238E27FC236}">
                  <a16:creationId xmlns:a16="http://schemas.microsoft.com/office/drawing/2014/main" id="{E7FC5FF9-C186-4B07-BC15-A8F8BE03694E}"/>
                </a:ext>
              </a:extLst>
            </p:cNvPr>
            <p:cNvSpPr>
              <a:spLocks noGrp="1"/>
            </p:cNvSpPr>
            <p:nvPr/>
          </p:nvSpPr>
          <p:spPr>
            <a:xfrm>
              <a:off x="301686" y="4928199"/>
              <a:ext cx="31620" cy="316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7" name="asset_3422_27">
              <a:extLst>
                <a:ext uri="{FF2B5EF4-FFF2-40B4-BE49-F238E27FC236}">
                  <a16:creationId xmlns:a16="http://schemas.microsoft.com/office/drawing/2014/main" id="{2A73BC2B-47FA-4EE0-9254-D78B0ECA431D}"/>
                </a:ext>
              </a:extLst>
            </p:cNvPr>
            <p:cNvSpPr>
              <a:spLocks noGrp="1"/>
            </p:cNvSpPr>
            <p:nvPr/>
          </p:nvSpPr>
          <p:spPr>
            <a:xfrm>
              <a:off x="308484" y="4934207"/>
              <a:ext cx="10277" cy="600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8" name="asset_3422_28">
              <a:extLst>
                <a:ext uri="{FF2B5EF4-FFF2-40B4-BE49-F238E27FC236}">
                  <a16:creationId xmlns:a16="http://schemas.microsoft.com/office/drawing/2014/main" id="{BABB876E-F903-4F27-8C46-C5727C0CAF7B}"/>
                </a:ext>
              </a:extLst>
            </p:cNvPr>
            <p:cNvSpPr>
              <a:spLocks noGrp="1"/>
            </p:cNvSpPr>
            <p:nvPr/>
          </p:nvSpPr>
          <p:spPr>
            <a:xfrm>
              <a:off x="188764" y="4922985"/>
              <a:ext cx="37593" cy="375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9" name="asset_3422_29">
              <a:extLst>
                <a:ext uri="{FF2B5EF4-FFF2-40B4-BE49-F238E27FC236}">
                  <a16:creationId xmlns:a16="http://schemas.microsoft.com/office/drawing/2014/main" id="{FFAB5239-0F57-4006-BA1B-F1BAE3E5D4CC}"/>
                </a:ext>
              </a:extLst>
            </p:cNvPr>
            <p:cNvSpPr>
              <a:spLocks noGrp="1"/>
            </p:cNvSpPr>
            <p:nvPr/>
          </p:nvSpPr>
          <p:spPr>
            <a:xfrm>
              <a:off x="196847" y="4930127"/>
              <a:ext cx="12218" cy="714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0" name="asset_3422_30">
              <a:extLst>
                <a:ext uri="{FF2B5EF4-FFF2-40B4-BE49-F238E27FC236}">
                  <a16:creationId xmlns:a16="http://schemas.microsoft.com/office/drawing/2014/main" id="{BB944D80-AE7A-4E86-BF5D-076263DBDB98}"/>
                </a:ext>
              </a:extLst>
            </p:cNvPr>
            <p:cNvSpPr>
              <a:spLocks noGrp="1"/>
            </p:cNvSpPr>
            <p:nvPr/>
          </p:nvSpPr>
          <p:spPr>
            <a:xfrm>
              <a:off x="218174" y="4997359"/>
              <a:ext cx="31164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1" name="asset_3422_31">
              <a:extLst>
                <a:ext uri="{FF2B5EF4-FFF2-40B4-BE49-F238E27FC236}">
                  <a16:creationId xmlns:a16="http://schemas.microsoft.com/office/drawing/2014/main" id="{A46BAD26-760D-40DD-9727-BAC6C1320743}"/>
                </a:ext>
              </a:extLst>
            </p:cNvPr>
            <p:cNvSpPr>
              <a:spLocks noGrp="1"/>
            </p:cNvSpPr>
            <p:nvPr/>
          </p:nvSpPr>
          <p:spPr>
            <a:xfrm>
              <a:off x="224874" y="5003280"/>
              <a:ext cx="10128" cy="59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2" name="asset_3422_32">
              <a:extLst>
                <a:ext uri="{FF2B5EF4-FFF2-40B4-BE49-F238E27FC236}">
                  <a16:creationId xmlns:a16="http://schemas.microsoft.com/office/drawing/2014/main" id="{AACFAED0-E569-4C5A-9B65-724EFBAA261F}"/>
                </a:ext>
              </a:extLst>
            </p:cNvPr>
            <p:cNvSpPr>
              <a:spLocks noGrp="1"/>
            </p:cNvSpPr>
            <p:nvPr/>
          </p:nvSpPr>
          <p:spPr>
            <a:xfrm>
              <a:off x="291333" y="4860690"/>
              <a:ext cx="35713" cy="35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3" name="asset_3422_33">
              <a:extLst>
                <a:ext uri="{FF2B5EF4-FFF2-40B4-BE49-F238E27FC236}">
                  <a16:creationId xmlns:a16="http://schemas.microsoft.com/office/drawing/2014/main" id="{CED842F7-E7C8-4ABC-BB52-1DBE3C061C2A}"/>
                </a:ext>
              </a:extLst>
            </p:cNvPr>
            <p:cNvSpPr>
              <a:spLocks noGrp="1"/>
            </p:cNvSpPr>
            <p:nvPr/>
          </p:nvSpPr>
          <p:spPr>
            <a:xfrm>
              <a:off x="299012" y="4867475"/>
              <a:ext cx="11607" cy="678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4" name="asset_3422_34">
              <a:extLst>
                <a:ext uri="{FF2B5EF4-FFF2-40B4-BE49-F238E27FC236}">
                  <a16:creationId xmlns:a16="http://schemas.microsoft.com/office/drawing/2014/main" id="{AD5B420C-0971-4FE8-8DF8-8AD47487E609}"/>
                </a:ext>
              </a:extLst>
            </p:cNvPr>
            <p:cNvSpPr>
              <a:spLocks noGrp="1"/>
            </p:cNvSpPr>
            <p:nvPr/>
          </p:nvSpPr>
          <p:spPr>
            <a:xfrm>
              <a:off x="190779" y="4973792"/>
              <a:ext cx="35794" cy="3579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5" name="asset_3422_35">
              <a:extLst>
                <a:ext uri="{FF2B5EF4-FFF2-40B4-BE49-F238E27FC236}">
                  <a16:creationId xmlns:a16="http://schemas.microsoft.com/office/drawing/2014/main" id="{5EE83361-B159-434C-8637-12D82604E302}"/>
                </a:ext>
              </a:extLst>
            </p:cNvPr>
            <p:cNvSpPr>
              <a:spLocks noGrp="1"/>
            </p:cNvSpPr>
            <p:nvPr/>
          </p:nvSpPr>
          <p:spPr>
            <a:xfrm>
              <a:off x="198475" y="4980593"/>
              <a:ext cx="11633" cy="680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6" name="asset_3422_36">
              <a:extLst>
                <a:ext uri="{FF2B5EF4-FFF2-40B4-BE49-F238E27FC236}">
                  <a16:creationId xmlns:a16="http://schemas.microsoft.com/office/drawing/2014/main" id="{43BE8EFE-72EF-4A4D-95CA-B86188EA255E}"/>
                </a:ext>
              </a:extLst>
            </p:cNvPr>
            <p:cNvSpPr>
              <a:spLocks noGrp="1"/>
            </p:cNvSpPr>
            <p:nvPr/>
          </p:nvSpPr>
          <p:spPr>
            <a:xfrm>
              <a:off x="225392" y="4818090"/>
              <a:ext cx="40954" cy="4095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7" name="asset_3422_37">
              <a:extLst>
                <a:ext uri="{FF2B5EF4-FFF2-40B4-BE49-F238E27FC236}">
                  <a16:creationId xmlns:a16="http://schemas.microsoft.com/office/drawing/2014/main" id="{DA3DF571-E236-4366-AF8A-9469DECEE62B}"/>
                </a:ext>
              </a:extLst>
            </p:cNvPr>
            <p:cNvSpPr>
              <a:spLocks noGrp="1"/>
            </p:cNvSpPr>
            <p:nvPr/>
          </p:nvSpPr>
          <p:spPr>
            <a:xfrm>
              <a:off x="234197" y="4825872"/>
              <a:ext cx="13310" cy="778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8" name="asset_3422_38">
              <a:extLst>
                <a:ext uri="{FF2B5EF4-FFF2-40B4-BE49-F238E27FC236}">
                  <a16:creationId xmlns:a16="http://schemas.microsoft.com/office/drawing/2014/main" id="{A24DDF83-E49C-4901-AC73-C26A20FA474F}"/>
                </a:ext>
              </a:extLst>
            </p:cNvPr>
            <p:cNvSpPr>
              <a:spLocks noGrp="1"/>
            </p:cNvSpPr>
            <p:nvPr/>
          </p:nvSpPr>
          <p:spPr>
            <a:xfrm>
              <a:off x="202785" y="4934968"/>
              <a:ext cx="44618" cy="446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9" name="asset_3422_39">
              <a:extLst>
                <a:ext uri="{FF2B5EF4-FFF2-40B4-BE49-F238E27FC236}">
                  <a16:creationId xmlns:a16="http://schemas.microsoft.com/office/drawing/2014/main" id="{5855DFCA-3099-40FF-B9EE-38142ADE3AE5}"/>
                </a:ext>
              </a:extLst>
            </p:cNvPr>
            <p:cNvSpPr>
              <a:spLocks noGrp="1"/>
            </p:cNvSpPr>
            <p:nvPr/>
          </p:nvSpPr>
          <p:spPr>
            <a:xfrm>
              <a:off x="212377" y="4943445"/>
              <a:ext cx="14501" cy="84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0" name="asset_3422_40">
              <a:extLst>
                <a:ext uri="{FF2B5EF4-FFF2-40B4-BE49-F238E27FC236}">
                  <a16:creationId xmlns:a16="http://schemas.microsoft.com/office/drawing/2014/main" id="{FEBB2ED5-FFEC-48E9-A8F7-9533C7C15236}"/>
                </a:ext>
              </a:extLst>
            </p:cNvPr>
            <p:cNvSpPr>
              <a:spLocks noGrp="1"/>
            </p:cNvSpPr>
            <p:nvPr/>
          </p:nvSpPr>
          <p:spPr>
            <a:xfrm>
              <a:off x="338599" y="4889037"/>
              <a:ext cx="31138" cy="3113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1" name="asset_3422_41">
              <a:extLst>
                <a:ext uri="{FF2B5EF4-FFF2-40B4-BE49-F238E27FC236}">
                  <a16:creationId xmlns:a16="http://schemas.microsoft.com/office/drawing/2014/main" id="{FE010273-4076-4A56-8D61-534330988090}"/>
                </a:ext>
              </a:extLst>
            </p:cNvPr>
            <p:cNvSpPr>
              <a:spLocks noGrp="1"/>
            </p:cNvSpPr>
            <p:nvPr/>
          </p:nvSpPr>
          <p:spPr>
            <a:xfrm>
              <a:off x="345294" y="4894953"/>
              <a:ext cx="10120" cy="591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2" name="asset_3422_42">
              <a:extLst>
                <a:ext uri="{FF2B5EF4-FFF2-40B4-BE49-F238E27FC236}">
                  <a16:creationId xmlns:a16="http://schemas.microsoft.com/office/drawing/2014/main" id="{5B05720A-34E2-4D37-BDE7-6636E9CB3BF8}"/>
                </a:ext>
              </a:extLst>
            </p:cNvPr>
            <p:cNvSpPr>
              <a:spLocks noGrp="1"/>
            </p:cNvSpPr>
            <p:nvPr/>
          </p:nvSpPr>
          <p:spPr>
            <a:xfrm>
              <a:off x="320967" y="4999928"/>
              <a:ext cx="43221" cy="4322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3" name="asset_3422_43">
              <a:extLst>
                <a:ext uri="{FF2B5EF4-FFF2-40B4-BE49-F238E27FC236}">
                  <a16:creationId xmlns:a16="http://schemas.microsoft.com/office/drawing/2014/main" id="{6886DB43-FF4D-4532-BF3D-1AFAC8805942}"/>
                </a:ext>
              </a:extLst>
            </p:cNvPr>
            <p:cNvSpPr>
              <a:spLocks noGrp="1"/>
            </p:cNvSpPr>
            <p:nvPr/>
          </p:nvSpPr>
          <p:spPr>
            <a:xfrm>
              <a:off x="330259" y="5008140"/>
              <a:ext cx="14047" cy="821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4" name="asset_3422_44">
              <a:extLst>
                <a:ext uri="{FF2B5EF4-FFF2-40B4-BE49-F238E27FC236}">
                  <a16:creationId xmlns:a16="http://schemas.microsoft.com/office/drawing/2014/main" id="{76DA8448-F880-4A83-BB62-667799EA5268}"/>
                </a:ext>
              </a:extLst>
            </p:cNvPr>
            <p:cNvSpPr>
              <a:spLocks noGrp="1"/>
            </p:cNvSpPr>
            <p:nvPr/>
          </p:nvSpPr>
          <p:spPr>
            <a:xfrm>
              <a:off x="350970" y="4966161"/>
              <a:ext cx="35562" cy="355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5" name="asset_3422_45">
              <a:extLst>
                <a:ext uri="{FF2B5EF4-FFF2-40B4-BE49-F238E27FC236}">
                  <a16:creationId xmlns:a16="http://schemas.microsoft.com/office/drawing/2014/main" id="{4B5981FE-AF96-4743-BD4E-1081E06F9481}"/>
                </a:ext>
              </a:extLst>
            </p:cNvPr>
            <p:cNvSpPr>
              <a:spLocks noGrp="1"/>
            </p:cNvSpPr>
            <p:nvPr/>
          </p:nvSpPr>
          <p:spPr>
            <a:xfrm>
              <a:off x="358616" y="4972917"/>
              <a:ext cx="11558" cy="67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6" name="asset_3422_46">
              <a:extLst>
                <a:ext uri="{FF2B5EF4-FFF2-40B4-BE49-F238E27FC236}">
                  <a16:creationId xmlns:a16="http://schemas.microsoft.com/office/drawing/2014/main" id="{748CBAA8-2C08-4BE4-AA1F-8BC2B26289AB}"/>
                </a:ext>
              </a:extLst>
            </p:cNvPr>
            <p:cNvSpPr>
              <a:spLocks noGrp="1"/>
            </p:cNvSpPr>
            <p:nvPr/>
          </p:nvSpPr>
          <p:spPr>
            <a:xfrm>
              <a:off x="218758" y="4839345"/>
              <a:ext cx="38113" cy="381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7" name="asset_3422_47">
              <a:extLst>
                <a:ext uri="{FF2B5EF4-FFF2-40B4-BE49-F238E27FC236}">
                  <a16:creationId xmlns:a16="http://schemas.microsoft.com/office/drawing/2014/main" id="{74069FEB-5DA7-47AB-A8FC-B32A4EF8BCF3}"/>
                </a:ext>
              </a:extLst>
            </p:cNvPr>
            <p:cNvSpPr>
              <a:spLocks noGrp="1"/>
            </p:cNvSpPr>
            <p:nvPr/>
          </p:nvSpPr>
          <p:spPr>
            <a:xfrm>
              <a:off x="226952" y="4846587"/>
              <a:ext cx="12387" cy="72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8" name="asset_3422_48">
              <a:extLst>
                <a:ext uri="{FF2B5EF4-FFF2-40B4-BE49-F238E27FC236}">
                  <a16:creationId xmlns:a16="http://schemas.microsoft.com/office/drawing/2014/main" id="{A6A50CBB-9A14-4E82-A658-DAD4BBF03B49}"/>
                </a:ext>
              </a:extLst>
            </p:cNvPr>
            <p:cNvSpPr>
              <a:spLocks noGrp="1"/>
            </p:cNvSpPr>
            <p:nvPr/>
          </p:nvSpPr>
          <p:spPr>
            <a:xfrm>
              <a:off x="341389" y="4932820"/>
              <a:ext cx="34691" cy="3469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9" name="asset_3422_49">
              <a:extLst>
                <a:ext uri="{FF2B5EF4-FFF2-40B4-BE49-F238E27FC236}">
                  <a16:creationId xmlns:a16="http://schemas.microsoft.com/office/drawing/2014/main" id="{6A1514E4-D205-49A7-88CF-D96ABE73C40E}"/>
                </a:ext>
              </a:extLst>
            </p:cNvPr>
            <p:cNvSpPr>
              <a:spLocks noGrp="1"/>
            </p:cNvSpPr>
            <p:nvPr/>
          </p:nvSpPr>
          <p:spPr>
            <a:xfrm>
              <a:off x="348848" y="4939412"/>
              <a:ext cx="11275" cy="659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0" name="asset_3422_50">
              <a:extLst>
                <a:ext uri="{FF2B5EF4-FFF2-40B4-BE49-F238E27FC236}">
                  <a16:creationId xmlns:a16="http://schemas.microsoft.com/office/drawing/2014/main" id="{2A801525-37C3-4507-8E75-FDC0F197A770}"/>
                </a:ext>
              </a:extLst>
            </p:cNvPr>
            <p:cNvSpPr>
              <a:spLocks noGrp="1"/>
            </p:cNvSpPr>
            <p:nvPr/>
          </p:nvSpPr>
          <p:spPr>
            <a:xfrm>
              <a:off x="216428" y="4994121"/>
              <a:ext cx="37106" cy="3710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1" name="asset_3422_51">
              <a:extLst>
                <a:ext uri="{FF2B5EF4-FFF2-40B4-BE49-F238E27FC236}">
                  <a16:creationId xmlns:a16="http://schemas.microsoft.com/office/drawing/2014/main" id="{AC850C43-E2DD-4B66-BEC7-82AE91B39D8D}"/>
                </a:ext>
              </a:extLst>
            </p:cNvPr>
            <p:cNvSpPr>
              <a:spLocks noGrp="1"/>
            </p:cNvSpPr>
            <p:nvPr/>
          </p:nvSpPr>
          <p:spPr>
            <a:xfrm>
              <a:off x="224406" y="5001171"/>
              <a:ext cx="12060" cy="70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2" name="asset_3422_52">
              <a:extLst>
                <a:ext uri="{FF2B5EF4-FFF2-40B4-BE49-F238E27FC236}">
                  <a16:creationId xmlns:a16="http://schemas.microsoft.com/office/drawing/2014/main" id="{52E40259-ABAD-4E5D-8024-452B2EAA70F4}"/>
                </a:ext>
              </a:extLst>
            </p:cNvPr>
            <p:cNvSpPr>
              <a:spLocks noGrp="1"/>
            </p:cNvSpPr>
            <p:nvPr/>
          </p:nvSpPr>
          <p:spPr>
            <a:xfrm>
              <a:off x="264136" y="4989684"/>
              <a:ext cx="38739" cy="3873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3" name="asset_3422_53">
              <a:extLst>
                <a:ext uri="{FF2B5EF4-FFF2-40B4-BE49-F238E27FC236}">
                  <a16:creationId xmlns:a16="http://schemas.microsoft.com/office/drawing/2014/main" id="{9FA80880-D39F-4152-8148-2735148F349B}"/>
                </a:ext>
              </a:extLst>
            </p:cNvPr>
            <p:cNvSpPr>
              <a:spLocks noGrp="1"/>
            </p:cNvSpPr>
            <p:nvPr/>
          </p:nvSpPr>
          <p:spPr>
            <a:xfrm>
              <a:off x="272465" y="4997045"/>
              <a:ext cx="12590" cy="736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4" name="asset_3422_54">
              <a:extLst>
                <a:ext uri="{FF2B5EF4-FFF2-40B4-BE49-F238E27FC236}">
                  <a16:creationId xmlns:a16="http://schemas.microsoft.com/office/drawing/2014/main" id="{EB9E1684-F7CC-4CBA-A1C5-561FDC878716}"/>
                </a:ext>
              </a:extLst>
            </p:cNvPr>
            <p:cNvSpPr>
              <a:spLocks noGrp="1"/>
            </p:cNvSpPr>
            <p:nvPr/>
          </p:nvSpPr>
          <p:spPr>
            <a:xfrm>
              <a:off x="259170" y="4848057"/>
              <a:ext cx="31787" cy="3178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5" name="asset_3422_55">
              <a:extLst>
                <a:ext uri="{FF2B5EF4-FFF2-40B4-BE49-F238E27FC236}">
                  <a16:creationId xmlns:a16="http://schemas.microsoft.com/office/drawing/2014/main" id="{3B1DC993-5CE0-4E0F-866F-A7896025577F}"/>
                </a:ext>
              </a:extLst>
            </p:cNvPr>
            <p:cNvSpPr>
              <a:spLocks noGrp="1"/>
            </p:cNvSpPr>
            <p:nvPr/>
          </p:nvSpPr>
          <p:spPr>
            <a:xfrm>
              <a:off x="266004" y="4854097"/>
              <a:ext cx="10331" cy="603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6" name="asset_3422_56">
              <a:extLst>
                <a:ext uri="{FF2B5EF4-FFF2-40B4-BE49-F238E27FC236}">
                  <a16:creationId xmlns:a16="http://schemas.microsoft.com/office/drawing/2014/main" id="{5040DA87-F568-49ED-AA05-E7A03A54681E}"/>
                </a:ext>
              </a:extLst>
            </p:cNvPr>
            <p:cNvSpPr>
              <a:spLocks noGrp="1"/>
            </p:cNvSpPr>
            <p:nvPr/>
          </p:nvSpPr>
          <p:spPr>
            <a:xfrm>
              <a:off x="339932" y="4846499"/>
              <a:ext cx="35333" cy="353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7" name="asset_3422_57">
              <a:extLst>
                <a:ext uri="{FF2B5EF4-FFF2-40B4-BE49-F238E27FC236}">
                  <a16:creationId xmlns:a16="http://schemas.microsoft.com/office/drawing/2014/main" id="{40670EC9-23BE-4A11-A490-746F247ECC6F}"/>
                </a:ext>
              </a:extLst>
            </p:cNvPr>
            <p:cNvSpPr>
              <a:spLocks noGrp="1"/>
            </p:cNvSpPr>
            <p:nvPr/>
          </p:nvSpPr>
          <p:spPr>
            <a:xfrm>
              <a:off x="347528" y="4853212"/>
              <a:ext cx="11483" cy="67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8" name="asset_3422_58">
              <a:extLst>
                <a:ext uri="{FF2B5EF4-FFF2-40B4-BE49-F238E27FC236}">
                  <a16:creationId xmlns:a16="http://schemas.microsoft.com/office/drawing/2014/main" id="{209EA37E-DA69-4AC4-9D1A-CBCC17531F37}"/>
                </a:ext>
              </a:extLst>
            </p:cNvPr>
            <p:cNvSpPr>
              <a:spLocks noGrp="1"/>
            </p:cNvSpPr>
            <p:nvPr/>
          </p:nvSpPr>
          <p:spPr>
            <a:xfrm>
              <a:off x="247737" y="4821086"/>
              <a:ext cx="41986" cy="4198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9" name="asset_3422_59">
              <a:extLst>
                <a:ext uri="{FF2B5EF4-FFF2-40B4-BE49-F238E27FC236}">
                  <a16:creationId xmlns:a16="http://schemas.microsoft.com/office/drawing/2014/main" id="{2090D247-F09C-427E-B69B-6DAAF5DF6CCF}"/>
                </a:ext>
              </a:extLst>
            </p:cNvPr>
            <p:cNvSpPr>
              <a:spLocks noGrp="1"/>
            </p:cNvSpPr>
            <p:nvPr/>
          </p:nvSpPr>
          <p:spPr>
            <a:xfrm>
              <a:off x="256763" y="4829063"/>
              <a:ext cx="13645" cy="79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0" name="asset_3422_60">
              <a:extLst>
                <a:ext uri="{FF2B5EF4-FFF2-40B4-BE49-F238E27FC236}">
                  <a16:creationId xmlns:a16="http://schemas.microsoft.com/office/drawing/2014/main" id="{2BF85604-0626-4329-B79C-EDF82CFEB0DC}"/>
                </a:ext>
              </a:extLst>
            </p:cNvPr>
            <p:cNvSpPr>
              <a:spLocks noGrp="1"/>
            </p:cNvSpPr>
            <p:nvPr/>
          </p:nvSpPr>
          <p:spPr>
            <a:xfrm>
              <a:off x="352013" y="4951727"/>
              <a:ext cx="41933" cy="419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1" name="asset_3422_61">
              <a:extLst>
                <a:ext uri="{FF2B5EF4-FFF2-40B4-BE49-F238E27FC236}">
                  <a16:creationId xmlns:a16="http://schemas.microsoft.com/office/drawing/2014/main" id="{AF969BB1-9196-476B-A37A-F8F70D6EDD13}"/>
                </a:ext>
              </a:extLst>
            </p:cNvPr>
            <p:cNvSpPr>
              <a:spLocks noGrp="1"/>
            </p:cNvSpPr>
            <p:nvPr/>
          </p:nvSpPr>
          <p:spPr>
            <a:xfrm>
              <a:off x="361028" y="4959695"/>
              <a:ext cx="13628" cy="796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2" name="asset_3422_62">
              <a:extLst>
                <a:ext uri="{FF2B5EF4-FFF2-40B4-BE49-F238E27FC236}">
                  <a16:creationId xmlns:a16="http://schemas.microsoft.com/office/drawing/2014/main" id="{46ECA087-A579-4CBC-85EE-38755A5B9CA9}"/>
                </a:ext>
              </a:extLst>
            </p:cNvPr>
            <p:cNvSpPr>
              <a:spLocks noGrp="1"/>
            </p:cNvSpPr>
            <p:nvPr/>
          </p:nvSpPr>
          <p:spPr>
            <a:xfrm>
              <a:off x="280588" y="4991959"/>
              <a:ext cx="33271" cy="3327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3" name="asset_3422_63">
              <a:extLst>
                <a:ext uri="{FF2B5EF4-FFF2-40B4-BE49-F238E27FC236}">
                  <a16:creationId xmlns:a16="http://schemas.microsoft.com/office/drawing/2014/main" id="{B260533A-BF7B-4F7D-BDC7-44064CF1E838}"/>
                </a:ext>
              </a:extLst>
            </p:cNvPr>
            <p:cNvSpPr>
              <a:spLocks noGrp="1"/>
            </p:cNvSpPr>
            <p:nvPr/>
          </p:nvSpPr>
          <p:spPr>
            <a:xfrm>
              <a:off x="287741" y="4998280"/>
              <a:ext cx="10813" cy="63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4" name="asset_3422_64">
              <a:extLst>
                <a:ext uri="{FF2B5EF4-FFF2-40B4-BE49-F238E27FC236}">
                  <a16:creationId xmlns:a16="http://schemas.microsoft.com/office/drawing/2014/main" id="{3CAC0C6D-02F8-4588-BD45-22A16FD30CC6}"/>
                </a:ext>
              </a:extLst>
            </p:cNvPr>
            <p:cNvSpPr>
              <a:spLocks noGrp="1"/>
            </p:cNvSpPr>
            <p:nvPr/>
          </p:nvSpPr>
          <p:spPr>
            <a:xfrm>
              <a:off x="335774" y="4884877"/>
              <a:ext cx="37623" cy="376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5" name="asset_3422_65">
              <a:extLst>
                <a:ext uri="{FF2B5EF4-FFF2-40B4-BE49-F238E27FC236}">
                  <a16:creationId xmlns:a16="http://schemas.microsoft.com/office/drawing/2014/main" id="{5C163C6E-8E51-4AA2-BC23-1A29DDB45BCB}"/>
                </a:ext>
              </a:extLst>
            </p:cNvPr>
            <p:cNvSpPr>
              <a:spLocks noGrp="1"/>
            </p:cNvSpPr>
            <p:nvPr/>
          </p:nvSpPr>
          <p:spPr>
            <a:xfrm>
              <a:off x="343862" y="4892025"/>
              <a:ext cx="12227" cy="71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6" name="asset_3422_66">
              <a:extLst>
                <a:ext uri="{FF2B5EF4-FFF2-40B4-BE49-F238E27FC236}">
                  <a16:creationId xmlns:a16="http://schemas.microsoft.com/office/drawing/2014/main" id="{D41FDECB-DD06-43EB-8BEE-72351B9415A4}"/>
                </a:ext>
              </a:extLst>
            </p:cNvPr>
            <p:cNvSpPr>
              <a:spLocks noGrp="1"/>
            </p:cNvSpPr>
            <p:nvPr/>
          </p:nvSpPr>
          <p:spPr>
            <a:xfrm>
              <a:off x="328939" y="4981497"/>
              <a:ext cx="33522" cy="3352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7" name="asset_3422_67">
              <a:extLst>
                <a:ext uri="{FF2B5EF4-FFF2-40B4-BE49-F238E27FC236}">
                  <a16:creationId xmlns:a16="http://schemas.microsoft.com/office/drawing/2014/main" id="{3FFB4D7C-2287-426D-999A-56DCCE09E5DB}"/>
                </a:ext>
              </a:extLst>
            </p:cNvPr>
            <p:cNvSpPr>
              <a:spLocks noGrp="1"/>
            </p:cNvSpPr>
            <p:nvPr/>
          </p:nvSpPr>
          <p:spPr>
            <a:xfrm>
              <a:off x="336146" y="4987866"/>
              <a:ext cx="10895" cy="63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8" name="asset_3422_68">
              <a:extLst>
                <a:ext uri="{FF2B5EF4-FFF2-40B4-BE49-F238E27FC236}">
                  <a16:creationId xmlns:a16="http://schemas.microsoft.com/office/drawing/2014/main" id="{F754A500-B240-4880-969D-780FC5BCDBF4}"/>
                </a:ext>
              </a:extLst>
            </p:cNvPr>
            <p:cNvSpPr>
              <a:spLocks noGrp="1"/>
            </p:cNvSpPr>
            <p:nvPr/>
          </p:nvSpPr>
          <p:spPr>
            <a:xfrm>
              <a:off x="252204" y="4955574"/>
              <a:ext cx="31928" cy="3192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9" name="asset_3422_69">
              <a:extLst>
                <a:ext uri="{FF2B5EF4-FFF2-40B4-BE49-F238E27FC236}">
                  <a16:creationId xmlns:a16="http://schemas.microsoft.com/office/drawing/2014/main" id="{D6FCC8BB-F7CD-4300-8711-BA2B6E2E7DEE}"/>
                </a:ext>
              </a:extLst>
            </p:cNvPr>
            <p:cNvSpPr>
              <a:spLocks noGrp="1"/>
            </p:cNvSpPr>
            <p:nvPr/>
          </p:nvSpPr>
          <p:spPr>
            <a:xfrm>
              <a:off x="259069" y="4961640"/>
              <a:ext cx="10376" cy="606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0" name="asset_3422_70">
              <a:extLst>
                <a:ext uri="{FF2B5EF4-FFF2-40B4-BE49-F238E27FC236}">
                  <a16:creationId xmlns:a16="http://schemas.microsoft.com/office/drawing/2014/main" id="{A4D52D69-D09B-4622-8C6F-FE6F802F9396}"/>
                </a:ext>
              </a:extLst>
            </p:cNvPr>
            <p:cNvSpPr>
              <a:spLocks noGrp="1"/>
            </p:cNvSpPr>
            <p:nvPr/>
          </p:nvSpPr>
          <p:spPr>
            <a:xfrm>
              <a:off x="351225" y="4959284"/>
              <a:ext cx="35375" cy="3537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1" name="asset_3422_71">
              <a:extLst>
                <a:ext uri="{FF2B5EF4-FFF2-40B4-BE49-F238E27FC236}">
                  <a16:creationId xmlns:a16="http://schemas.microsoft.com/office/drawing/2014/main" id="{20F561E7-035D-475C-BF20-D6CDCB488752}"/>
                </a:ext>
              </a:extLst>
            </p:cNvPr>
            <p:cNvSpPr>
              <a:spLocks noGrp="1"/>
            </p:cNvSpPr>
            <p:nvPr/>
          </p:nvSpPr>
          <p:spPr>
            <a:xfrm>
              <a:off x="358831" y="4966005"/>
              <a:ext cx="11497" cy="67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2" name="asset_3422_72">
              <a:extLst>
                <a:ext uri="{FF2B5EF4-FFF2-40B4-BE49-F238E27FC236}">
                  <a16:creationId xmlns:a16="http://schemas.microsoft.com/office/drawing/2014/main" id="{0842A828-5EEB-4B73-AB87-AE1E381C62F2}"/>
                </a:ext>
              </a:extLst>
            </p:cNvPr>
            <p:cNvSpPr>
              <a:spLocks noGrp="1"/>
            </p:cNvSpPr>
            <p:nvPr/>
          </p:nvSpPr>
          <p:spPr>
            <a:xfrm>
              <a:off x="283858" y="4807960"/>
              <a:ext cx="50708" cy="5070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3" name="asset_3422_73">
              <a:extLst>
                <a:ext uri="{FF2B5EF4-FFF2-40B4-BE49-F238E27FC236}">
                  <a16:creationId xmlns:a16="http://schemas.microsoft.com/office/drawing/2014/main" id="{A3489609-C18A-4B89-94ED-1A33D37CDDDF}"/>
                </a:ext>
              </a:extLst>
            </p:cNvPr>
            <p:cNvSpPr>
              <a:spLocks noGrp="1"/>
            </p:cNvSpPr>
            <p:nvPr/>
          </p:nvSpPr>
          <p:spPr>
            <a:xfrm>
              <a:off x="294760" y="4817594"/>
              <a:ext cx="16480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4" name="asset_3422_74">
              <a:extLst>
                <a:ext uri="{FF2B5EF4-FFF2-40B4-BE49-F238E27FC236}">
                  <a16:creationId xmlns:a16="http://schemas.microsoft.com/office/drawing/2014/main" id="{5D1052BF-CEF3-4BC1-960D-EAE2B2D4B637}"/>
                </a:ext>
              </a:extLst>
            </p:cNvPr>
            <p:cNvSpPr>
              <a:spLocks noGrp="1"/>
            </p:cNvSpPr>
            <p:nvPr/>
          </p:nvSpPr>
          <p:spPr>
            <a:xfrm>
              <a:off x="227957" y="4916303"/>
              <a:ext cx="43904" cy="439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5" name="asset_3422_75">
              <a:extLst>
                <a:ext uri="{FF2B5EF4-FFF2-40B4-BE49-F238E27FC236}">
                  <a16:creationId xmlns:a16="http://schemas.microsoft.com/office/drawing/2014/main" id="{90022AAB-FF8F-4106-9388-5C94CC256F18}"/>
                </a:ext>
              </a:extLst>
            </p:cNvPr>
            <p:cNvSpPr>
              <a:spLocks noGrp="1"/>
            </p:cNvSpPr>
            <p:nvPr/>
          </p:nvSpPr>
          <p:spPr>
            <a:xfrm>
              <a:off x="237396" y="4924644"/>
              <a:ext cx="14269" cy="834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6" name="asset_3422_76">
              <a:extLst>
                <a:ext uri="{FF2B5EF4-FFF2-40B4-BE49-F238E27FC236}">
                  <a16:creationId xmlns:a16="http://schemas.microsoft.com/office/drawing/2014/main" id="{22AF82F4-4F32-44CD-85B8-C8A72B4CA501}"/>
                </a:ext>
              </a:extLst>
            </p:cNvPr>
            <p:cNvSpPr>
              <a:spLocks noGrp="1"/>
            </p:cNvSpPr>
            <p:nvPr/>
          </p:nvSpPr>
          <p:spPr>
            <a:xfrm>
              <a:off x="308000" y="4902881"/>
              <a:ext cx="50802" cy="5080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7" name="asset_3422_77">
              <a:extLst>
                <a:ext uri="{FF2B5EF4-FFF2-40B4-BE49-F238E27FC236}">
                  <a16:creationId xmlns:a16="http://schemas.microsoft.com/office/drawing/2014/main" id="{8F6B68DE-B599-4735-B0EC-AB41D0A20EDE}"/>
                </a:ext>
              </a:extLst>
            </p:cNvPr>
            <p:cNvSpPr>
              <a:spLocks noGrp="1"/>
            </p:cNvSpPr>
            <p:nvPr/>
          </p:nvSpPr>
          <p:spPr>
            <a:xfrm>
              <a:off x="318923" y="4912533"/>
              <a:ext cx="16511" cy="965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8" name="asset_3422_78">
              <a:extLst>
                <a:ext uri="{FF2B5EF4-FFF2-40B4-BE49-F238E27FC236}">
                  <a16:creationId xmlns:a16="http://schemas.microsoft.com/office/drawing/2014/main" id="{B31790CD-66B6-4102-AC59-B5C7953EC25F}"/>
                </a:ext>
              </a:extLst>
            </p:cNvPr>
            <p:cNvSpPr>
              <a:spLocks noGrp="1"/>
            </p:cNvSpPr>
            <p:nvPr/>
          </p:nvSpPr>
          <p:spPr>
            <a:xfrm>
              <a:off x="221278" y="4892246"/>
              <a:ext cx="31003" cy="31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9" name="asset_3422_79">
              <a:extLst>
                <a:ext uri="{FF2B5EF4-FFF2-40B4-BE49-F238E27FC236}">
                  <a16:creationId xmlns:a16="http://schemas.microsoft.com/office/drawing/2014/main" id="{9F4B37B7-BA9E-40B8-8B7F-E47A4C01A79B}"/>
                </a:ext>
              </a:extLst>
            </p:cNvPr>
            <p:cNvSpPr>
              <a:spLocks noGrp="1"/>
            </p:cNvSpPr>
            <p:nvPr/>
          </p:nvSpPr>
          <p:spPr>
            <a:xfrm>
              <a:off x="227943" y="4898137"/>
              <a:ext cx="10076" cy="589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0" name="asset_3422_80">
              <a:extLst>
                <a:ext uri="{FF2B5EF4-FFF2-40B4-BE49-F238E27FC236}">
                  <a16:creationId xmlns:a16="http://schemas.microsoft.com/office/drawing/2014/main" id="{F4081D7D-BF61-406A-9AD4-50ADB1CED8B3}"/>
                </a:ext>
              </a:extLst>
            </p:cNvPr>
            <p:cNvSpPr>
              <a:spLocks noGrp="1"/>
            </p:cNvSpPr>
            <p:nvPr/>
          </p:nvSpPr>
          <p:spPr>
            <a:xfrm>
              <a:off x="245288" y="4946120"/>
              <a:ext cx="42319" cy="4231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1" name="asset_3422_81">
              <a:extLst>
                <a:ext uri="{FF2B5EF4-FFF2-40B4-BE49-F238E27FC236}">
                  <a16:creationId xmlns:a16="http://schemas.microsoft.com/office/drawing/2014/main" id="{660F0098-C3C9-4A31-AFDC-AB3B5A39A906}"/>
                </a:ext>
              </a:extLst>
            </p:cNvPr>
            <p:cNvSpPr>
              <a:spLocks noGrp="1"/>
            </p:cNvSpPr>
            <p:nvPr/>
          </p:nvSpPr>
          <p:spPr>
            <a:xfrm>
              <a:off x="254387" y="4954160"/>
              <a:ext cx="13754" cy="80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2" name="asset_3422_82">
              <a:extLst>
                <a:ext uri="{FF2B5EF4-FFF2-40B4-BE49-F238E27FC236}">
                  <a16:creationId xmlns:a16="http://schemas.microsoft.com/office/drawing/2014/main" id="{5EAD2FC1-7505-4F83-A286-3E91FC448E7C}"/>
                </a:ext>
              </a:extLst>
            </p:cNvPr>
            <p:cNvSpPr>
              <a:spLocks noGrp="1"/>
            </p:cNvSpPr>
            <p:nvPr/>
          </p:nvSpPr>
          <p:spPr>
            <a:xfrm>
              <a:off x="295710" y="4881024"/>
              <a:ext cx="31860" cy="3186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3" name="asset_3422_83">
              <a:extLst>
                <a:ext uri="{FF2B5EF4-FFF2-40B4-BE49-F238E27FC236}">
                  <a16:creationId xmlns:a16="http://schemas.microsoft.com/office/drawing/2014/main" id="{F12A9BA7-D34E-414D-9A91-D491051E2A25}"/>
                </a:ext>
              </a:extLst>
            </p:cNvPr>
            <p:cNvSpPr>
              <a:spLocks noGrp="1"/>
            </p:cNvSpPr>
            <p:nvPr/>
          </p:nvSpPr>
          <p:spPr>
            <a:xfrm>
              <a:off x="302560" y="4887077"/>
              <a:ext cx="10354" cy="60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4" name="asset_3422_84">
              <a:extLst>
                <a:ext uri="{FF2B5EF4-FFF2-40B4-BE49-F238E27FC236}">
                  <a16:creationId xmlns:a16="http://schemas.microsoft.com/office/drawing/2014/main" id="{38BC6368-729F-47F7-AE1F-65767E2E25B5}"/>
                </a:ext>
              </a:extLst>
            </p:cNvPr>
            <p:cNvSpPr>
              <a:spLocks noGrp="1"/>
            </p:cNvSpPr>
            <p:nvPr/>
          </p:nvSpPr>
          <p:spPr>
            <a:xfrm>
              <a:off x="220856" y="4873218"/>
              <a:ext cx="35097" cy="3509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5" name="asset_3422_85">
              <a:extLst>
                <a:ext uri="{FF2B5EF4-FFF2-40B4-BE49-F238E27FC236}">
                  <a16:creationId xmlns:a16="http://schemas.microsoft.com/office/drawing/2014/main" id="{FF247E36-BA09-491F-A367-81AC46AF46F0}"/>
                </a:ext>
              </a:extLst>
            </p:cNvPr>
            <p:cNvSpPr>
              <a:spLocks noGrp="1"/>
            </p:cNvSpPr>
            <p:nvPr/>
          </p:nvSpPr>
          <p:spPr>
            <a:xfrm>
              <a:off x="228402" y="4879887"/>
              <a:ext cx="11407" cy="66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6" name="asset_3422_86">
              <a:extLst>
                <a:ext uri="{FF2B5EF4-FFF2-40B4-BE49-F238E27FC236}">
                  <a16:creationId xmlns:a16="http://schemas.microsoft.com/office/drawing/2014/main" id="{4B4D93C7-D11D-44D2-B31D-AF7A392B5B51}"/>
                </a:ext>
              </a:extLst>
            </p:cNvPr>
            <p:cNvSpPr>
              <a:spLocks noGrp="1"/>
            </p:cNvSpPr>
            <p:nvPr/>
          </p:nvSpPr>
          <p:spPr>
            <a:xfrm>
              <a:off x="196153" y="4954990"/>
              <a:ext cx="38214" cy="3821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7" name="asset_3422_87">
              <a:extLst>
                <a:ext uri="{FF2B5EF4-FFF2-40B4-BE49-F238E27FC236}">
                  <a16:creationId xmlns:a16="http://schemas.microsoft.com/office/drawing/2014/main" id="{CCA1FC3C-FDEC-4706-AD27-4C91FE943B10}"/>
                </a:ext>
              </a:extLst>
            </p:cNvPr>
            <p:cNvSpPr>
              <a:spLocks noGrp="1"/>
            </p:cNvSpPr>
            <p:nvPr/>
          </p:nvSpPr>
          <p:spPr>
            <a:xfrm>
              <a:off x="204369" y="4962251"/>
              <a:ext cx="12420" cy="726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8" name="asset_3422_88">
              <a:extLst>
                <a:ext uri="{FF2B5EF4-FFF2-40B4-BE49-F238E27FC236}">
                  <a16:creationId xmlns:a16="http://schemas.microsoft.com/office/drawing/2014/main" id="{8B2DEABE-D846-4A68-B344-84E6285C5E17}"/>
                </a:ext>
              </a:extLst>
            </p:cNvPr>
            <p:cNvSpPr>
              <a:spLocks noGrp="1"/>
            </p:cNvSpPr>
            <p:nvPr/>
          </p:nvSpPr>
          <p:spPr>
            <a:xfrm>
              <a:off x="311634" y="4857039"/>
              <a:ext cx="32924" cy="329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9" name="asset_3422_89">
              <a:extLst>
                <a:ext uri="{FF2B5EF4-FFF2-40B4-BE49-F238E27FC236}">
                  <a16:creationId xmlns:a16="http://schemas.microsoft.com/office/drawing/2014/main" id="{0428F975-0943-43E8-A022-99931BBF54AC}"/>
                </a:ext>
              </a:extLst>
            </p:cNvPr>
            <p:cNvSpPr>
              <a:spLocks noGrp="1"/>
            </p:cNvSpPr>
            <p:nvPr/>
          </p:nvSpPr>
          <p:spPr>
            <a:xfrm>
              <a:off x="318713" y="4863294"/>
              <a:ext cx="10700" cy="625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0" name="asset_3422_90">
              <a:extLst>
                <a:ext uri="{FF2B5EF4-FFF2-40B4-BE49-F238E27FC236}">
                  <a16:creationId xmlns:a16="http://schemas.microsoft.com/office/drawing/2014/main" id="{6FDCCA8E-1E63-4385-97EC-32BCFFD11ACF}"/>
                </a:ext>
              </a:extLst>
            </p:cNvPr>
            <p:cNvSpPr>
              <a:spLocks noGrp="1"/>
            </p:cNvSpPr>
            <p:nvPr/>
          </p:nvSpPr>
          <p:spPr>
            <a:xfrm>
              <a:off x="222322" y="4929964"/>
              <a:ext cx="42100" cy="4210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1" name="asset_3422_91">
              <a:extLst>
                <a:ext uri="{FF2B5EF4-FFF2-40B4-BE49-F238E27FC236}">
                  <a16:creationId xmlns:a16="http://schemas.microsoft.com/office/drawing/2014/main" id="{F56F7CB8-2224-4486-A6B4-54B7B1F4992C}"/>
                </a:ext>
              </a:extLst>
            </p:cNvPr>
            <p:cNvSpPr>
              <a:spLocks noGrp="1"/>
            </p:cNvSpPr>
            <p:nvPr/>
          </p:nvSpPr>
          <p:spPr>
            <a:xfrm>
              <a:off x="231373" y="4937963"/>
              <a:ext cx="13683" cy="799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2" name="asset_3422_92">
              <a:extLst>
                <a:ext uri="{FF2B5EF4-FFF2-40B4-BE49-F238E27FC236}">
                  <a16:creationId xmlns:a16="http://schemas.microsoft.com/office/drawing/2014/main" id="{24DA10A9-A289-49F9-8A6F-35FD643B5C28}"/>
                </a:ext>
              </a:extLst>
            </p:cNvPr>
            <p:cNvSpPr>
              <a:spLocks noGrp="1"/>
            </p:cNvSpPr>
            <p:nvPr/>
          </p:nvSpPr>
          <p:spPr>
            <a:xfrm>
              <a:off x="290257" y="4968623"/>
              <a:ext cx="44062" cy="440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3" name="asset_3422_93">
              <a:extLst>
                <a:ext uri="{FF2B5EF4-FFF2-40B4-BE49-F238E27FC236}">
                  <a16:creationId xmlns:a16="http://schemas.microsoft.com/office/drawing/2014/main" id="{A8415FC4-C0EF-4BF6-AD79-7EA68E773AD6}"/>
                </a:ext>
              </a:extLst>
            </p:cNvPr>
            <p:cNvSpPr>
              <a:spLocks noGrp="1"/>
            </p:cNvSpPr>
            <p:nvPr/>
          </p:nvSpPr>
          <p:spPr>
            <a:xfrm>
              <a:off x="299730" y="4976995"/>
              <a:ext cx="14320" cy="837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4" name="asset_3422_94">
              <a:extLst>
                <a:ext uri="{FF2B5EF4-FFF2-40B4-BE49-F238E27FC236}">
                  <a16:creationId xmlns:a16="http://schemas.microsoft.com/office/drawing/2014/main" id="{4E37EDB2-3F64-4AD3-A84B-DA3C0C7FB26C}"/>
                </a:ext>
              </a:extLst>
            </p:cNvPr>
            <p:cNvSpPr>
              <a:spLocks noGrp="1"/>
            </p:cNvSpPr>
            <p:nvPr/>
          </p:nvSpPr>
          <p:spPr>
            <a:xfrm>
              <a:off x="278874" y="4994845"/>
              <a:ext cx="47350" cy="4735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5" name="asset_3422_95">
              <a:extLst>
                <a:ext uri="{FF2B5EF4-FFF2-40B4-BE49-F238E27FC236}">
                  <a16:creationId xmlns:a16="http://schemas.microsoft.com/office/drawing/2014/main" id="{13D9D197-61E9-45B8-9322-CE2279969C9D}"/>
                </a:ext>
              </a:extLst>
            </p:cNvPr>
            <p:cNvSpPr>
              <a:spLocks noGrp="1"/>
            </p:cNvSpPr>
            <p:nvPr/>
          </p:nvSpPr>
          <p:spPr>
            <a:xfrm>
              <a:off x="289054" y="5003841"/>
              <a:ext cx="15389" cy="89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6" name="asset_3422_96">
              <a:extLst>
                <a:ext uri="{FF2B5EF4-FFF2-40B4-BE49-F238E27FC236}">
                  <a16:creationId xmlns:a16="http://schemas.microsoft.com/office/drawing/2014/main" id="{D4D142A1-4F17-4115-96BE-F75120FA7B34}"/>
                </a:ext>
              </a:extLst>
            </p:cNvPr>
            <p:cNvSpPr>
              <a:spLocks noGrp="1"/>
            </p:cNvSpPr>
            <p:nvPr/>
          </p:nvSpPr>
          <p:spPr>
            <a:xfrm>
              <a:off x="339177" y="4942783"/>
              <a:ext cx="35427" cy="3542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7" name="asset_3422_97">
              <a:extLst>
                <a:ext uri="{FF2B5EF4-FFF2-40B4-BE49-F238E27FC236}">
                  <a16:creationId xmlns:a16="http://schemas.microsoft.com/office/drawing/2014/main" id="{E6FE0C03-CB21-483E-8D10-24693583E61E}"/>
                </a:ext>
              </a:extLst>
            </p:cNvPr>
            <p:cNvSpPr>
              <a:spLocks noGrp="1"/>
            </p:cNvSpPr>
            <p:nvPr/>
          </p:nvSpPr>
          <p:spPr>
            <a:xfrm>
              <a:off x="346794" y="4949514"/>
              <a:ext cx="11514" cy="673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8" name="asset_3422_98">
              <a:extLst>
                <a:ext uri="{FF2B5EF4-FFF2-40B4-BE49-F238E27FC236}">
                  <a16:creationId xmlns:a16="http://schemas.microsoft.com/office/drawing/2014/main" id="{40999A13-CA15-4AA2-82FA-579B90B0EF6F}"/>
                </a:ext>
              </a:extLst>
            </p:cNvPr>
            <p:cNvSpPr>
              <a:spLocks noGrp="1"/>
            </p:cNvSpPr>
            <p:nvPr/>
          </p:nvSpPr>
          <p:spPr>
            <a:xfrm>
              <a:off x="181300" y="4897328"/>
              <a:ext cx="39596" cy="3959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9" name="asset_3422_99">
              <a:extLst>
                <a:ext uri="{FF2B5EF4-FFF2-40B4-BE49-F238E27FC236}">
                  <a16:creationId xmlns:a16="http://schemas.microsoft.com/office/drawing/2014/main" id="{B2CFB0A2-2A0A-48CE-BBC2-C90843B52DFD}"/>
                </a:ext>
              </a:extLst>
            </p:cNvPr>
            <p:cNvSpPr>
              <a:spLocks noGrp="1"/>
            </p:cNvSpPr>
            <p:nvPr/>
          </p:nvSpPr>
          <p:spPr>
            <a:xfrm>
              <a:off x="189813" y="4904851"/>
              <a:ext cx="12869" cy="752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0" name="asset_3422_100">
              <a:extLst>
                <a:ext uri="{FF2B5EF4-FFF2-40B4-BE49-F238E27FC236}">
                  <a16:creationId xmlns:a16="http://schemas.microsoft.com/office/drawing/2014/main" id="{A92E3D45-7461-4A44-8F67-88D0979BCBCD}"/>
                </a:ext>
              </a:extLst>
            </p:cNvPr>
            <p:cNvSpPr>
              <a:spLocks noGrp="1"/>
            </p:cNvSpPr>
            <p:nvPr/>
          </p:nvSpPr>
          <p:spPr>
            <a:xfrm>
              <a:off x="270474" y="4941710"/>
              <a:ext cx="45030" cy="4503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1" name="asset_3422_101">
              <a:extLst>
                <a:ext uri="{FF2B5EF4-FFF2-40B4-BE49-F238E27FC236}">
                  <a16:creationId xmlns:a16="http://schemas.microsoft.com/office/drawing/2014/main" id="{3174FC93-67A7-4F86-99A0-4EB7025072C2}"/>
                </a:ext>
              </a:extLst>
            </p:cNvPr>
            <p:cNvSpPr>
              <a:spLocks noGrp="1"/>
            </p:cNvSpPr>
            <p:nvPr/>
          </p:nvSpPr>
          <p:spPr>
            <a:xfrm>
              <a:off x="280155" y="4950266"/>
              <a:ext cx="14635" cy="855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2" name="asset_3422_102">
              <a:extLst>
                <a:ext uri="{FF2B5EF4-FFF2-40B4-BE49-F238E27FC236}">
                  <a16:creationId xmlns:a16="http://schemas.microsoft.com/office/drawing/2014/main" id="{0ACF1C1B-1A80-42FC-82D7-BC7B5A4234B9}"/>
                </a:ext>
              </a:extLst>
            </p:cNvPr>
            <p:cNvSpPr>
              <a:spLocks noGrp="1"/>
            </p:cNvSpPr>
            <p:nvPr/>
          </p:nvSpPr>
          <p:spPr>
            <a:xfrm>
              <a:off x="353860" y="4863561"/>
              <a:ext cx="45124" cy="451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3" name="asset_3422_103">
              <a:extLst>
                <a:ext uri="{FF2B5EF4-FFF2-40B4-BE49-F238E27FC236}">
                  <a16:creationId xmlns:a16="http://schemas.microsoft.com/office/drawing/2014/main" id="{85C89A21-7747-4773-90C1-4340A90EDA04}"/>
                </a:ext>
              </a:extLst>
            </p:cNvPr>
            <p:cNvSpPr>
              <a:spLocks noGrp="1"/>
            </p:cNvSpPr>
            <p:nvPr/>
          </p:nvSpPr>
          <p:spPr>
            <a:xfrm>
              <a:off x="363561" y="4872135"/>
              <a:ext cx="14665" cy="8574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4" name="asset_3422_104">
              <a:extLst>
                <a:ext uri="{FF2B5EF4-FFF2-40B4-BE49-F238E27FC236}">
                  <a16:creationId xmlns:a16="http://schemas.microsoft.com/office/drawing/2014/main" id="{D26328FA-DAF5-496A-B489-0C0F7341262C}"/>
                </a:ext>
              </a:extLst>
            </p:cNvPr>
            <p:cNvSpPr>
              <a:spLocks noGrp="1"/>
            </p:cNvSpPr>
            <p:nvPr/>
          </p:nvSpPr>
          <p:spPr>
            <a:xfrm>
              <a:off x="292608" y="4856843"/>
              <a:ext cx="47953" cy="4795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5" name="asset_3422_105">
              <a:extLst>
                <a:ext uri="{FF2B5EF4-FFF2-40B4-BE49-F238E27FC236}">
                  <a16:creationId xmlns:a16="http://schemas.microsoft.com/office/drawing/2014/main" id="{314C25A7-1095-42AF-AA4F-1542D67A1171}"/>
                </a:ext>
              </a:extLst>
            </p:cNvPr>
            <p:cNvSpPr>
              <a:spLocks noGrp="1"/>
            </p:cNvSpPr>
            <p:nvPr/>
          </p:nvSpPr>
          <p:spPr>
            <a:xfrm>
              <a:off x="302918" y="4865954"/>
              <a:ext cx="15585" cy="911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6" name="asset_3422_106">
              <a:extLst>
                <a:ext uri="{FF2B5EF4-FFF2-40B4-BE49-F238E27FC236}">
                  <a16:creationId xmlns:a16="http://schemas.microsoft.com/office/drawing/2014/main" id="{1679D408-982D-4F68-9C50-FE16F9400400}"/>
                </a:ext>
              </a:extLst>
            </p:cNvPr>
            <p:cNvSpPr>
              <a:spLocks noGrp="1"/>
            </p:cNvSpPr>
            <p:nvPr/>
          </p:nvSpPr>
          <p:spPr>
            <a:xfrm>
              <a:off x="325107" y="5005898"/>
              <a:ext cx="40713" cy="40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7" name="asset_3422_107">
              <a:extLst>
                <a:ext uri="{FF2B5EF4-FFF2-40B4-BE49-F238E27FC236}">
                  <a16:creationId xmlns:a16="http://schemas.microsoft.com/office/drawing/2014/main" id="{0CA7FB78-2993-4150-B75E-014E28F3EA83}"/>
                </a:ext>
              </a:extLst>
            </p:cNvPr>
            <p:cNvSpPr>
              <a:spLocks noGrp="1"/>
            </p:cNvSpPr>
            <p:nvPr/>
          </p:nvSpPr>
          <p:spPr>
            <a:xfrm>
              <a:off x="333860" y="5013633"/>
              <a:ext cx="13232" cy="77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8" name="asset_3422_108">
              <a:extLst>
                <a:ext uri="{FF2B5EF4-FFF2-40B4-BE49-F238E27FC236}">
                  <a16:creationId xmlns:a16="http://schemas.microsoft.com/office/drawing/2014/main" id="{3F8F70C5-DA91-475D-8984-D05B8BC931A5}"/>
                </a:ext>
              </a:extLst>
            </p:cNvPr>
            <p:cNvSpPr>
              <a:spLocks noGrp="1"/>
            </p:cNvSpPr>
            <p:nvPr/>
          </p:nvSpPr>
          <p:spPr>
            <a:xfrm>
              <a:off x="229166" y="5002250"/>
              <a:ext cx="49404" cy="494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9" name="asset_3422_109">
              <a:extLst>
                <a:ext uri="{FF2B5EF4-FFF2-40B4-BE49-F238E27FC236}">
                  <a16:creationId xmlns:a16="http://schemas.microsoft.com/office/drawing/2014/main" id="{CF9D2BC7-3F43-4093-A273-6720E48507FD}"/>
                </a:ext>
              </a:extLst>
            </p:cNvPr>
            <p:cNvSpPr>
              <a:spLocks noGrp="1"/>
            </p:cNvSpPr>
            <p:nvPr/>
          </p:nvSpPr>
          <p:spPr>
            <a:xfrm>
              <a:off x="239788" y="5011637"/>
              <a:ext cx="16056" cy="938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0" name="asset_3422_110">
              <a:extLst>
                <a:ext uri="{FF2B5EF4-FFF2-40B4-BE49-F238E27FC236}">
                  <a16:creationId xmlns:a16="http://schemas.microsoft.com/office/drawing/2014/main" id="{273C8640-7DB6-404E-8C9E-72F4CFFAFA84}"/>
                </a:ext>
              </a:extLst>
            </p:cNvPr>
            <p:cNvSpPr>
              <a:spLocks noGrp="1"/>
            </p:cNvSpPr>
            <p:nvPr/>
          </p:nvSpPr>
          <p:spPr>
            <a:xfrm>
              <a:off x="310153" y="4825306"/>
              <a:ext cx="38398" cy="3839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1" name="asset_3422_111">
              <a:extLst>
                <a:ext uri="{FF2B5EF4-FFF2-40B4-BE49-F238E27FC236}">
                  <a16:creationId xmlns:a16="http://schemas.microsoft.com/office/drawing/2014/main" id="{D4AA65DB-1516-4F14-BC12-2EDBF0DF26DD}"/>
                </a:ext>
              </a:extLst>
            </p:cNvPr>
            <p:cNvSpPr>
              <a:spLocks noGrp="1"/>
            </p:cNvSpPr>
            <p:nvPr/>
          </p:nvSpPr>
          <p:spPr>
            <a:xfrm>
              <a:off x="318409" y="4832601"/>
              <a:ext cx="12479" cy="72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2" name="asset_3422_112">
              <a:extLst>
                <a:ext uri="{FF2B5EF4-FFF2-40B4-BE49-F238E27FC236}">
                  <a16:creationId xmlns:a16="http://schemas.microsoft.com/office/drawing/2014/main" id="{6C2CC930-14F8-4AB3-B2B1-2955C73FD246}"/>
                </a:ext>
              </a:extLst>
            </p:cNvPr>
            <p:cNvSpPr>
              <a:spLocks noGrp="1"/>
            </p:cNvSpPr>
            <p:nvPr/>
          </p:nvSpPr>
          <p:spPr>
            <a:xfrm>
              <a:off x="169875" y="4921315"/>
              <a:ext cx="31880" cy="3188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3" name="asset_3422_113">
              <a:extLst>
                <a:ext uri="{FF2B5EF4-FFF2-40B4-BE49-F238E27FC236}">
                  <a16:creationId xmlns:a16="http://schemas.microsoft.com/office/drawing/2014/main" id="{E23DFDF8-DB3C-49FC-A72D-5146F6817592}"/>
                </a:ext>
              </a:extLst>
            </p:cNvPr>
            <p:cNvSpPr>
              <a:spLocks noGrp="1"/>
            </p:cNvSpPr>
            <p:nvPr/>
          </p:nvSpPr>
          <p:spPr>
            <a:xfrm>
              <a:off x="176729" y="4927373"/>
              <a:ext cx="10361" cy="60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4" name="asset_3422_114">
              <a:extLst>
                <a:ext uri="{FF2B5EF4-FFF2-40B4-BE49-F238E27FC236}">
                  <a16:creationId xmlns:a16="http://schemas.microsoft.com/office/drawing/2014/main" id="{EE735D33-079D-48FC-961F-011A59E17791}"/>
                </a:ext>
              </a:extLst>
            </p:cNvPr>
            <p:cNvSpPr>
              <a:spLocks noGrp="1"/>
            </p:cNvSpPr>
            <p:nvPr/>
          </p:nvSpPr>
          <p:spPr>
            <a:xfrm>
              <a:off x="337382" y="4943216"/>
              <a:ext cx="45411" cy="4541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5" name="asset_3422_115">
              <a:extLst>
                <a:ext uri="{FF2B5EF4-FFF2-40B4-BE49-F238E27FC236}">
                  <a16:creationId xmlns:a16="http://schemas.microsoft.com/office/drawing/2014/main" id="{C950C850-CE24-44B6-9695-B7BBA4199A26}"/>
                </a:ext>
              </a:extLst>
            </p:cNvPr>
            <p:cNvSpPr>
              <a:spLocks noGrp="1"/>
            </p:cNvSpPr>
            <p:nvPr/>
          </p:nvSpPr>
          <p:spPr>
            <a:xfrm>
              <a:off x="347146" y="4951844"/>
              <a:ext cx="14759" cy="862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6" name="asset_3422_116">
              <a:extLst>
                <a:ext uri="{FF2B5EF4-FFF2-40B4-BE49-F238E27FC236}">
                  <a16:creationId xmlns:a16="http://schemas.microsoft.com/office/drawing/2014/main" id="{FC8FF2B7-2D49-4949-857E-963A234520E4}"/>
                </a:ext>
              </a:extLst>
            </p:cNvPr>
            <p:cNvSpPr>
              <a:spLocks noGrp="1"/>
            </p:cNvSpPr>
            <p:nvPr/>
          </p:nvSpPr>
          <p:spPr>
            <a:xfrm>
              <a:off x="286766" y="4989439"/>
              <a:ext cx="37293" cy="372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7" name="asset_3422_117">
              <a:extLst>
                <a:ext uri="{FF2B5EF4-FFF2-40B4-BE49-F238E27FC236}">
                  <a16:creationId xmlns:a16="http://schemas.microsoft.com/office/drawing/2014/main" id="{A5034F46-0C7C-43A9-9D27-68169E39CC70}"/>
                </a:ext>
              </a:extLst>
            </p:cNvPr>
            <p:cNvSpPr>
              <a:spLocks noGrp="1"/>
            </p:cNvSpPr>
            <p:nvPr/>
          </p:nvSpPr>
          <p:spPr>
            <a:xfrm>
              <a:off x="294784" y="4996525"/>
              <a:ext cx="12120" cy="708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8" name="asset_3422_118">
              <a:extLst>
                <a:ext uri="{FF2B5EF4-FFF2-40B4-BE49-F238E27FC236}">
                  <a16:creationId xmlns:a16="http://schemas.microsoft.com/office/drawing/2014/main" id="{153F9ACE-BE69-4908-A26F-9909E5205E73}"/>
                </a:ext>
              </a:extLst>
            </p:cNvPr>
            <p:cNvSpPr>
              <a:spLocks noGrp="1"/>
            </p:cNvSpPr>
            <p:nvPr/>
          </p:nvSpPr>
          <p:spPr>
            <a:xfrm>
              <a:off x="348022" y="4844260"/>
              <a:ext cx="48957" cy="4895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9" name="asset_3422_119">
              <a:extLst>
                <a:ext uri="{FF2B5EF4-FFF2-40B4-BE49-F238E27FC236}">
                  <a16:creationId xmlns:a16="http://schemas.microsoft.com/office/drawing/2014/main" id="{7B88A253-6E38-443E-8B40-40DC5CF2DA6B}"/>
                </a:ext>
              </a:extLst>
            </p:cNvPr>
            <p:cNvSpPr>
              <a:spLocks noGrp="1"/>
            </p:cNvSpPr>
            <p:nvPr/>
          </p:nvSpPr>
          <p:spPr>
            <a:xfrm>
              <a:off x="358547" y="4853562"/>
              <a:ext cx="15911" cy="930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0" name="asset_3422_120">
              <a:extLst>
                <a:ext uri="{FF2B5EF4-FFF2-40B4-BE49-F238E27FC236}">
                  <a16:creationId xmlns:a16="http://schemas.microsoft.com/office/drawing/2014/main" id="{64D36AA8-01DA-4C2A-BA04-9C9BE2BBDAFA}"/>
                </a:ext>
              </a:extLst>
            </p:cNvPr>
            <p:cNvSpPr>
              <a:spLocks noGrp="1"/>
            </p:cNvSpPr>
            <p:nvPr/>
          </p:nvSpPr>
          <p:spPr>
            <a:xfrm>
              <a:off x="214854" y="4846950"/>
              <a:ext cx="50307" cy="5030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1" name="asset_3422_121">
              <a:extLst>
                <a:ext uri="{FF2B5EF4-FFF2-40B4-BE49-F238E27FC236}">
                  <a16:creationId xmlns:a16="http://schemas.microsoft.com/office/drawing/2014/main" id="{EBC384F0-C001-4D21-8233-4735F0F73D1E}"/>
                </a:ext>
              </a:extLst>
            </p:cNvPr>
            <p:cNvSpPr>
              <a:spLocks noGrp="1"/>
            </p:cNvSpPr>
            <p:nvPr/>
          </p:nvSpPr>
          <p:spPr>
            <a:xfrm>
              <a:off x="225670" y="4856508"/>
              <a:ext cx="16350" cy="95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2" name="asset_3422_122">
              <a:extLst>
                <a:ext uri="{FF2B5EF4-FFF2-40B4-BE49-F238E27FC236}">
                  <a16:creationId xmlns:a16="http://schemas.microsoft.com/office/drawing/2014/main" id="{7DF38B50-314D-44EF-B50D-89F84671F861}"/>
                </a:ext>
              </a:extLst>
            </p:cNvPr>
            <p:cNvSpPr>
              <a:spLocks noGrp="1"/>
            </p:cNvSpPr>
            <p:nvPr/>
          </p:nvSpPr>
          <p:spPr>
            <a:xfrm>
              <a:off x="238599" y="5005575"/>
              <a:ext cx="36118" cy="361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3" name="asset_3422_123">
              <a:extLst>
                <a:ext uri="{FF2B5EF4-FFF2-40B4-BE49-F238E27FC236}">
                  <a16:creationId xmlns:a16="http://schemas.microsoft.com/office/drawing/2014/main" id="{AD369D6A-35F6-40C0-8939-1628DC4A0650}"/>
                </a:ext>
              </a:extLst>
            </p:cNvPr>
            <p:cNvSpPr>
              <a:spLocks noGrp="1"/>
            </p:cNvSpPr>
            <p:nvPr/>
          </p:nvSpPr>
          <p:spPr>
            <a:xfrm>
              <a:off x="246364" y="5012438"/>
              <a:ext cx="11738" cy="686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</p:grpSp>
      <p:pic>
        <p:nvPicPr>
          <p:cNvPr id="3423" name="a | 50D atom feature bar" descr="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85" y="4891365"/>
            <a:ext cx="285795" cy="75555"/>
          </a:xfrm>
          <a:prstGeom prst="rect">
            <a:avLst/>
          </a:prstGeom>
        </p:spPr>
      </p:pic>
      <p:grpSp>
        <p:nvGrpSpPr>
          <p:cNvPr id="12000" name="b | Find redesigned"/>
          <p:cNvGrpSpPr/>
          <p:nvPr/>
        </p:nvGrpSpPr>
        <p:grpSpPr>
          <a:xfrm>
            <a:off x="1051200" y="65700"/>
            <a:ext cx="4139100" cy="2233800"/>
            <a:chOff x="0" y="0"/>
            <a:chExt cx="15240000" cy="8225038"/>
          </a:xfrm>
        </p:grpSpPr>
        <p:sp>
          <p:nvSpPr>
            <p:cNvPr id="12001" name="b | panel background">
              <a:extLst>
                <a:ext uri="{FF2B5EF4-FFF2-40B4-BE49-F238E27FC236}">
                  <a16:creationId xmlns:a16="http://schemas.microsoft.com/office/drawing/2014/main" id="{3A36AB75-08F4-40A9-8C9A-E76E610ECE9D}"/>
                </a:ext>
              </a:extLst>
            </p:cNvPr>
            <p:cNvSpPr>
              <a:spLocks noGrp="1"/>
            </p:cNvSpPr>
            <p:nvPr/>
          </p:nvSpPr>
          <p:spPr>
            <a:xfrm>
              <a:off x="0" y="0"/>
              <a:ext cx="15240000" cy="8225038"/>
            </a:xfrm>
            <a:prstGeom prst="roundRect">
              <a:avLst>
                <a:gd name="adj" fmla="val 1737"/>
              </a:avLst>
            </a:prstGeom>
            <a:solidFill>
              <a:srgbClr val="F4F8FC"/>
            </a:solidFill>
            <a:ln w="5174">
              <a:solidFill>
                <a:srgbClr val="BCD3E4"/>
              </a:solidFill>
              <a:prstDash val="solid"/>
            </a:ln>
          </p:spPr>
        </p:sp>
        <p:sp>
          <p:nvSpPr>
            <p:cNvPr id="12002" name="b | panel label">
              <a:extLst>
                <a:ext uri="{FF2B5EF4-FFF2-40B4-BE49-F238E27FC236}">
                  <a16:creationId xmlns:a16="http://schemas.microsoft.com/office/drawing/2014/main" id="{28D3A9EE-9324-43C3-AA20-3BADD2A21FF5}"/>
                </a:ext>
              </a:extLst>
            </p:cNvPr>
            <p:cNvSpPr>
              <a:spLocks noGrp="1"/>
            </p:cNvSpPr>
            <p:nvPr/>
          </p:nvSpPr>
          <p:spPr>
            <a:xfrm>
              <a:off x="219075" y="200025"/>
              <a:ext cx="457200" cy="571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2003" name="b | title">
              <a:extLst>
                <a:ext uri="{FF2B5EF4-FFF2-40B4-BE49-F238E27FC236}">
                  <a16:creationId xmlns:a16="http://schemas.microsoft.com/office/drawing/2014/main" id="{09478F27-B4B8-48BD-B808-AEAAF1D5AB63}"/>
                </a:ext>
              </a:extLst>
            </p:cNvPr>
            <p:cNvSpPr>
              <a:spLocks noGrp="1"/>
            </p:cNvSpPr>
            <p:nvPr/>
          </p:nvSpPr>
          <p:spPr>
            <a:xfrm>
              <a:off x="762000" y="257175"/>
              <a:ext cx="11049000" cy="523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Find: locate ligand area</a:t>
              </a:r>
            </a:p>
          </p:txBody>
        </p:sp>
        <p:sp>
          <p:nvSpPr>
            <p:cNvPr id="12004" name="b | density input frame">
              <a:extLst>
                <a:ext uri="{FF2B5EF4-FFF2-40B4-BE49-F238E27FC236}">
                  <a16:creationId xmlns:a16="http://schemas.microsoft.com/office/drawing/2014/main" id="{2507CF83-4594-4F83-894A-C75A9172F73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1333500"/>
              <a:ext cx="2143125" cy="2619375"/>
            </a:xfrm>
            <a:prstGeom prst="roundRect">
              <a:avLst>
                <a:gd name="adj" fmla="val 3556"/>
              </a:avLst>
            </a:prstGeom>
            <a:noFill/>
            <a:ln w="4010">
              <a:solidFill>
                <a:srgbClr val="B9D1E7"/>
              </a:solidFill>
              <a:prstDash val="solid"/>
            </a:ln>
          </p:spPr>
        </p:sp>
        <p:sp>
          <p:nvSpPr>
            <p:cNvPr id="12005" name="b | receptor input frame">
              <a:extLst>
                <a:ext uri="{FF2B5EF4-FFF2-40B4-BE49-F238E27FC236}">
                  <a16:creationId xmlns:a16="http://schemas.microsoft.com/office/drawing/2014/main" id="{4E2B7186-7B67-449A-8971-349280255950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4391025"/>
              <a:ext cx="2143125" cy="2276475"/>
            </a:xfrm>
            <a:prstGeom prst="roundRect">
              <a:avLst>
                <a:gd name="adj" fmla="val 3556"/>
              </a:avLst>
            </a:prstGeom>
            <a:noFill/>
            <a:ln w="4010">
              <a:solidFill>
                <a:srgbClr val="C8BEDB"/>
              </a:solidFill>
              <a:prstDash val="solid"/>
            </a:ln>
          </p:spPr>
        </p:sp>
        <p:sp>
          <p:nvSpPr>
            <p:cNvPr id="12006" name="b | pseudo input frame">
              <a:extLst>
                <a:ext uri="{FF2B5EF4-FFF2-40B4-BE49-F238E27FC236}">
                  <a16:creationId xmlns:a16="http://schemas.microsoft.com/office/drawing/2014/main" id="{4B016077-A82D-4912-ADAD-40A8D106789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6905625"/>
              <a:ext cx="2143125" cy="1066800"/>
            </a:xfrm>
            <a:prstGeom prst="roundRect">
              <a:avLst>
                <a:gd name="adj" fmla="val 7143"/>
              </a:avLst>
            </a:prstGeom>
            <a:noFill/>
            <a:ln w="4010">
              <a:solidFill>
                <a:srgbClr val="DEC6A0"/>
              </a:solidFill>
              <a:prstDash val="solid"/>
            </a:ln>
          </p:spPr>
        </p:sp>
        <p:sp>
          <p:nvSpPr>
            <p:cNvPr id="12007" name="b | ligand probability frame">
              <a:extLst>
                <a:ext uri="{FF2B5EF4-FFF2-40B4-BE49-F238E27FC236}">
                  <a16:creationId xmlns:a16="http://schemas.microsoft.com/office/drawing/2014/main" id="{9D357C7A-B171-4706-A73B-9A0918BF66EF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1257300"/>
              <a:ext cx="3095625" cy="2647950"/>
            </a:xfrm>
            <a:prstGeom prst="roundRect">
              <a:avLst>
                <a:gd name="adj" fmla="val 2878"/>
              </a:avLst>
            </a:prstGeom>
            <a:noFill/>
            <a:ln w="4398">
              <a:solidFill>
                <a:srgbClr val="AFC9DF"/>
              </a:solidFill>
              <a:prstDash val="solid"/>
            </a:ln>
          </p:spPr>
        </p:sp>
        <p:sp>
          <p:nvSpPr>
            <p:cNvPr id="12008" name="b | cues frame">
              <a:extLst>
                <a:ext uri="{FF2B5EF4-FFF2-40B4-BE49-F238E27FC236}">
                  <a16:creationId xmlns:a16="http://schemas.microsoft.com/office/drawing/2014/main" id="{D3A1D84F-57F0-4118-ACC7-42CFE3E00C34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4114800"/>
              <a:ext cx="3095625" cy="1076325"/>
            </a:xfrm>
            <a:prstGeom prst="roundRect">
              <a:avLst>
                <a:gd name="adj" fmla="val 7080"/>
              </a:avLst>
            </a:prstGeom>
            <a:noFill/>
            <a:ln w="4139">
              <a:solidFill>
                <a:srgbClr val="AFC9DF"/>
              </a:solidFill>
              <a:prstDash val="dash"/>
            </a:ln>
          </p:spPr>
        </p:sp>
        <p:sp>
          <p:nvSpPr>
            <p:cNvPr id="12009" name="b | atom probability frame">
              <a:extLst>
                <a:ext uri="{FF2B5EF4-FFF2-40B4-BE49-F238E27FC236}">
                  <a16:creationId xmlns:a16="http://schemas.microsoft.com/office/drawing/2014/main" id="{031829B9-A8C8-410D-AC12-C89F068C1A3F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5410200"/>
              <a:ext cx="3095625" cy="2562225"/>
            </a:xfrm>
            <a:prstGeom prst="roundRect">
              <a:avLst>
                <a:gd name="adj" fmla="val 2974"/>
              </a:avLst>
            </a:prstGeom>
            <a:noFill/>
            <a:ln w="4398">
              <a:solidFill>
                <a:srgbClr val="C2B8D4"/>
              </a:solidFill>
              <a:prstDash val="solid"/>
            </a:ln>
          </p:spPr>
        </p:sp>
        <p:sp>
          <p:nvSpPr>
            <p:cNvPr id="12010" name="Density bank">
              <a:extLst>
                <a:ext uri="{FF2B5EF4-FFF2-40B4-BE49-F238E27FC236}">
                  <a16:creationId xmlns:a16="http://schemas.microsoft.com/office/drawing/2014/main" id="{3333ADC4-5FF7-40F5-B785-8CBEB3CEB249}"/>
                </a:ext>
              </a:extLst>
            </p:cNvPr>
            <p:cNvSpPr>
              <a:spLocks noGrp="1"/>
            </p:cNvSpPr>
            <p:nvPr/>
          </p:nvSpPr>
          <p:spPr>
            <a:xfrm>
              <a:off x="371475" y="1457325"/>
              <a:ext cx="1895475" cy="419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3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3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Density bank</a:t>
              </a:r>
            </a:p>
          </p:txBody>
        </p:sp>
        <p:pic>
          <p:nvPicPr>
            <p:cNvPr id="12011" name=""/>
            <p:cNvPicPr>
              <a:picLocks noChangeAspect="1"/>
            </p:cNvPicPr>
            <p:nvPr/>
          </p:nvPicPr>
          <p:blipFill>
            <a:blip r:embed="rIdMethodB2"/>
            <a:stretch/>
          </p:blipFill>
          <p:spPr>
            <a:xfrm>
              <a:off x="407924" y="1981200"/>
              <a:ext cx="1822577" cy="1866900"/>
            </a:xfrm>
            <a:prstGeom prst="rect">
              <a:avLst/>
            </a:prstGeom>
          </p:spPr>
        </p:pic>
        <p:sp>
          <p:nvSpPr>
            <p:cNvPr id="12012" name="Receptor atoms">
              <a:extLst>
                <a:ext uri="{FF2B5EF4-FFF2-40B4-BE49-F238E27FC236}">
                  <a16:creationId xmlns:a16="http://schemas.microsoft.com/office/drawing/2014/main" id="{7F353272-5DC7-43FF-B3FE-2D2F0FB8399C}"/>
                </a:ext>
              </a:extLst>
            </p:cNvPr>
            <p:cNvSpPr>
              <a:spLocks noGrp="1"/>
            </p:cNvSpPr>
            <p:nvPr/>
          </p:nvSpPr>
          <p:spPr>
            <a:xfrm>
              <a:off x="352425" y="4476750"/>
              <a:ext cx="191452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Receptor atoms</a:t>
              </a:r>
            </a:p>
          </p:txBody>
        </p:sp>
        <p:pic>
          <p:nvPicPr>
            <p:cNvPr id="12013" name=""/>
            <p:cNvPicPr>
              <a:picLocks noChangeAspect="1"/>
            </p:cNvPicPr>
            <p:nvPr/>
          </p:nvPicPr>
          <p:blipFill>
            <a:blip r:embed="rIdMethodB3"/>
            <a:stretch/>
          </p:blipFill>
          <p:spPr>
            <a:xfrm>
              <a:off x="361950" y="4898708"/>
              <a:ext cx="1895475" cy="1137285"/>
            </a:xfrm>
            <a:prstGeom prst="rect">
              <a:avLst/>
            </a:prstGeom>
          </p:spPr>
        </p:pic>
        <p:sp>
          <p:nvSpPr>
            <p:cNvPr id="12014" name="Atom encoding">
              <a:extLst>
                <a:ext uri="{FF2B5EF4-FFF2-40B4-BE49-F238E27FC236}">
                  <a16:creationId xmlns:a16="http://schemas.microsoft.com/office/drawing/2014/main" id="{318251EB-88CC-4E35-AA6D-172DBC3796EC}"/>
                </a:ext>
              </a:extLst>
            </p:cNvPr>
            <p:cNvSpPr>
              <a:spLocks noGrp="1"/>
            </p:cNvSpPr>
            <p:nvPr/>
          </p:nvSpPr>
          <p:spPr>
            <a:xfrm>
              <a:off x="342900" y="6096000"/>
              <a:ext cx="19431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70" b="0">
                  <a:solidFill>
                    <a:srgbClr val="8C77B3"/>
                  </a:solidFill>
                  <a:latin typeface="Arial"/>
                  <a:ea typeface="Arial"/>
                  <a:cs typeface="Arial"/>
                </a:defRPr>
              </a:pPr>
              <a:r>
                <a:rPr sz="570" b="0">
                  <a:solidFill>
                    <a:srgbClr val="8C77B3"/>
                  </a:solidFill>
                  <a:latin typeface="Arial"/>
                  <a:ea typeface="Arial"/>
                  <a:cs typeface="Arial"/>
                </a:rPr>
                <a:t>Atom encoding</a:t>
              </a:r>
            </a:p>
          </p:txBody>
        </p:sp>
        <p:sp>
          <p:nvSpPr>
            <p:cNvPr id="12015" name="Pseudo atoms">
              <a:extLst>
                <a:ext uri="{FF2B5EF4-FFF2-40B4-BE49-F238E27FC236}">
                  <a16:creationId xmlns:a16="http://schemas.microsoft.com/office/drawing/2014/main" id="{B2452564-2CE3-4304-AA7E-C9A7CAF823A8}"/>
                </a:ext>
              </a:extLst>
            </p:cNvPr>
            <p:cNvSpPr>
              <a:spLocks noGrp="1"/>
            </p:cNvSpPr>
            <p:nvPr/>
          </p:nvSpPr>
          <p:spPr>
            <a:xfrm>
              <a:off x="333375" y="6981825"/>
              <a:ext cx="1952625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16" name="3D voxel U-Net">
              <a:extLst>
                <a:ext uri="{FF2B5EF4-FFF2-40B4-BE49-F238E27FC236}">
                  <a16:creationId xmlns:a16="http://schemas.microsoft.com/office/drawing/2014/main" id="{4A1F2334-5519-4D18-A7F7-A1B8D121AA5A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1095375"/>
              <a:ext cx="5191125" cy="419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3D voxel U-Net</a:t>
              </a:r>
            </a:p>
          </p:txBody>
        </p:sp>
        <p:pic>
          <p:nvPicPr>
            <p:cNvPr id="12017" name=""/>
            <p:cNvPicPr>
              <a:picLocks noChangeAspect="1"/>
            </p:cNvPicPr>
            <p:nvPr/>
          </p:nvPicPr>
          <p:blipFill>
            <a:blip r:embed="rIdMethodB4"/>
            <a:stretch/>
          </p:blipFill>
          <p:spPr>
            <a:xfrm>
              <a:off x="3219450" y="2448445"/>
              <a:ext cx="1190625" cy="1484860"/>
            </a:xfrm>
            <a:prstGeom prst="rect">
              <a:avLst/>
            </a:prstGeom>
          </p:spPr>
        </p:pic>
        <p:pic>
          <p:nvPicPr>
            <p:cNvPr id="12018" name=""/>
            <p:cNvPicPr>
              <a:picLocks noChangeAspect="1"/>
            </p:cNvPicPr>
            <p:nvPr/>
          </p:nvPicPr>
          <p:blipFill>
            <a:blip r:embed="rIdMethodB5"/>
            <a:stretch/>
          </p:blipFill>
          <p:spPr>
            <a:xfrm>
              <a:off x="4981575" y="2982512"/>
              <a:ext cx="1219200" cy="978700"/>
            </a:xfrm>
            <a:prstGeom prst="rect">
              <a:avLst/>
            </a:prstGeom>
          </p:spPr>
        </p:pic>
        <p:pic>
          <p:nvPicPr>
            <p:cNvPr id="12019" name=""/>
            <p:cNvPicPr>
              <a:picLocks noChangeAspect="1"/>
            </p:cNvPicPr>
            <p:nvPr/>
          </p:nvPicPr>
          <p:blipFill>
            <a:blip r:embed="rIdMethodB6"/>
            <a:stretch/>
          </p:blipFill>
          <p:spPr>
            <a:xfrm>
              <a:off x="6762750" y="3479664"/>
              <a:ext cx="1190625" cy="517798"/>
            </a:xfrm>
            <a:prstGeom prst="rect">
              <a:avLst/>
            </a:prstGeom>
          </p:spPr>
        </p:pic>
        <p:pic>
          <p:nvPicPr>
            <p:cNvPr id="12020" name=""/>
            <p:cNvPicPr>
              <a:picLocks noChangeAspect="1"/>
            </p:cNvPicPr>
            <p:nvPr/>
          </p:nvPicPr>
          <p:blipFill>
            <a:blip r:embed="rIdMethodB7"/>
            <a:stretch/>
          </p:blipFill>
          <p:spPr>
            <a:xfrm>
              <a:off x="8515350" y="2995562"/>
              <a:ext cx="1219200" cy="952602"/>
            </a:xfrm>
            <a:prstGeom prst="rect">
              <a:avLst/>
            </a:prstGeom>
          </p:spPr>
        </p:pic>
        <p:pic>
          <p:nvPicPr>
            <p:cNvPr id="12021" name=""/>
            <p:cNvPicPr>
              <a:picLocks noChangeAspect="1"/>
            </p:cNvPicPr>
            <p:nvPr/>
          </p:nvPicPr>
          <p:blipFill>
            <a:blip r:embed="rIdMethodB8"/>
            <a:stretch/>
          </p:blipFill>
          <p:spPr>
            <a:xfrm>
              <a:off x="10287000" y="2453095"/>
              <a:ext cx="1190625" cy="1475561"/>
            </a:xfrm>
            <a:prstGeom prst="rect">
              <a:avLst/>
            </a:prstGeom>
          </p:spPr>
        </p:pic>
        <p:sp>
          <p:nvSpPr>
            <p:cNvPr id="12022" name="Density bank to voxel input">
              <a:extLst>
                <a:ext uri="{FF2B5EF4-FFF2-40B4-BE49-F238E27FC236}">
                  <a16:creationId xmlns:a16="http://schemas.microsoft.com/office/drawing/2014/main" id="{808CB21E-5598-4E62-9159-1EF700E3BFE6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105150"/>
              <a:ext cx="742950" cy="476"/>
            </a:xfrm>
            <a:custGeom>
              <a:pathLst>
                <a:path w="742950" h="476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7761">
              <a:solidFill>
                <a:srgbClr val="388BBE"/>
              </a:solidFill>
              <a:prstDash val="solid"/>
            </a:ln>
          </p:spPr>
        </p:sp>
        <p:sp>
          <p:nvSpPr>
            <p:cNvPr id="12023" name="Density bank to voxel input | arrowhead">
              <a:extLst>
                <a:ext uri="{FF2B5EF4-FFF2-40B4-BE49-F238E27FC236}">
                  <a16:creationId xmlns:a16="http://schemas.microsoft.com/office/drawing/2014/main" id="{55059B02-FCF4-4422-983E-7C9DE2372359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30613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24" name="Atom encoding to voxel input">
              <a:extLst>
                <a:ext uri="{FF2B5EF4-FFF2-40B4-BE49-F238E27FC236}">
                  <a16:creationId xmlns:a16="http://schemas.microsoft.com/office/drawing/2014/main" id="{44BE1C7C-481B-481B-8265-E9E323061D45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95675"/>
              <a:ext cx="742950" cy="3000375"/>
            </a:xfrm>
            <a:custGeom>
              <a:pathLst>
                <a:path w="742950" h="3000375">
                  <a:moveTo>
                    <a:pt x="0" y="3000375"/>
                  </a:moveTo>
                  <a:lnTo>
                    <a:pt x="333375" y="3000375"/>
                  </a:lnTo>
                  <a:lnTo>
                    <a:pt x="333375" y="0"/>
                  </a:lnTo>
                  <a:lnTo>
                    <a:pt x="742950" y="0"/>
                  </a:lnTo>
                </a:path>
              </a:pathLst>
            </a:custGeom>
            <a:noFill/>
            <a:ln w="6985">
              <a:solidFill>
                <a:srgbClr val="8C77B3"/>
              </a:solidFill>
              <a:prstDash val="solid"/>
            </a:ln>
          </p:spPr>
        </p:sp>
        <p:sp>
          <p:nvSpPr>
            <p:cNvPr id="12025" name="Atom encoding to voxel input | arrowhead">
              <a:extLst>
                <a:ext uri="{FF2B5EF4-FFF2-40B4-BE49-F238E27FC236}">
                  <a16:creationId xmlns:a16="http://schemas.microsoft.com/office/drawing/2014/main" id="{8C531F18-18B2-40F7-AB96-A1E4C1A152A1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3451860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6" name="Atom encoding to point input">
              <a:extLst>
                <a:ext uri="{FF2B5EF4-FFF2-40B4-BE49-F238E27FC236}">
                  <a16:creationId xmlns:a16="http://schemas.microsoft.com/office/drawing/2014/main" id="{8F871071-85E6-481F-9AB9-69E25140AAB5}"/>
                </a:ext>
              </a:extLst>
            </p:cNvPr>
            <p:cNvSpPr>
              <a:spLocks noGrp="1"/>
            </p:cNvSpPr>
            <p:nvPr/>
          </p:nvSpPr>
          <p:spPr>
            <a:xfrm>
              <a:off x="2714625" y="6381750"/>
              <a:ext cx="409575" cy="476"/>
            </a:xfrm>
            <a:custGeom>
              <a:pathLst>
                <a:path w="409575" h="476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6985">
              <a:solidFill>
                <a:srgbClr val="8C77B3"/>
              </a:solidFill>
              <a:prstDash val="solid"/>
            </a:ln>
          </p:spPr>
        </p:sp>
        <p:sp>
          <p:nvSpPr>
            <p:cNvPr id="12027" name="Atom encoding to point input | arrowhead">
              <a:extLst>
                <a:ext uri="{FF2B5EF4-FFF2-40B4-BE49-F238E27FC236}">
                  <a16:creationId xmlns:a16="http://schemas.microsoft.com/office/drawing/2014/main" id="{58D93E21-602B-4C63-9BAB-4AF608FB0B01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63379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8" name="Pseudo atoms to point input">
              <a:extLst>
                <a:ext uri="{FF2B5EF4-FFF2-40B4-BE49-F238E27FC236}">
                  <a16:creationId xmlns:a16="http://schemas.microsoft.com/office/drawing/2014/main" id="{2F7E3134-A252-4EAA-AF17-189275164CDD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705600"/>
              <a:ext cx="742950" cy="885825"/>
            </a:xfrm>
            <a:custGeom>
              <a:pathLst>
                <a:path w="742950" h="885825">
                  <a:moveTo>
                    <a:pt x="0" y="885825"/>
                  </a:moveTo>
                  <a:lnTo>
                    <a:pt x="552450" y="885825"/>
                  </a:lnTo>
                  <a:lnTo>
                    <a:pt x="552450" y="0"/>
                  </a:lnTo>
                  <a:lnTo>
                    <a:pt x="742950" y="0"/>
                  </a:lnTo>
                </a:path>
              </a:pathLst>
            </a:custGeom>
            <a:noFill/>
            <a:ln w="6985">
              <a:solidFill>
                <a:srgbClr val="C78A2B"/>
              </a:solidFill>
              <a:prstDash val="solid"/>
            </a:ln>
          </p:spPr>
        </p:sp>
        <p:sp>
          <p:nvSpPr>
            <p:cNvPr id="12029" name="Pseudo atoms to point input | arrowhead">
              <a:extLst>
                <a:ext uri="{FF2B5EF4-FFF2-40B4-BE49-F238E27FC236}">
                  <a16:creationId xmlns:a16="http://schemas.microsoft.com/office/drawing/2014/main" id="{6441349A-58A2-4CDA-A8DE-8DF915B89E0E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66617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C78A2B"/>
            </a:solidFill>
            <a:ln w="0">
              <a:noFill/>
            </a:ln>
          </p:spPr>
        </p:sp>
        <p:sp>
          <p:nvSpPr>
            <p:cNvPr id="12030" name="U-Net forward">
              <a:extLst>
                <a:ext uri="{FF2B5EF4-FFF2-40B4-BE49-F238E27FC236}">
                  <a16:creationId xmlns:a16="http://schemas.microsoft.com/office/drawing/2014/main" id="{C328C9B8-2D10-4E98-A56F-6D9287260462}"/>
                </a:ext>
              </a:extLst>
            </p:cNvPr>
            <p:cNvSpPr>
              <a:spLocks noGrp="1"/>
            </p:cNvSpPr>
            <p:nvPr/>
          </p:nvSpPr>
          <p:spPr>
            <a:xfrm>
              <a:off x="4467225" y="3638550"/>
              <a:ext cx="428625" cy="476"/>
            </a:xfrm>
            <a:custGeom>
              <a:pathLst>
                <a:path w="428625" h="476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1" name="U-Net forward | arrowhead">
              <a:extLst>
                <a:ext uri="{FF2B5EF4-FFF2-40B4-BE49-F238E27FC236}">
                  <a16:creationId xmlns:a16="http://schemas.microsoft.com/office/drawing/2014/main" id="{93B9E225-A387-4711-AEE2-A33BE602C227}"/>
                </a:ext>
              </a:extLst>
            </p:cNvPr>
            <p:cNvSpPr>
              <a:spLocks noGrp="1"/>
            </p:cNvSpPr>
            <p:nvPr/>
          </p:nvSpPr>
          <p:spPr>
            <a:xfrm>
              <a:off x="479583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2" name="U-Net forward">
              <a:extLst>
                <a:ext uri="{FF2B5EF4-FFF2-40B4-BE49-F238E27FC236}">
                  <a16:creationId xmlns:a16="http://schemas.microsoft.com/office/drawing/2014/main" id="{86BA73B5-4BFC-4810-9723-EE6852A0D4B6}"/>
                </a:ext>
              </a:extLst>
            </p:cNvPr>
            <p:cNvSpPr>
              <a:spLocks noGrp="1"/>
            </p:cNvSpPr>
            <p:nvPr/>
          </p:nvSpPr>
          <p:spPr>
            <a:xfrm>
              <a:off x="6276975" y="3638550"/>
              <a:ext cx="390525" cy="476"/>
            </a:xfrm>
            <a:custGeom>
              <a:pathLst>
                <a:path w="390525" h="476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3" name="U-Net forward | arrowhead">
              <a:extLst>
                <a:ext uri="{FF2B5EF4-FFF2-40B4-BE49-F238E27FC236}">
                  <a16:creationId xmlns:a16="http://schemas.microsoft.com/office/drawing/2014/main" id="{F43C7077-157D-4D3E-9905-16873D23CC78}"/>
                </a:ext>
              </a:extLst>
            </p:cNvPr>
            <p:cNvSpPr>
              <a:spLocks noGrp="1"/>
            </p:cNvSpPr>
            <p:nvPr/>
          </p:nvSpPr>
          <p:spPr>
            <a:xfrm>
              <a:off x="656748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4" name="U-Net forward">
              <a:extLst>
                <a:ext uri="{FF2B5EF4-FFF2-40B4-BE49-F238E27FC236}">
                  <a16:creationId xmlns:a16="http://schemas.microsoft.com/office/drawing/2014/main" id="{7478767B-34DF-4BAD-A4B6-316C68328617}"/>
                </a:ext>
              </a:extLst>
            </p:cNvPr>
            <p:cNvSpPr>
              <a:spLocks noGrp="1"/>
            </p:cNvSpPr>
            <p:nvPr/>
          </p:nvSpPr>
          <p:spPr>
            <a:xfrm>
              <a:off x="8029575" y="3638550"/>
              <a:ext cx="390525" cy="476"/>
            </a:xfrm>
            <a:custGeom>
              <a:pathLst>
                <a:path w="390525" h="476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5" name="U-Net forward | arrowhead">
              <a:extLst>
                <a:ext uri="{FF2B5EF4-FFF2-40B4-BE49-F238E27FC236}">
                  <a16:creationId xmlns:a16="http://schemas.microsoft.com/office/drawing/2014/main" id="{DEC84AA1-012B-4544-A87F-497F06CBD827}"/>
                </a:ext>
              </a:extLst>
            </p:cNvPr>
            <p:cNvSpPr>
              <a:spLocks noGrp="1"/>
            </p:cNvSpPr>
            <p:nvPr/>
          </p:nvSpPr>
          <p:spPr>
            <a:xfrm>
              <a:off x="832008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6" name="U-Net forward">
              <a:extLst>
                <a:ext uri="{FF2B5EF4-FFF2-40B4-BE49-F238E27FC236}">
                  <a16:creationId xmlns:a16="http://schemas.microsoft.com/office/drawing/2014/main" id="{83A7362E-D55D-46B1-92F1-A1E1794F07DB}"/>
                </a:ext>
              </a:extLst>
            </p:cNvPr>
            <p:cNvSpPr>
              <a:spLocks noGrp="1"/>
            </p:cNvSpPr>
            <p:nvPr/>
          </p:nvSpPr>
          <p:spPr>
            <a:xfrm>
              <a:off x="9810750" y="3638550"/>
              <a:ext cx="381000" cy="476"/>
            </a:xfrm>
            <a:custGeom>
              <a:pathLst>
                <a:path w="381000" h="476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7" name="U-Net forward | arrowhead">
              <a:extLst>
                <a:ext uri="{FF2B5EF4-FFF2-40B4-BE49-F238E27FC236}">
                  <a16:creationId xmlns:a16="http://schemas.microsoft.com/office/drawing/2014/main" id="{01F61993-7429-49A6-84EB-9724D907C1D0}"/>
                </a:ext>
              </a:extLst>
            </p:cNvPr>
            <p:cNvSpPr>
              <a:spLocks noGrp="1"/>
            </p:cNvSpPr>
            <p:nvPr/>
          </p:nvSpPr>
          <p:spPr>
            <a:xfrm>
              <a:off x="1009173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8" name="U-Net outer skip">
              <a:extLst>
                <a:ext uri="{FF2B5EF4-FFF2-40B4-BE49-F238E27FC236}">
                  <a16:creationId xmlns:a16="http://schemas.microsoft.com/office/drawing/2014/main" id="{A2DB058E-B16E-4F5E-AF56-C86036E0AEEB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1752600"/>
              <a:ext cx="7067550" cy="581025"/>
            </a:xfrm>
            <a:custGeom>
              <a:pathLst>
                <a:path w="7067550" h="581025">
                  <a:moveTo>
                    <a:pt x="0" y="581025"/>
                  </a:moveTo>
                  <a:lnTo>
                    <a:pt x="0" y="0"/>
                  </a:lnTo>
                  <a:lnTo>
                    <a:pt x="7067550" y="0"/>
                  </a:lnTo>
                  <a:lnTo>
                    <a:pt x="7067550" y="581025"/>
                  </a:lnTo>
                </a:path>
              </a:pathLst>
            </a:custGeom>
            <a:noFill/>
            <a:ln w="5691">
              <a:solidFill>
                <a:srgbClr val="97B6D0"/>
              </a:solidFill>
              <a:prstDash val="dash"/>
            </a:ln>
          </p:spPr>
        </p:sp>
        <p:sp>
          <p:nvSpPr>
            <p:cNvPr id="12039" name="U-Net outer skip | arrowhead">
              <a:extLst>
                <a:ext uri="{FF2B5EF4-FFF2-40B4-BE49-F238E27FC236}">
                  <a16:creationId xmlns:a16="http://schemas.microsoft.com/office/drawing/2014/main" id="{887CEA1A-B4AE-426A-9E28-1CC81780A8F0}"/>
                </a:ext>
              </a:extLst>
            </p:cNvPr>
            <p:cNvSpPr>
              <a:spLocks noGrp="1"/>
            </p:cNvSpPr>
            <p:nvPr/>
          </p:nvSpPr>
          <p:spPr>
            <a:xfrm>
              <a:off x="10843260" y="22336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B6D0"/>
            </a:solidFill>
            <a:ln w="0">
              <a:noFill/>
            </a:ln>
          </p:spPr>
        </p:sp>
        <p:sp>
          <p:nvSpPr>
            <p:cNvPr id="12040" name="U-Net inner skip">
              <a:extLst>
                <a:ext uri="{FF2B5EF4-FFF2-40B4-BE49-F238E27FC236}">
                  <a16:creationId xmlns:a16="http://schemas.microsoft.com/office/drawing/2014/main" id="{E7106C98-61A5-4CEF-802D-4917C2485741}"/>
                </a:ext>
              </a:extLst>
            </p:cNvPr>
            <p:cNvSpPr>
              <a:spLocks noGrp="1"/>
            </p:cNvSpPr>
            <p:nvPr/>
          </p:nvSpPr>
          <p:spPr>
            <a:xfrm>
              <a:off x="5591175" y="2095500"/>
              <a:ext cx="3533775" cy="800100"/>
            </a:xfrm>
            <a:custGeom>
              <a:pathLst>
                <a:path w="3533775" h="800100">
                  <a:moveTo>
                    <a:pt x="0" y="800100"/>
                  </a:moveTo>
                  <a:lnTo>
                    <a:pt x="0" y="0"/>
                  </a:lnTo>
                  <a:lnTo>
                    <a:pt x="3533775" y="0"/>
                  </a:lnTo>
                  <a:lnTo>
                    <a:pt x="3533775" y="800100"/>
                  </a:lnTo>
                </a:path>
              </a:pathLst>
            </a:custGeom>
            <a:noFill/>
            <a:ln w="5691">
              <a:solidFill>
                <a:srgbClr val="97B6D0"/>
              </a:solidFill>
              <a:prstDash val="dash"/>
            </a:ln>
          </p:spPr>
        </p:sp>
        <p:sp>
          <p:nvSpPr>
            <p:cNvPr id="12041" name="U-Net inner skip | arrowhead">
              <a:extLst>
                <a:ext uri="{FF2B5EF4-FFF2-40B4-BE49-F238E27FC236}">
                  <a16:creationId xmlns:a16="http://schemas.microsoft.com/office/drawing/2014/main" id="{FEE2870D-E420-456D-B1CC-FD6540F45A26}"/>
                </a:ext>
              </a:extLst>
            </p:cNvPr>
            <p:cNvSpPr>
              <a:spLocks noGrp="1"/>
            </p:cNvSpPr>
            <p:nvPr/>
          </p:nvSpPr>
          <p:spPr>
            <a:xfrm>
              <a:off x="9081135" y="2795588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B6D0"/>
            </a:solidFill>
            <a:ln w="0">
              <a:noFill/>
            </a:ln>
          </p:spPr>
        </p:sp>
        <p:sp>
          <p:nvSpPr>
            <p:cNvPr id="12042" name="Encoder">
              <a:extLst>
                <a:ext uri="{FF2B5EF4-FFF2-40B4-BE49-F238E27FC236}">
                  <a16:creationId xmlns:a16="http://schemas.microsoft.com/office/drawing/2014/main" id="{7433B127-52FC-420D-BC80-287A7F7DD846}"/>
                </a:ext>
              </a:extLst>
            </p:cNvPr>
            <p:cNvSpPr>
              <a:spLocks noGrp="1"/>
            </p:cNvSpPr>
            <p:nvPr/>
          </p:nvSpPr>
          <p:spPr>
            <a:xfrm>
              <a:off x="3476625" y="4124325"/>
              <a:ext cx="246697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507CAB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507CAB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  <p:sp>
          <p:nvSpPr>
            <p:cNvPr id="12043" name="Bottleneck">
              <a:extLst>
                <a:ext uri="{FF2B5EF4-FFF2-40B4-BE49-F238E27FC236}">
                  <a16:creationId xmlns:a16="http://schemas.microsoft.com/office/drawing/2014/main" id="{1989A385-5CFD-4A8D-BA83-8F7D093D0461}"/>
                </a:ext>
              </a:extLst>
            </p:cNvPr>
            <p:cNvSpPr>
              <a:spLocks noGrp="1"/>
            </p:cNvSpPr>
            <p:nvPr/>
          </p:nvSpPr>
          <p:spPr>
            <a:xfrm>
              <a:off x="6353175" y="4124325"/>
              <a:ext cx="200025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8C72AC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8C72AC"/>
                  </a:solidFill>
                  <a:latin typeface="Arial"/>
                  <a:ea typeface="Arial"/>
                  <a:cs typeface="Arial"/>
                </a:rPr>
                <a:t>Bottleneck</a:t>
              </a:r>
            </a:p>
          </p:txBody>
        </p:sp>
        <p:sp>
          <p:nvSpPr>
            <p:cNvPr id="12044" name="Decoder">
              <a:extLst>
                <a:ext uri="{FF2B5EF4-FFF2-40B4-BE49-F238E27FC236}">
                  <a16:creationId xmlns:a16="http://schemas.microsoft.com/office/drawing/2014/main" id="{48614F48-23EC-4E15-AC2F-660B92B07D7A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4124325"/>
              <a:ext cx="237172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4F8E84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4F8E84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  <p:sp>
          <p:nvSpPr>
            <p:cNvPr id="12045" name="Voxel-to-point fusion">
              <a:extLst>
                <a:ext uri="{FF2B5EF4-FFF2-40B4-BE49-F238E27FC236}">
                  <a16:creationId xmlns:a16="http://schemas.microsoft.com/office/drawing/2014/main" id="{2E19D855-72CD-4A7B-9814-47AA3E15EE98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46" name="Voxel-to-point fusion | arrowhead">
              <a:extLst>
                <a:ext uri="{FF2B5EF4-FFF2-40B4-BE49-F238E27FC236}">
                  <a16:creationId xmlns:a16="http://schemas.microsoft.com/office/drawing/2014/main" id="{5A02CCA0-D239-482E-A5C0-DABA02E2FE4B}"/>
                </a:ext>
              </a:extLst>
            </p:cNvPr>
            <p:cNvSpPr>
              <a:spLocks noGrp="1"/>
            </p:cNvSpPr>
            <p:nvPr/>
          </p:nvSpPr>
          <p:spPr>
            <a:xfrm>
              <a:off x="3775710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47" name="Voxel-to-point fusion">
              <a:extLst>
                <a:ext uri="{FF2B5EF4-FFF2-40B4-BE49-F238E27FC236}">
                  <a16:creationId xmlns:a16="http://schemas.microsoft.com/office/drawing/2014/main" id="{D021B9F3-6B7C-4BEE-9FDE-9D83A51025D9}"/>
                </a:ext>
              </a:extLst>
            </p:cNvPr>
            <p:cNvSpPr>
              <a:spLocks noGrp="1"/>
            </p:cNvSpPr>
            <p:nvPr/>
          </p:nvSpPr>
          <p:spPr>
            <a:xfrm>
              <a:off x="7353300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48" name="Voxel-to-point fusion | arrowhead">
              <a:extLst>
                <a:ext uri="{FF2B5EF4-FFF2-40B4-BE49-F238E27FC236}">
                  <a16:creationId xmlns:a16="http://schemas.microsoft.com/office/drawing/2014/main" id="{E079982C-2DD6-4061-98D7-930607294992}"/>
                </a:ext>
              </a:extLst>
            </p:cNvPr>
            <p:cNvSpPr>
              <a:spLocks noGrp="1"/>
            </p:cNvSpPr>
            <p:nvPr/>
          </p:nvSpPr>
          <p:spPr>
            <a:xfrm>
              <a:off x="7309485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49" name="Voxel-to-point fusion">
              <a:extLst>
                <a:ext uri="{FF2B5EF4-FFF2-40B4-BE49-F238E27FC236}">
                  <a16:creationId xmlns:a16="http://schemas.microsoft.com/office/drawing/2014/main" id="{B8130579-44B0-413F-A85D-7A0007176467}"/>
                </a:ext>
              </a:extLst>
            </p:cNvPr>
            <p:cNvSpPr>
              <a:spLocks noGrp="1"/>
            </p:cNvSpPr>
            <p:nvPr/>
          </p:nvSpPr>
          <p:spPr>
            <a:xfrm>
              <a:off x="10887075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50" name="Voxel-to-point fusion | arrowhead">
              <a:extLst>
                <a:ext uri="{FF2B5EF4-FFF2-40B4-BE49-F238E27FC236}">
                  <a16:creationId xmlns:a16="http://schemas.microsoft.com/office/drawing/2014/main" id="{A3F5A8D0-CC75-480C-B1DA-8E712712E9B1}"/>
                </a:ext>
              </a:extLst>
            </p:cNvPr>
            <p:cNvSpPr>
              <a:spLocks noGrp="1"/>
            </p:cNvSpPr>
            <p:nvPr/>
          </p:nvSpPr>
          <p:spPr>
            <a:xfrm>
              <a:off x="10843260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51" name="Voxel-to-point fusion">
              <a:extLst>
                <a:ext uri="{FF2B5EF4-FFF2-40B4-BE49-F238E27FC236}">
                  <a16:creationId xmlns:a16="http://schemas.microsoft.com/office/drawing/2014/main" id="{F27E6F9A-A09D-4E68-8429-A3A60A0656C7}"/>
                </a:ext>
              </a:extLst>
            </p:cNvPr>
            <p:cNvSpPr>
              <a:spLocks noGrp="1"/>
            </p:cNvSpPr>
            <p:nvPr/>
          </p:nvSpPr>
          <p:spPr>
            <a:xfrm>
              <a:off x="4162425" y="4924425"/>
              <a:ext cx="27908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Voxel-to-point</a:t>
              </a:r>
            </a:p>
            <a:p>
              <a:pPr algn="ctr">
                <a:def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fusion</a:t>
              </a:r>
            </a:p>
          </p:txBody>
        </p:sp>
        <p:sp>
          <p:nvSpPr>
            <p:cNvPr id="12052" name="Point pathway forward">
              <a:extLst>
                <a:ext uri="{FF2B5EF4-FFF2-40B4-BE49-F238E27FC236}">
                  <a16:creationId xmlns:a16="http://schemas.microsoft.com/office/drawing/2014/main" id="{5CBF7463-0649-4E84-8E2A-9B750D6594DC}"/>
                </a:ext>
              </a:extLst>
            </p:cNvPr>
            <p:cNvSpPr>
              <a:spLocks noGrp="1"/>
            </p:cNvSpPr>
            <p:nvPr/>
          </p:nvSpPr>
          <p:spPr>
            <a:xfrm>
              <a:off x="4448175" y="6400800"/>
              <a:ext cx="504825" cy="476"/>
            </a:xfrm>
            <a:custGeom>
              <a:pathLst>
                <a:path w="504825" h="476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3" name="Point pathway forward | arrowhead">
              <a:extLst>
                <a:ext uri="{FF2B5EF4-FFF2-40B4-BE49-F238E27FC236}">
                  <a16:creationId xmlns:a16="http://schemas.microsoft.com/office/drawing/2014/main" id="{F7BE2ED4-99A3-45A4-AA3E-A72882D3993B}"/>
                </a:ext>
              </a:extLst>
            </p:cNvPr>
            <p:cNvSpPr>
              <a:spLocks noGrp="1"/>
            </p:cNvSpPr>
            <p:nvPr/>
          </p:nvSpPr>
          <p:spPr>
            <a:xfrm>
              <a:off x="485298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4" name="Point pathway forward">
              <a:extLst>
                <a:ext uri="{FF2B5EF4-FFF2-40B4-BE49-F238E27FC236}">
                  <a16:creationId xmlns:a16="http://schemas.microsoft.com/office/drawing/2014/main" id="{6F1E73D5-E618-4F72-A3B3-72585E911C16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6400800"/>
              <a:ext cx="495300" cy="476"/>
            </a:xfrm>
            <a:custGeom>
              <a:pathLst>
                <a:path w="495300" h="476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5" name="Point pathway forward | arrowhead">
              <a:extLst>
                <a:ext uri="{FF2B5EF4-FFF2-40B4-BE49-F238E27FC236}">
                  <a16:creationId xmlns:a16="http://schemas.microsoft.com/office/drawing/2014/main" id="{CD37C046-6FEB-4FA7-9302-7EE2F262506E}"/>
                </a:ext>
              </a:extLst>
            </p:cNvPr>
            <p:cNvSpPr>
              <a:spLocks noGrp="1"/>
            </p:cNvSpPr>
            <p:nvPr/>
          </p:nvSpPr>
          <p:spPr>
            <a:xfrm>
              <a:off x="6615113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6" name="Point pathway forward">
              <a:extLst>
                <a:ext uri="{FF2B5EF4-FFF2-40B4-BE49-F238E27FC236}">
                  <a16:creationId xmlns:a16="http://schemas.microsoft.com/office/drawing/2014/main" id="{A4C90B7B-D4D5-47BB-B67E-9451F5E5C945}"/>
                </a:ext>
              </a:extLst>
            </p:cNvPr>
            <p:cNvSpPr>
              <a:spLocks noGrp="1"/>
            </p:cNvSpPr>
            <p:nvPr/>
          </p:nvSpPr>
          <p:spPr>
            <a:xfrm>
              <a:off x="7981950" y="6400800"/>
              <a:ext cx="504825" cy="476"/>
            </a:xfrm>
            <a:custGeom>
              <a:pathLst>
                <a:path w="504825" h="476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7" name="Point pathway forward | arrowhead">
              <a:extLst>
                <a:ext uri="{FF2B5EF4-FFF2-40B4-BE49-F238E27FC236}">
                  <a16:creationId xmlns:a16="http://schemas.microsoft.com/office/drawing/2014/main" id="{F82D1976-921E-4405-80AC-F3D9AD6588D5}"/>
                </a:ext>
              </a:extLst>
            </p:cNvPr>
            <p:cNvSpPr>
              <a:spLocks noGrp="1"/>
            </p:cNvSpPr>
            <p:nvPr/>
          </p:nvSpPr>
          <p:spPr>
            <a:xfrm>
              <a:off x="8386763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8" name="Point pathway forward">
              <a:extLst>
                <a:ext uri="{FF2B5EF4-FFF2-40B4-BE49-F238E27FC236}">
                  <a16:creationId xmlns:a16="http://schemas.microsoft.com/office/drawing/2014/main" id="{B858A5E5-6274-4EC0-9653-E170504D1168}"/>
                </a:ext>
              </a:extLst>
            </p:cNvPr>
            <p:cNvSpPr>
              <a:spLocks noGrp="1"/>
            </p:cNvSpPr>
            <p:nvPr/>
          </p:nvSpPr>
          <p:spPr>
            <a:xfrm>
              <a:off x="9753600" y="6400800"/>
              <a:ext cx="495300" cy="476"/>
            </a:xfrm>
            <a:custGeom>
              <a:pathLst>
                <a:path w="495300" h="476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9" name="Point pathway forward | arrowhead">
              <a:extLst>
                <a:ext uri="{FF2B5EF4-FFF2-40B4-BE49-F238E27FC236}">
                  <a16:creationId xmlns:a16="http://schemas.microsoft.com/office/drawing/2014/main" id="{FF519A43-DF77-448A-A9A2-F2B0C8FF1DE0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60" name="Point recycling">
              <a:extLst>
                <a:ext uri="{FF2B5EF4-FFF2-40B4-BE49-F238E27FC236}">
                  <a16:creationId xmlns:a16="http://schemas.microsoft.com/office/drawing/2014/main" id="{8349F4A1-5D54-4626-8EE1-63C3C859B930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6943725"/>
              <a:ext cx="7067550" cy="381000"/>
            </a:xfrm>
            <a:custGeom>
              <a:pathLst>
                <a:path w="7067550" h="381000">
                  <a:moveTo>
                    <a:pt x="7067550" y="0"/>
                  </a:moveTo>
                  <a:lnTo>
                    <a:pt x="7067550" y="381000"/>
                  </a:lnTo>
                  <a:lnTo>
                    <a:pt x="0" y="381000"/>
                  </a:lnTo>
                  <a:lnTo>
                    <a:pt x="0" y="0"/>
                  </a:lnTo>
                </a:path>
              </a:pathLst>
            </a:custGeom>
            <a:noFill/>
            <a:ln w="7243">
              <a:solidFill>
                <a:srgbClr val="639CCB"/>
              </a:solidFill>
              <a:prstDash val="solid"/>
            </a:ln>
          </p:spPr>
        </p:sp>
        <p:sp>
          <p:nvSpPr>
            <p:cNvPr id="12061" name="Point recycling | arrowhead">
              <a:extLst>
                <a:ext uri="{FF2B5EF4-FFF2-40B4-BE49-F238E27FC236}">
                  <a16:creationId xmlns:a16="http://schemas.microsoft.com/office/drawing/2014/main" id="{90402031-E2D6-4254-AA44-AFF5372FD9AF}"/>
                </a:ext>
              </a:extLst>
            </p:cNvPr>
            <p:cNvSpPr>
              <a:spLocks noGrp="1"/>
            </p:cNvSpPr>
            <p:nvPr/>
          </p:nvSpPr>
          <p:spPr>
            <a:xfrm>
              <a:off x="3775710" y="6943725"/>
              <a:ext cx="87630" cy="100013"/>
            </a:xfrm>
            <a:custGeom>
              <a:pathLst>
                <a:path w="87630" h="100013">
                  <a:moveTo>
                    <a:pt x="43815" y="0"/>
                  </a:moveTo>
                  <a:lnTo>
                    <a:pt x="0" y="100013"/>
                  </a:lnTo>
                  <a:lnTo>
                    <a:pt x="87630" y="100013"/>
                  </a:lnTo>
                  <a:close/>
                </a:path>
              </a:pathLst>
            </a:custGeom>
            <a:solidFill>
              <a:srgbClr val="639CCB"/>
            </a:solidFill>
            <a:ln w="0">
              <a:noFill/>
            </a:ln>
          </p:spPr>
        </p:sp>
        <p:sp>
          <p:nvSpPr>
            <p:cNvPr id="12062" name="Recycle">
              <a:extLst>
                <a:ext uri="{FF2B5EF4-FFF2-40B4-BE49-F238E27FC236}">
                  <a16:creationId xmlns:a16="http://schemas.microsoft.com/office/drawing/2014/main" id="{9C93D229-7AA8-4500-BFBF-AE1A9CCB8795}"/>
                </a:ext>
              </a:extLst>
            </p:cNvPr>
            <p:cNvSpPr>
              <a:spLocks noGrp="1"/>
            </p:cNvSpPr>
            <p:nvPr/>
          </p:nvSpPr>
          <p:spPr>
            <a:xfrm>
              <a:off x="6619875" y="7115175"/>
              <a:ext cx="1495425" cy="400050"/>
            </a:xfrm>
            <a:prstGeom prst="rect">
              <a:avLst/>
            </a:prstGeom>
            <a:solidFill>
              <a:srgbClr val="F4F8FC"/>
            </a:solidFill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4D82AA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4D82AA"/>
                  </a:solidFill>
                  <a:latin typeface="Arial"/>
                  <a:ea typeface="Arial"/>
                  <a:cs typeface="Arial"/>
                </a:rPr>
                <a:t>Recycle</a:t>
              </a:r>
            </a:p>
          </p:txBody>
        </p:sp>
        <p:sp>
          <p:nvSpPr>
            <p:cNvPr id="12063" name="Point Transformer V3">
              <a:extLst>
                <a:ext uri="{FF2B5EF4-FFF2-40B4-BE49-F238E27FC236}">
                  <a16:creationId xmlns:a16="http://schemas.microsoft.com/office/drawing/2014/main" id="{96D189F3-B4E2-4571-BF80-2176CD68D9C8}"/>
                </a:ext>
              </a:extLst>
            </p:cNvPr>
            <p:cNvSpPr>
              <a:spLocks noGrp="1"/>
            </p:cNvSpPr>
            <p:nvPr/>
          </p:nvSpPr>
          <p:spPr>
            <a:xfrm>
              <a:off x="4219575" y="7648575"/>
              <a:ext cx="6296025" cy="428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Point Transformer V3</a:t>
              </a:r>
            </a:p>
          </p:txBody>
        </p:sp>
        <p:sp>
          <p:nvSpPr>
            <p:cNvPr id="12064" name="Voxel pathway to ligand-area probability">
              <a:extLst>
                <a:ext uri="{FF2B5EF4-FFF2-40B4-BE49-F238E27FC236}">
                  <a16:creationId xmlns:a16="http://schemas.microsoft.com/office/drawing/2014/main" id="{381E1A67-D932-4760-93D7-49DCFF1EBBBE}"/>
                </a:ext>
              </a:extLst>
            </p:cNvPr>
            <p:cNvSpPr>
              <a:spLocks noGrp="1"/>
            </p:cNvSpPr>
            <p:nvPr/>
          </p:nvSpPr>
          <p:spPr>
            <a:xfrm>
              <a:off x="11553825" y="3105150"/>
              <a:ext cx="352425" cy="476"/>
            </a:xfrm>
            <a:custGeom>
              <a:pathLst>
                <a:path w="352425" h="476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w="8278">
              <a:solidFill>
                <a:srgbClr val="388BBE"/>
              </a:solidFill>
              <a:prstDash val="solid"/>
            </a:ln>
          </p:spPr>
        </p:sp>
        <p:sp>
          <p:nvSpPr>
            <p:cNvPr id="12065" name="Voxel pathway to ligand-area probability | arrowhead">
              <a:extLst>
                <a:ext uri="{FF2B5EF4-FFF2-40B4-BE49-F238E27FC236}">
                  <a16:creationId xmlns:a16="http://schemas.microsoft.com/office/drawing/2014/main" id="{763C4C41-E8A7-4033-B182-19A0F77CF785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8" y="30613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66" name="Point pathway to atom binding probability">
              <a:extLst>
                <a:ext uri="{FF2B5EF4-FFF2-40B4-BE49-F238E27FC236}">
                  <a16:creationId xmlns:a16="http://schemas.microsoft.com/office/drawing/2014/main" id="{9201B913-92CF-4D76-A4E0-D0587A3C8F46}"/>
                </a:ext>
              </a:extLst>
            </p:cNvPr>
            <p:cNvSpPr>
              <a:spLocks noGrp="1"/>
            </p:cNvSpPr>
            <p:nvPr/>
          </p:nvSpPr>
          <p:spPr>
            <a:xfrm>
              <a:off x="11534775" y="6400800"/>
              <a:ext cx="371475" cy="476"/>
            </a:xfrm>
            <a:custGeom>
              <a:pathLst>
                <a:path w="371475" h="476">
                  <a:moveTo>
                    <a:pt x="0" y="0"/>
                  </a:moveTo>
                  <a:lnTo>
                    <a:pt x="371475" y="0"/>
                  </a:lnTo>
                </a:path>
              </a:pathLst>
            </a:custGeom>
            <a:noFill/>
            <a:ln w="8278">
              <a:solidFill>
                <a:srgbClr val="8C77B3"/>
              </a:solidFill>
              <a:prstDash val="solid"/>
            </a:ln>
          </p:spPr>
        </p:sp>
        <p:sp>
          <p:nvSpPr>
            <p:cNvPr id="12067" name="Point pathway to atom binding probability | arrowhead">
              <a:extLst>
                <a:ext uri="{FF2B5EF4-FFF2-40B4-BE49-F238E27FC236}">
                  <a16:creationId xmlns:a16="http://schemas.microsoft.com/office/drawing/2014/main" id="{C42BBE72-FFAF-40CF-9226-AE7D2E6E1B74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68" name="Ligand-area probability">
              <a:extLst>
                <a:ext uri="{FF2B5EF4-FFF2-40B4-BE49-F238E27FC236}">
                  <a16:creationId xmlns:a16="http://schemas.microsoft.com/office/drawing/2014/main" id="{593A94F6-1DA8-4E9E-97CB-AC2A81EFEC14}"/>
                </a:ext>
              </a:extLst>
            </p:cNvPr>
            <p:cNvSpPr>
              <a:spLocks noGrp="1"/>
            </p:cNvSpPr>
            <p:nvPr/>
          </p:nvSpPr>
          <p:spPr>
            <a:xfrm>
              <a:off x="12106275" y="1371600"/>
              <a:ext cx="270510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Ligand-area</a:t>
              </a:r>
            </a:p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pic>
          <p:nvPicPr>
            <p:cNvPr id="12069" name=""/>
            <p:cNvPicPr>
              <a:picLocks noChangeAspect="1"/>
            </p:cNvPicPr>
            <p:nvPr/>
          </p:nvPicPr>
          <p:blipFill>
            <a:blip r:embed="rIdMethodB9"/>
            <a:stretch/>
          </p:blipFill>
          <p:spPr>
            <a:xfrm>
              <a:off x="12272773" y="2143125"/>
              <a:ext cx="1619630" cy="1638300"/>
            </a:xfrm>
            <a:prstGeom prst="rect">
              <a:avLst/>
            </a:prstGeom>
          </p:spPr>
        </p:pic>
        <p:sp>
          <p:nvSpPr>
            <p:cNvPr id="12070" name="Cues to Match">
              <a:extLst>
                <a:ext uri="{FF2B5EF4-FFF2-40B4-BE49-F238E27FC236}">
                  <a16:creationId xmlns:a16="http://schemas.microsoft.com/office/drawing/2014/main" id="{AFC35B8B-3C14-4C29-BCC5-16020B1AE6BD}"/>
                </a:ext>
              </a:extLst>
            </p:cNvPr>
            <p:cNvSpPr>
              <a:spLocks noGrp="1"/>
            </p:cNvSpPr>
            <p:nvPr/>
          </p:nvSpPr>
          <p:spPr>
            <a:xfrm>
              <a:off x="12115800" y="4191000"/>
              <a:ext cx="266700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Cues to Match</a:t>
              </a:r>
            </a:p>
          </p:txBody>
        </p:sp>
        <p:sp>
          <p:nvSpPr>
            <p:cNvPr id="12071" name="Blob">
              <a:extLst>
                <a:ext uri="{FF2B5EF4-FFF2-40B4-BE49-F238E27FC236}">
                  <a16:creationId xmlns:a16="http://schemas.microsoft.com/office/drawing/2014/main" id="{0BD65C1B-0FE2-430E-8BFF-02A43D45613E}"/>
                </a:ext>
              </a:extLst>
            </p:cNvPr>
            <p:cNvSpPr>
              <a:spLocks noGrp="1"/>
            </p:cNvSpPr>
            <p:nvPr/>
          </p:nvSpPr>
          <p:spPr>
            <a:xfrm>
              <a:off x="12163425" y="4829175"/>
              <a:ext cx="99060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Blob</a:t>
              </a:r>
            </a:p>
          </p:txBody>
        </p:sp>
        <p:sp>
          <p:nvSpPr>
            <p:cNvPr id="12072" name="Pseudo atoms cue">
              <a:extLst>
                <a:ext uri="{FF2B5EF4-FFF2-40B4-BE49-F238E27FC236}">
                  <a16:creationId xmlns:a16="http://schemas.microsoft.com/office/drawing/2014/main" id="{F35D7F89-F7FA-477D-9F59-8BE25E17980E}"/>
                </a:ext>
              </a:extLst>
            </p:cNvPr>
            <p:cNvSpPr>
              <a:spLocks noGrp="1"/>
            </p:cNvSpPr>
            <p:nvPr/>
          </p:nvSpPr>
          <p:spPr>
            <a:xfrm>
              <a:off x="13220700" y="4829175"/>
              <a:ext cx="16573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73" name="Atom binding probability">
              <a:extLst>
                <a:ext uri="{FF2B5EF4-FFF2-40B4-BE49-F238E27FC236}">
                  <a16:creationId xmlns:a16="http://schemas.microsoft.com/office/drawing/2014/main" id="{EFE9FB00-D00B-4BBB-AEBA-40C45DDF6E97}"/>
                </a:ext>
              </a:extLst>
            </p:cNvPr>
            <p:cNvSpPr>
              <a:spLocks noGrp="1"/>
            </p:cNvSpPr>
            <p:nvPr/>
          </p:nvSpPr>
          <p:spPr>
            <a:xfrm>
              <a:off x="12106275" y="5524500"/>
              <a:ext cx="270510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Atom binding</a:t>
              </a:r>
            </a:p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sp>
          <p:nvSpPr>
            <p:cNvPr id="12074" name="Probability scale">
              <a:extLst>
                <a:ext uri="{FF2B5EF4-FFF2-40B4-BE49-F238E27FC236}">
                  <a16:creationId xmlns:a16="http://schemas.microsoft.com/office/drawing/2014/main" id="{E53F23E7-A394-48F9-8E25-A14C9D91306D}"/>
                </a:ext>
              </a:extLst>
            </p:cNvPr>
            <p:cNvSpPr>
              <a:spLocks noGrp="1"/>
            </p:cNvSpPr>
            <p:nvPr/>
          </p:nvSpPr>
          <p:spPr>
            <a:xfrm>
              <a:off x="14154150" y="2447925"/>
              <a:ext cx="114300" cy="904875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75" name="High">
              <a:extLst>
                <a:ext uri="{FF2B5EF4-FFF2-40B4-BE49-F238E27FC236}">
                  <a16:creationId xmlns:a16="http://schemas.microsoft.com/office/drawing/2014/main" id="{B086D2D6-9D1B-4F16-B027-DBA16BEBB91B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2352675"/>
              <a:ext cx="638175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076" name="Low">
              <a:extLst>
                <a:ext uri="{FF2B5EF4-FFF2-40B4-BE49-F238E27FC236}">
                  <a16:creationId xmlns:a16="http://schemas.microsoft.com/office/drawing/2014/main" id="{20732218-2ACA-4D65-BF21-EE776F11AE4A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3133725"/>
              <a:ext cx="609600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sp>
          <p:nvSpPr>
            <p:cNvPr id="12077" name="Probability scale">
              <a:extLst>
                <a:ext uri="{FF2B5EF4-FFF2-40B4-BE49-F238E27FC236}">
                  <a16:creationId xmlns:a16="http://schemas.microsoft.com/office/drawing/2014/main" id="{CEDFC6D7-50A2-4802-BBB6-A39A330D202C}"/>
                </a:ext>
              </a:extLst>
            </p:cNvPr>
            <p:cNvSpPr>
              <a:spLocks noGrp="1"/>
            </p:cNvSpPr>
            <p:nvPr/>
          </p:nvSpPr>
          <p:spPr>
            <a:xfrm>
              <a:off x="14154150" y="6562725"/>
              <a:ext cx="114300" cy="904875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78" name="High">
              <a:extLst>
                <a:ext uri="{FF2B5EF4-FFF2-40B4-BE49-F238E27FC236}">
                  <a16:creationId xmlns:a16="http://schemas.microsoft.com/office/drawing/2014/main" id="{254A0B03-4586-4860-9815-0AD774C1766D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6467475"/>
              <a:ext cx="638175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079" name="Low">
              <a:extLst>
                <a:ext uri="{FF2B5EF4-FFF2-40B4-BE49-F238E27FC236}">
                  <a16:creationId xmlns:a16="http://schemas.microsoft.com/office/drawing/2014/main" id="{5BB43DD0-EAAF-4CC7-9D61-590505C4C0D8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7248525"/>
              <a:ext cx="609600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grpSp>
          <p:nvGrpSpPr>
            <p:cNvPr id="12080" name="b | PTV3 stage 1">
              <a:extLst>
                <a:ext uri="{FF2B5EF4-FFF2-40B4-BE49-F238E27FC236}">
                  <a16:creationId xmlns:a16="http://schemas.microsoft.com/office/drawing/2014/main" id="{C45814B3-EFC9-43F3-86EA-9E90B55A5FA2}"/>
                </a:ext>
              </a:extLst>
            </p:cNvPr>
            <p:cNvGrpSpPr/>
            <p:nvPr/>
          </p:nvGrpSpPr>
          <p:grpSpPr>
            <a:xfrm>
              <a:off x="3219450" y="5972175"/>
              <a:ext cx="1200150" cy="857250"/>
              <a:chOff x="1837958" y="1438830"/>
              <a:chExt cx="279225" cy="243090"/>
            </a:xfrm>
          </p:grpSpPr>
          <p:sp>
            <p:nvSpPr>
              <p:cNvPr id="12081" name="rect_1844">
                <a:extLst>
                  <a:ext uri="{FF2B5EF4-FFF2-40B4-BE49-F238E27FC236}">
                    <a16:creationId xmlns:a16="http://schemas.microsoft.com/office/drawing/2014/main" id="{B5671B83-C213-C890-1425-1EB7DF5A4A0C}"/>
                  </a:ext>
                </a:extLst>
              </p:cNvPr>
              <p:cNvSpPr/>
              <p:nvPr/>
            </p:nvSpPr>
            <p:spPr>
              <a:xfrm>
                <a:off x="183795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2" name="ellipse_1845">
                <a:extLst>
                  <a:ext uri="{FF2B5EF4-FFF2-40B4-BE49-F238E27FC236}">
                    <a16:creationId xmlns:a16="http://schemas.microsoft.com/office/drawing/2014/main" id="{B50990B0-29D6-7AF9-F0C5-15002957B0B5}"/>
                  </a:ext>
                </a:extLst>
              </p:cNvPr>
              <p:cNvSpPr/>
              <p:nvPr/>
            </p:nvSpPr>
            <p:spPr>
              <a:xfrm>
                <a:off x="1911179" y="154988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3" name="ellipse_1846">
                <a:extLst>
                  <a:ext uri="{FF2B5EF4-FFF2-40B4-BE49-F238E27FC236}">
                    <a16:creationId xmlns:a16="http://schemas.microsoft.com/office/drawing/2014/main" id="{FEFFD3D0-0BD7-DDF3-F532-55FA4DEE08AD}"/>
                  </a:ext>
                </a:extLst>
              </p:cNvPr>
              <p:cNvSpPr/>
              <p:nvPr/>
            </p:nvSpPr>
            <p:spPr>
              <a:xfrm>
                <a:off x="2016057" y="15691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4" name="ellipse_1847">
                <a:extLst>
                  <a:ext uri="{FF2B5EF4-FFF2-40B4-BE49-F238E27FC236}">
                    <a16:creationId xmlns:a16="http://schemas.microsoft.com/office/drawing/2014/main" id="{5AC63B99-5AA2-748D-4B2A-8738E56838EE}"/>
                  </a:ext>
                </a:extLst>
              </p:cNvPr>
              <p:cNvSpPr/>
              <p:nvPr/>
            </p:nvSpPr>
            <p:spPr>
              <a:xfrm>
                <a:off x="1901005" y="1463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5" name="ellipse_1848">
                <a:extLst>
                  <a:ext uri="{FF2B5EF4-FFF2-40B4-BE49-F238E27FC236}">
                    <a16:creationId xmlns:a16="http://schemas.microsoft.com/office/drawing/2014/main" id="{5E56F200-0481-CC61-DDAD-84339083D2F4}"/>
                  </a:ext>
                </a:extLst>
              </p:cNvPr>
              <p:cNvSpPr/>
              <p:nvPr/>
            </p:nvSpPr>
            <p:spPr>
              <a:xfrm>
                <a:off x="1966917" y="149122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6" name="ellipse_1849">
                <a:extLst>
                  <a:ext uri="{FF2B5EF4-FFF2-40B4-BE49-F238E27FC236}">
                    <a16:creationId xmlns:a16="http://schemas.microsoft.com/office/drawing/2014/main" id="{79CD2A1E-1F24-0A68-968A-24B787463A8A}"/>
                  </a:ext>
                </a:extLst>
              </p:cNvPr>
              <p:cNvSpPr/>
              <p:nvPr/>
            </p:nvSpPr>
            <p:spPr>
              <a:xfrm>
                <a:off x="1981202" y="14619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7" name="ellipse_1850">
                <a:extLst>
                  <a:ext uri="{FF2B5EF4-FFF2-40B4-BE49-F238E27FC236}">
                    <a16:creationId xmlns:a16="http://schemas.microsoft.com/office/drawing/2014/main" id="{838BE43E-7E48-FEF9-B8D3-053336C9A9B7}"/>
                  </a:ext>
                </a:extLst>
              </p:cNvPr>
              <p:cNvSpPr/>
              <p:nvPr/>
            </p:nvSpPr>
            <p:spPr>
              <a:xfrm>
                <a:off x="2025801" y="15227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8" name="ellipse_1851">
                <a:extLst>
                  <a:ext uri="{FF2B5EF4-FFF2-40B4-BE49-F238E27FC236}">
                    <a16:creationId xmlns:a16="http://schemas.microsoft.com/office/drawing/2014/main" id="{21BEDD8C-EE87-E19B-DCA4-3B837D86767F}"/>
                  </a:ext>
                </a:extLst>
              </p:cNvPr>
              <p:cNvSpPr/>
              <p:nvPr/>
            </p:nvSpPr>
            <p:spPr>
              <a:xfrm>
                <a:off x="1923657" y="157409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9" name="ellipse_1852">
                <a:extLst>
                  <a:ext uri="{FF2B5EF4-FFF2-40B4-BE49-F238E27FC236}">
                    <a16:creationId xmlns:a16="http://schemas.microsoft.com/office/drawing/2014/main" id="{FB7B6F56-6957-96B0-8FC6-8ADEC6EA375D}"/>
                  </a:ext>
                </a:extLst>
              </p:cNvPr>
              <p:cNvSpPr/>
              <p:nvPr/>
            </p:nvSpPr>
            <p:spPr>
              <a:xfrm>
                <a:off x="2046951" y="149268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0" name="ellipse_1853">
                <a:extLst>
                  <a:ext uri="{FF2B5EF4-FFF2-40B4-BE49-F238E27FC236}">
                    <a16:creationId xmlns:a16="http://schemas.microsoft.com/office/drawing/2014/main" id="{9F548155-5A32-FA98-97D0-F474D5064CBD}"/>
                  </a:ext>
                </a:extLst>
              </p:cNvPr>
              <p:cNvSpPr/>
              <p:nvPr/>
            </p:nvSpPr>
            <p:spPr>
              <a:xfrm>
                <a:off x="1971403" y="1621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1" name="ellipse_1854">
                <a:extLst>
                  <a:ext uri="{FF2B5EF4-FFF2-40B4-BE49-F238E27FC236}">
                    <a16:creationId xmlns:a16="http://schemas.microsoft.com/office/drawing/2014/main" id="{AABD4A82-C93A-7FD1-31B8-E344E1F4797F}"/>
                  </a:ext>
                </a:extLst>
              </p:cNvPr>
              <p:cNvSpPr/>
              <p:nvPr/>
            </p:nvSpPr>
            <p:spPr>
              <a:xfrm>
                <a:off x="1916632" y="148370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2" name="Pseudo atom | small solid diamond">
                <a:extLst>
                  <a:ext uri="{FF2B5EF4-FFF2-40B4-BE49-F238E27FC236}">
                    <a16:creationId xmlns:a16="http://schemas.microsoft.com/office/drawing/2014/main" id="{DB67DBC7-DAB5-B477-3F1B-BDDE77209B28}"/>
                  </a:ext>
                </a:extLst>
              </p:cNvPr>
              <p:cNvSpPr/>
              <p:nvPr/>
            </p:nvSpPr>
            <p:spPr>
              <a:xfrm>
                <a:off x="1935302" y="1496547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3" name="Pseudo atom | small solid diamond">
                <a:extLst>
                  <a:ext uri="{FF2B5EF4-FFF2-40B4-BE49-F238E27FC236}">
                    <a16:creationId xmlns:a16="http://schemas.microsoft.com/office/drawing/2014/main" id="{CAC90253-5839-7BAD-4118-9C44FAA8A907}"/>
                  </a:ext>
                </a:extLst>
              </p:cNvPr>
              <p:cNvSpPr/>
              <p:nvPr/>
            </p:nvSpPr>
            <p:spPr>
              <a:xfrm>
                <a:off x="2008513" y="15343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4" name="Pseudo atom | small solid diamond">
                <a:extLst>
                  <a:ext uri="{FF2B5EF4-FFF2-40B4-BE49-F238E27FC236}">
                    <a16:creationId xmlns:a16="http://schemas.microsoft.com/office/drawing/2014/main" id="{512A1101-FC32-A34B-94F4-3CDD54153C51}"/>
                  </a:ext>
                </a:extLst>
              </p:cNvPr>
              <p:cNvSpPr/>
              <p:nvPr/>
            </p:nvSpPr>
            <p:spPr>
              <a:xfrm>
                <a:off x="2067183" y="155715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5" name="Pseudo atom | small solid diamond">
                <a:extLst>
                  <a:ext uri="{FF2B5EF4-FFF2-40B4-BE49-F238E27FC236}">
                    <a16:creationId xmlns:a16="http://schemas.microsoft.com/office/drawing/2014/main" id="{27158A7D-4742-9F4F-55A5-CB30E1635F9F}"/>
                  </a:ext>
                </a:extLst>
              </p:cNvPr>
              <p:cNvSpPr/>
              <p:nvPr/>
            </p:nvSpPr>
            <p:spPr>
              <a:xfrm>
                <a:off x="1931625" y="160262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6" name="Pseudo atom | small solid diamond">
                <a:extLst>
                  <a:ext uri="{FF2B5EF4-FFF2-40B4-BE49-F238E27FC236}">
                    <a16:creationId xmlns:a16="http://schemas.microsoft.com/office/drawing/2014/main" id="{0337DFA3-0A52-3980-5B1C-1F8620AF6818}"/>
                  </a:ext>
                </a:extLst>
              </p:cNvPr>
              <p:cNvSpPr/>
              <p:nvPr/>
            </p:nvSpPr>
            <p:spPr>
              <a:xfrm>
                <a:off x="2063847" y="15524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097" name="b | PTV3 stage 2">
              <a:extLst>
                <a:ext uri="{FF2B5EF4-FFF2-40B4-BE49-F238E27FC236}">
                  <a16:creationId xmlns:a16="http://schemas.microsoft.com/office/drawing/2014/main" id="{169877C2-B1CC-E156-0617-4FF0702D3626}"/>
                </a:ext>
              </a:extLst>
            </p:cNvPr>
            <p:cNvGrpSpPr/>
            <p:nvPr/>
          </p:nvGrpSpPr>
          <p:grpSpPr>
            <a:xfrm>
              <a:off x="5029200" y="5972175"/>
              <a:ext cx="1123950" cy="857250"/>
              <a:chOff x="2276505" y="1465110"/>
              <a:chExt cx="243090" cy="190530"/>
            </a:xfrm>
          </p:grpSpPr>
          <p:sp>
            <p:nvSpPr>
              <p:cNvPr id="12098" name="rect_1860">
                <a:extLst>
                  <a:ext uri="{FF2B5EF4-FFF2-40B4-BE49-F238E27FC236}">
                    <a16:creationId xmlns:a16="http://schemas.microsoft.com/office/drawing/2014/main" id="{E7FE313C-B088-3BC2-A144-58397A0D874F}"/>
                  </a:ext>
                </a:extLst>
              </p:cNvPr>
              <p:cNvSpPr/>
              <p:nvPr/>
            </p:nvSpPr>
            <p:spPr>
              <a:xfrm>
                <a:off x="227650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9" name="ellipse_1861">
                <a:extLst>
                  <a:ext uri="{FF2B5EF4-FFF2-40B4-BE49-F238E27FC236}">
                    <a16:creationId xmlns:a16="http://schemas.microsoft.com/office/drawing/2014/main" id="{7A8053ED-9FB4-D759-96F2-9E81B11D938F}"/>
                  </a:ext>
                </a:extLst>
              </p:cNvPr>
              <p:cNvSpPr/>
              <p:nvPr/>
            </p:nvSpPr>
            <p:spPr>
              <a:xfrm>
                <a:off x="2443383" y="14753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0" name="ellipse_1862">
                <a:extLst>
                  <a:ext uri="{FF2B5EF4-FFF2-40B4-BE49-F238E27FC236}">
                    <a16:creationId xmlns:a16="http://schemas.microsoft.com/office/drawing/2014/main" id="{246A1410-22A0-1622-383A-1A82C2C75BEE}"/>
                  </a:ext>
                </a:extLst>
              </p:cNvPr>
              <p:cNvSpPr/>
              <p:nvPr/>
            </p:nvSpPr>
            <p:spPr>
              <a:xfrm>
                <a:off x="2334302" y="149054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1" name="ellipse_1863">
                <a:extLst>
                  <a:ext uri="{FF2B5EF4-FFF2-40B4-BE49-F238E27FC236}">
                    <a16:creationId xmlns:a16="http://schemas.microsoft.com/office/drawing/2014/main" id="{F264C225-B1F6-F8CF-CB2A-6E26C48FD7E1}"/>
                  </a:ext>
                </a:extLst>
              </p:cNvPr>
              <p:cNvSpPr/>
              <p:nvPr/>
            </p:nvSpPr>
            <p:spPr>
              <a:xfrm>
                <a:off x="2421391" y="151821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2" name="ellipse_1864">
                <a:extLst>
                  <a:ext uri="{FF2B5EF4-FFF2-40B4-BE49-F238E27FC236}">
                    <a16:creationId xmlns:a16="http://schemas.microsoft.com/office/drawing/2014/main" id="{C565E44C-21A0-328D-C288-98104DD48C6D}"/>
                  </a:ext>
                </a:extLst>
              </p:cNvPr>
              <p:cNvSpPr/>
              <p:nvPr/>
            </p:nvSpPr>
            <p:spPr>
              <a:xfrm>
                <a:off x="2395798" y="148175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3" name="ellipse_1865">
                <a:extLst>
                  <a:ext uri="{FF2B5EF4-FFF2-40B4-BE49-F238E27FC236}">
                    <a16:creationId xmlns:a16="http://schemas.microsoft.com/office/drawing/2014/main" id="{D943A76F-FB5A-511A-594A-83C075E1B54F}"/>
                  </a:ext>
                </a:extLst>
              </p:cNvPr>
              <p:cNvSpPr/>
              <p:nvPr/>
            </p:nvSpPr>
            <p:spPr>
              <a:xfrm>
                <a:off x="2345071" y="160888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4" name="ellipse_1866">
                <a:extLst>
                  <a:ext uri="{FF2B5EF4-FFF2-40B4-BE49-F238E27FC236}">
                    <a16:creationId xmlns:a16="http://schemas.microsoft.com/office/drawing/2014/main" id="{61100D22-A04D-0416-D9DA-056C0CFE7F46}"/>
                  </a:ext>
                </a:extLst>
              </p:cNvPr>
              <p:cNvSpPr/>
              <p:nvPr/>
            </p:nvSpPr>
            <p:spPr>
              <a:xfrm>
                <a:off x="2455927" y="15235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5" name="ellipse_1867">
                <a:extLst>
                  <a:ext uri="{FF2B5EF4-FFF2-40B4-BE49-F238E27FC236}">
                    <a16:creationId xmlns:a16="http://schemas.microsoft.com/office/drawing/2014/main" id="{7002FE02-268A-0E0A-05C6-D277F17E300F}"/>
                  </a:ext>
                </a:extLst>
              </p:cNvPr>
              <p:cNvSpPr/>
              <p:nvPr/>
            </p:nvSpPr>
            <p:spPr>
              <a:xfrm>
                <a:off x="2415612" y="15382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6" name="ellipse_1868">
                <a:extLst>
                  <a:ext uri="{FF2B5EF4-FFF2-40B4-BE49-F238E27FC236}">
                    <a16:creationId xmlns:a16="http://schemas.microsoft.com/office/drawing/2014/main" id="{5F729E57-F126-90CA-A611-36B648F9412F}"/>
                  </a:ext>
                </a:extLst>
              </p:cNvPr>
              <p:cNvSpPr/>
              <p:nvPr/>
            </p:nvSpPr>
            <p:spPr>
              <a:xfrm>
                <a:off x="2384162" y="155385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7" name="Pseudo atom | small solid diamond">
                <a:extLst>
                  <a:ext uri="{FF2B5EF4-FFF2-40B4-BE49-F238E27FC236}">
                    <a16:creationId xmlns:a16="http://schemas.microsoft.com/office/drawing/2014/main" id="{EB33EFD3-C061-488F-30C2-64DBAB17108D}"/>
                  </a:ext>
                </a:extLst>
              </p:cNvPr>
              <p:cNvSpPr/>
              <p:nvPr/>
            </p:nvSpPr>
            <p:spPr>
              <a:xfrm>
                <a:off x="2439478" y="155421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8" name="Pseudo atom | small solid diamond">
                <a:extLst>
                  <a:ext uri="{FF2B5EF4-FFF2-40B4-BE49-F238E27FC236}">
                    <a16:creationId xmlns:a16="http://schemas.microsoft.com/office/drawing/2014/main" id="{846C3C46-9B13-3ABC-9457-051B6D2276D9}"/>
                  </a:ext>
                </a:extLst>
              </p:cNvPr>
              <p:cNvSpPr/>
              <p:nvPr/>
            </p:nvSpPr>
            <p:spPr>
              <a:xfrm>
                <a:off x="2442231" y="1503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9" name="Pseudo atom | small solid diamond">
                <a:extLst>
                  <a:ext uri="{FF2B5EF4-FFF2-40B4-BE49-F238E27FC236}">
                    <a16:creationId xmlns:a16="http://schemas.microsoft.com/office/drawing/2014/main" id="{CC888648-2BE3-C210-6A05-8C2BE6E4FB70}"/>
                  </a:ext>
                </a:extLst>
              </p:cNvPr>
              <p:cNvSpPr/>
              <p:nvPr/>
            </p:nvSpPr>
            <p:spPr>
              <a:xfrm>
                <a:off x="2474917" y="14958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0" name="Pseudo atom | small solid diamond">
                <a:extLst>
                  <a:ext uri="{FF2B5EF4-FFF2-40B4-BE49-F238E27FC236}">
                    <a16:creationId xmlns:a16="http://schemas.microsoft.com/office/drawing/2014/main" id="{4719F69F-ECDE-3472-2D1F-44EF2B2F7520}"/>
                  </a:ext>
                </a:extLst>
              </p:cNvPr>
              <p:cNvSpPr/>
              <p:nvPr/>
            </p:nvSpPr>
            <p:spPr>
              <a:xfrm>
                <a:off x="2437751" y="155980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1" name="Pseudo atom | small solid diamond">
                <a:extLst>
                  <a:ext uri="{FF2B5EF4-FFF2-40B4-BE49-F238E27FC236}">
                    <a16:creationId xmlns:a16="http://schemas.microsoft.com/office/drawing/2014/main" id="{CB7AB8EF-6D54-F7CB-CD10-0A2B173E1C3F}"/>
                  </a:ext>
                </a:extLst>
              </p:cNvPr>
              <p:cNvSpPr/>
              <p:nvPr/>
            </p:nvSpPr>
            <p:spPr>
              <a:xfrm>
                <a:off x="2307921" y="154747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12" name="b | PTV3 stage 3">
              <a:extLst>
                <a:ext uri="{FF2B5EF4-FFF2-40B4-BE49-F238E27FC236}">
                  <a16:creationId xmlns:a16="http://schemas.microsoft.com/office/drawing/2014/main" id="{1A590DEC-001C-BAF0-B6DA-A88C3857ACE9}"/>
                </a:ext>
              </a:extLst>
            </p:cNvPr>
            <p:cNvGrpSpPr/>
            <p:nvPr/>
          </p:nvGrpSpPr>
          <p:grpSpPr>
            <a:xfrm>
              <a:off x="6848475" y="6029325"/>
              <a:ext cx="1009650" cy="752475"/>
              <a:chOff x="2703555" y="1491390"/>
              <a:chExt cx="190530" cy="137970"/>
            </a:xfrm>
          </p:grpSpPr>
          <p:sp>
            <p:nvSpPr>
              <p:cNvPr id="12113" name="rect_1874">
                <a:extLst>
                  <a:ext uri="{FF2B5EF4-FFF2-40B4-BE49-F238E27FC236}">
                    <a16:creationId xmlns:a16="http://schemas.microsoft.com/office/drawing/2014/main" id="{14735FA8-DDEF-613D-A9EF-A483782AF406}"/>
                  </a:ext>
                </a:extLst>
              </p:cNvPr>
              <p:cNvSpPr/>
              <p:nvPr/>
            </p:nvSpPr>
            <p:spPr>
              <a:xfrm>
                <a:off x="2703555" y="1491390"/>
                <a:ext cx="190530" cy="137970"/>
              </a:xfrm>
              <a:prstGeom prst="roundRect">
                <a:avLst>
                  <a:gd name="adj" fmla="val 11905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4" name="ellipse_1875">
                <a:extLst>
                  <a:ext uri="{FF2B5EF4-FFF2-40B4-BE49-F238E27FC236}">
                    <a16:creationId xmlns:a16="http://schemas.microsoft.com/office/drawing/2014/main" id="{DCDF1F7A-9875-CB45-E4BB-28E7159BEFE0}"/>
                  </a:ext>
                </a:extLst>
              </p:cNvPr>
              <p:cNvSpPr/>
              <p:nvPr/>
            </p:nvSpPr>
            <p:spPr>
              <a:xfrm>
                <a:off x="2782342" y="152486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5" name="ellipse_1876">
                <a:extLst>
                  <a:ext uri="{FF2B5EF4-FFF2-40B4-BE49-F238E27FC236}">
                    <a16:creationId xmlns:a16="http://schemas.microsoft.com/office/drawing/2014/main" id="{2E40DBB3-5E6B-1B85-F35C-D61294D7756B}"/>
                  </a:ext>
                </a:extLst>
              </p:cNvPr>
              <p:cNvSpPr/>
              <p:nvPr/>
            </p:nvSpPr>
            <p:spPr>
              <a:xfrm>
                <a:off x="2750750" y="159446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6" name="ellipse_1877">
                <a:extLst>
                  <a:ext uri="{FF2B5EF4-FFF2-40B4-BE49-F238E27FC236}">
                    <a16:creationId xmlns:a16="http://schemas.microsoft.com/office/drawing/2014/main" id="{C883B191-F5C0-7BCC-FDFB-0D3E9E941B27}"/>
                  </a:ext>
                </a:extLst>
              </p:cNvPr>
              <p:cNvSpPr/>
              <p:nvPr/>
            </p:nvSpPr>
            <p:spPr>
              <a:xfrm>
                <a:off x="2743887" y="14971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7" name="ellipse_1878">
                <a:extLst>
                  <a:ext uri="{FF2B5EF4-FFF2-40B4-BE49-F238E27FC236}">
                    <a16:creationId xmlns:a16="http://schemas.microsoft.com/office/drawing/2014/main" id="{72CD30D0-1E2E-2FDE-626B-6DB7F8A86C8A}"/>
                  </a:ext>
                </a:extLst>
              </p:cNvPr>
              <p:cNvSpPr/>
              <p:nvPr/>
            </p:nvSpPr>
            <p:spPr>
              <a:xfrm>
                <a:off x="2833390" y="151132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8" name="ellipse_1879">
                <a:extLst>
                  <a:ext uri="{FF2B5EF4-FFF2-40B4-BE49-F238E27FC236}">
                    <a16:creationId xmlns:a16="http://schemas.microsoft.com/office/drawing/2014/main" id="{59AF83A6-5A8D-26D6-9A05-B582205C5033}"/>
                  </a:ext>
                </a:extLst>
              </p:cNvPr>
              <p:cNvSpPr/>
              <p:nvPr/>
            </p:nvSpPr>
            <p:spPr>
              <a:xfrm>
                <a:off x="2831792" y="156772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9" name="Pseudo atom | small solid diamond">
                <a:extLst>
                  <a:ext uri="{FF2B5EF4-FFF2-40B4-BE49-F238E27FC236}">
                    <a16:creationId xmlns:a16="http://schemas.microsoft.com/office/drawing/2014/main" id="{690FD819-9463-B822-E74F-CD287892A2AF}"/>
                  </a:ext>
                </a:extLst>
              </p:cNvPr>
              <p:cNvSpPr/>
              <p:nvPr/>
            </p:nvSpPr>
            <p:spPr>
              <a:xfrm>
                <a:off x="2729018" y="150994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0" name="Pseudo atom | small solid diamond">
                <a:extLst>
                  <a:ext uri="{FF2B5EF4-FFF2-40B4-BE49-F238E27FC236}">
                    <a16:creationId xmlns:a16="http://schemas.microsoft.com/office/drawing/2014/main" id="{5D124A7B-75E6-D988-B71F-DF6AF5A02C34}"/>
                  </a:ext>
                </a:extLst>
              </p:cNvPr>
              <p:cNvSpPr/>
              <p:nvPr/>
            </p:nvSpPr>
            <p:spPr>
              <a:xfrm>
                <a:off x="2783132" y="157697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1" name="Pseudo atom | small solid diamond">
                <a:extLst>
                  <a:ext uri="{FF2B5EF4-FFF2-40B4-BE49-F238E27FC236}">
                    <a16:creationId xmlns:a16="http://schemas.microsoft.com/office/drawing/2014/main" id="{0ABF23B3-841B-82E4-C320-291E6E5D9EF0}"/>
                  </a:ext>
                </a:extLst>
              </p:cNvPr>
              <p:cNvSpPr/>
              <p:nvPr/>
            </p:nvSpPr>
            <p:spPr>
              <a:xfrm>
                <a:off x="2734347" y="151780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2" name="Pseudo atom | small solid diamond">
                <a:extLst>
                  <a:ext uri="{FF2B5EF4-FFF2-40B4-BE49-F238E27FC236}">
                    <a16:creationId xmlns:a16="http://schemas.microsoft.com/office/drawing/2014/main" id="{25304FC7-CC4A-930C-BBBB-3EEC5167D80F}"/>
                  </a:ext>
                </a:extLst>
              </p:cNvPr>
              <p:cNvSpPr/>
              <p:nvPr/>
            </p:nvSpPr>
            <p:spPr>
              <a:xfrm>
                <a:off x="2829372" y="15331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3" name="Pseudo atom | small solid diamond">
                <a:extLst>
                  <a:ext uri="{FF2B5EF4-FFF2-40B4-BE49-F238E27FC236}">
                    <a16:creationId xmlns:a16="http://schemas.microsoft.com/office/drawing/2014/main" id="{992B0518-C1F7-D4AC-D776-7215FCD2DE7C}"/>
                  </a:ext>
                </a:extLst>
              </p:cNvPr>
              <p:cNvSpPr/>
              <p:nvPr/>
            </p:nvSpPr>
            <p:spPr>
              <a:xfrm>
                <a:off x="2834265" y="1511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24" name="b | PTV3 stage 4">
              <a:extLst>
                <a:ext uri="{FF2B5EF4-FFF2-40B4-BE49-F238E27FC236}">
                  <a16:creationId xmlns:a16="http://schemas.microsoft.com/office/drawing/2014/main" id="{ECC7476B-F155-C211-4799-C0A223175A8F}"/>
                </a:ext>
              </a:extLst>
            </p:cNvPr>
            <p:cNvGrpSpPr/>
            <p:nvPr/>
          </p:nvGrpSpPr>
          <p:grpSpPr>
            <a:xfrm>
              <a:off x="8562975" y="5972175"/>
              <a:ext cx="1123950" cy="857250"/>
              <a:chOff x="3097755" y="1465110"/>
              <a:chExt cx="243090" cy="190530"/>
            </a:xfrm>
          </p:grpSpPr>
          <p:sp>
            <p:nvSpPr>
              <p:cNvPr id="12125" name="rect_1885">
                <a:extLst>
                  <a:ext uri="{FF2B5EF4-FFF2-40B4-BE49-F238E27FC236}">
                    <a16:creationId xmlns:a16="http://schemas.microsoft.com/office/drawing/2014/main" id="{25656BB8-8B4D-090C-58C4-4B418AC3FE75}"/>
                  </a:ext>
                </a:extLst>
              </p:cNvPr>
              <p:cNvSpPr/>
              <p:nvPr/>
            </p:nvSpPr>
            <p:spPr>
              <a:xfrm>
                <a:off x="309775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6" name="ellipse_1886">
                <a:extLst>
                  <a:ext uri="{FF2B5EF4-FFF2-40B4-BE49-F238E27FC236}">
                    <a16:creationId xmlns:a16="http://schemas.microsoft.com/office/drawing/2014/main" id="{920E56D4-53B9-7C0D-29FA-C7388E1FA8DF}"/>
                  </a:ext>
                </a:extLst>
              </p:cNvPr>
              <p:cNvSpPr/>
              <p:nvPr/>
            </p:nvSpPr>
            <p:spPr>
              <a:xfrm>
                <a:off x="3274804" y="154785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7" name="ellipse_1887">
                <a:extLst>
                  <a:ext uri="{FF2B5EF4-FFF2-40B4-BE49-F238E27FC236}">
                    <a16:creationId xmlns:a16="http://schemas.microsoft.com/office/drawing/2014/main" id="{FDE3AFF9-C2E1-9B13-CF49-48A668AE383C}"/>
                  </a:ext>
                </a:extLst>
              </p:cNvPr>
              <p:cNvSpPr/>
              <p:nvPr/>
            </p:nvSpPr>
            <p:spPr>
              <a:xfrm>
                <a:off x="3235593" y="156879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8" name="ellipse_1888">
                <a:extLst>
                  <a:ext uri="{FF2B5EF4-FFF2-40B4-BE49-F238E27FC236}">
                    <a16:creationId xmlns:a16="http://schemas.microsoft.com/office/drawing/2014/main" id="{F5C0CDCE-F94E-C9AA-4396-DAD22724EC7F}"/>
                  </a:ext>
                </a:extLst>
              </p:cNvPr>
              <p:cNvSpPr/>
              <p:nvPr/>
            </p:nvSpPr>
            <p:spPr>
              <a:xfrm>
                <a:off x="3215524" y="154839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9" name="ellipse_1889">
                <a:extLst>
                  <a:ext uri="{FF2B5EF4-FFF2-40B4-BE49-F238E27FC236}">
                    <a16:creationId xmlns:a16="http://schemas.microsoft.com/office/drawing/2014/main" id="{B79FA953-B52D-4F3C-950E-25A9A14DB55B}"/>
                  </a:ext>
                </a:extLst>
              </p:cNvPr>
              <p:cNvSpPr/>
              <p:nvPr/>
            </p:nvSpPr>
            <p:spPr>
              <a:xfrm>
                <a:off x="3114632" y="15799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0" name="ellipse_1890">
                <a:extLst>
                  <a:ext uri="{FF2B5EF4-FFF2-40B4-BE49-F238E27FC236}">
                    <a16:creationId xmlns:a16="http://schemas.microsoft.com/office/drawing/2014/main" id="{F20C37D6-71D4-25D7-854A-88A7C1438BCB}"/>
                  </a:ext>
                </a:extLst>
              </p:cNvPr>
              <p:cNvSpPr/>
              <p:nvPr/>
            </p:nvSpPr>
            <p:spPr>
              <a:xfrm>
                <a:off x="3288227" y="158414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1" name="ellipse_1891">
                <a:extLst>
                  <a:ext uri="{FF2B5EF4-FFF2-40B4-BE49-F238E27FC236}">
                    <a16:creationId xmlns:a16="http://schemas.microsoft.com/office/drawing/2014/main" id="{4C85A09D-8DD7-3221-633D-CEF8BCCEB107}"/>
                  </a:ext>
                </a:extLst>
              </p:cNvPr>
              <p:cNvSpPr/>
              <p:nvPr/>
            </p:nvSpPr>
            <p:spPr>
              <a:xfrm>
                <a:off x="3206468" y="16100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2" name="ellipse_1892">
                <a:extLst>
                  <a:ext uri="{FF2B5EF4-FFF2-40B4-BE49-F238E27FC236}">
                    <a16:creationId xmlns:a16="http://schemas.microsoft.com/office/drawing/2014/main" id="{F0D3C4ED-4604-B7A2-AE90-9F1D42DEC07E}"/>
                  </a:ext>
                </a:extLst>
              </p:cNvPr>
              <p:cNvSpPr/>
              <p:nvPr/>
            </p:nvSpPr>
            <p:spPr>
              <a:xfrm>
                <a:off x="3224851" y="161218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3" name="ellipse_1893">
                <a:extLst>
                  <a:ext uri="{FF2B5EF4-FFF2-40B4-BE49-F238E27FC236}">
                    <a16:creationId xmlns:a16="http://schemas.microsoft.com/office/drawing/2014/main" id="{8D5CCA2A-D682-EE4A-4114-97E8CF3F1898}"/>
                  </a:ext>
                </a:extLst>
              </p:cNvPr>
              <p:cNvSpPr/>
              <p:nvPr/>
            </p:nvSpPr>
            <p:spPr>
              <a:xfrm>
                <a:off x="3255857" y="14772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4" name="Pseudo atom | small solid diamond">
                <a:extLst>
                  <a:ext uri="{FF2B5EF4-FFF2-40B4-BE49-F238E27FC236}">
                    <a16:creationId xmlns:a16="http://schemas.microsoft.com/office/drawing/2014/main" id="{B85F552F-7106-EB19-0FA5-E61092B2352E}"/>
                  </a:ext>
                </a:extLst>
              </p:cNvPr>
              <p:cNvSpPr/>
              <p:nvPr/>
            </p:nvSpPr>
            <p:spPr>
              <a:xfrm>
                <a:off x="3146237" y="160963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5" name="Pseudo atom | small solid diamond">
                <a:extLst>
                  <a:ext uri="{FF2B5EF4-FFF2-40B4-BE49-F238E27FC236}">
                    <a16:creationId xmlns:a16="http://schemas.microsoft.com/office/drawing/2014/main" id="{6A94B955-2783-5EF7-B9F2-086A2493F618}"/>
                  </a:ext>
                </a:extLst>
              </p:cNvPr>
              <p:cNvSpPr/>
              <p:nvPr/>
            </p:nvSpPr>
            <p:spPr>
              <a:xfrm>
                <a:off x="3136719" y="15084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6" name="Pseudo atom | small solid diamond">
                <a:extLst>
                  <a:ext uri="{FF2B5EF4-FFF2-40B4-BE49-F238E27FC236}">
                    <a16:creationId xmlns:a16="http://schemas.microsoft.com/office/drawing/2014/main" id="{A8CD6C2E-F1E4-68B4-6833-3C46E6C12471}"/>
                  </a:ext>
                </a:extLst>
              </p:cNvPr>
              <p:cNvSpPr/>
              <p:nvPr/>
            </p:nvSpPr>
            <p:spPr>
              <a:xfrm>
                <a:off x="3165587" y="1530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7" name="Pseudo atom | small solid diamond">
                <a:extLst>
                  <a:ext uri="{FF2B5EF4-FFF2-40B4-BE49-F238E27FC236}">
                    <a16:creationId xmlns:a16="http://schemas.microsoft.com/office/drawing/2014/main" id="{9F954409-FD76-6E2A-A8B7-72FF5FC8FBE0}"/>
                  </a:ext>
                </a:extLst>
              </p:cNvPr>
              <p:cNvSpPr/>
              <p:nvPr/>
            </p:nvSpPr>
            <p:spPr>
              <a:xfrm>
                <a:off x="3190329" y="15435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8" name="Pseudo atom | small solid diamond">
                <a:extLst>
                  <a:ext uri="{FF2B5EF4-FFF2-40B4-BE49-F238E27FC236}">
                    <a16:creationId xmlns:a16="http://schemas.microsoft.com/office/drawing/2014/main" id="{C9C810BB-3795-C27D-C9F5-90FECEEFD52B}"/>
                  </a:ext>
                </a:extLst>
              </p:cNvPr>
              <p:cNvSpPr/>
              <p:nvPr/>
            </p:nvSpPr>
            <p:spPr>
              <a:xfrm>
                <a:off x="3217164" y="1553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39" name="b | PTV3 stage 5">
              <a:extLst>
                <a:ext uri="{FF2B5EF4-FFF2-40B4-BE49-F238E27FC236}">
                  <a16:creationId xmlns:a16="http://schemas.microsoft.com/office/drawing/2014/main" id="{4AD0C8DC-A514-12A0-E439-63682213958A}"/>
                </a:ext>
              </a:extLst>
            </p:cNvPr>
            <p:cNvGrpSpPr/>
            <p:nvPr/>
          </p:nvGrpSpPr>
          <p:grpSpPr>
            <a:xfrm>
              <a:off x="10287000" y="5972175"/>
              <a:ext cx="1200150" cy="857250"/>
              <a:chOff x="3473888" y="1438830"/>
              <a:chExt cx="279225" cy="243090"/>
            </a:xfrm>
          </p:grpSpPr>
          <p:sp>
            <p:nvSpPr>
              <p:cNvPr id="12140" name="rect_1899">
                <a:extLst>
                  <a:ext uri="{FF2B5EF4-FFF2-40B4-BE49-F238E27FC236}">
                    <a16:creationId xmlns:a16="http://schemas.microsoft.com/office/drawing/2014/main" id="{D2BABAFC-70F7-681B-7355-C5274FD88301}"/>
                  </a:ext>
                </a:extLst>
              </p:cNvPr>
              <p:cNvSpPr/>
              <p:nvPr/>
            </p:nvSpPr>
            <p:spPr>
              <a:xfrm>
                <a:off x="347388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1" name="ellipse_1900">
                <a:extLst>
                  <a:ext uri="{FF2B5EF4-FFF2-40B4-BE49-F238E27FC236}">
                    <a16:creationId xmlns:a16="http://schemas.microsoft.com/office/drawing/2014/main" id="{84447246-1C77-CF16-965F-5AD6D6E948CD}"/>
                  </a:ext>
                </a:extLst>
              </p:cNvPr>
              <p:cNvSpPr/>
              <p:nvPr/>
            </p:nvSpPr>
            <p:spPr>
              <a:xfrm>
                <a:off x="3538819" y="148253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2" name="ellipse_1901">
                <a:extLst>
                  <a:ext uri="{FF2B5EF4-FFF2-40B4-BE49-F238E27FC236}">
                    <a16:creationId xmlns:a16="http://schemas.microsoft.com/office/drawing/2014/main" id="{B2C607F9-B4E3-9A75-1D50-0CD10019BBC9}"/>
                  </a:ext>
                </a:extLst>
              </p:cNvPr>
              <p:cNvSpPr/>
              <p:nvPr/>
            </p:nvSpPr>
            <p:spPr>
              <a:xfrm>
                <a:off x="3631999" y="157809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3" name="ellipse_1902">
                <a:extLst>
                  <a:ext uri="{FF2B5EF4-FFF2-40B4-BE49-F238E27FC236}">
                    <a16:creationId xmlns:a16="http://schemas.microsoft.com/office/drawing/2014/main" id="{A2BFD919-74CF-DCDC-C125-7C9E5FE60162}"/>
                  </a:ext>
                </a:extLst>
              </p:cNvPr>
              <p:cNvSpPr/>
              <p:nvPr/>
            </p:nvSpPr>
            <p:spPr>
              <a:xfrm>
                <a:off x="3687564" y="15901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4" name="ellipse_1903">
                <a:extLst>
                  <a:ext uri="{FF2B5EF4-FFF2-40B4-BE49-F238E27FC236}">
                    <a16:creationId xmlns:a16="http://schemas.microsoft.com/office/drawing/2014/main" id="{A797244C-7FAF-2BBB-BF4F-EDC22D846211}"/>
                  </a:ext>
                </a:extLst>
              </p:cNvPr>
              <p:cNvSpPr/>
              <p:nvPr/>
            </p:nvSpPr>
            <p:spPr>
              <a:xfrm>
                <a:off x="3686262" y="162539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5" name="ellipse_1904">
                <a:extLst>
                  <a:ext uri="{FF2B5EF4-FFF2-40B4-BE49-F238E27FC236}">
                    <a16:creationId xmlns:a16="http://schemas.microsoft.com/office/drawing/2014/main" id="{E6427AB1-4923-2205-0F87-8582EA05BCAE}"/>
                  </a:ext>
                </a:extLst>
              </p:cNvPr>
              <p:cNvSpPr/>
              <p:nvPr/>
            </p:nvSpPr>
            <p:spPr>
              <a:xfrm>
                <a:off x="3673847" y="145725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6" name="ellipse_1905">
                <a:extLst>
                  <a:ext uri="{FF2B5EF4-FFF2-40B4-BE49-F238E27FC236}">
                    <a16:creationId xmlns:a16="http://schemas.microsoft.com/office/drawing/2014/main" id="{DBFCBD51-D6EE-E69E-DE3B-535D237798CB}"/>
                  </a:ext>
                </a:extLst>
              </p:cNvPr>
              <p:cNvSpPr/>
              <p:nvPr/>
            </p:nvSpPr>
            <p:spPr>
              <a:xfrm>
                <a:off x="3580150" y="160304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7" name="ellipse_1906">
                <a:extLst>
                  <a:ext uri="{FF2B5EF4-FFF2-40B4-BE49-F238E27FC236}">
                    <a16:creationId xmlns:a16="http://schemas.microsoft.com/office/drawing/2014/main" id="{BDC62FB4-8E9F-686F-3ED0-8FD8F60F392F}"/>
                  </a:ext>
                </a:extLst>
              </p:cNvPr>
              <p:cNvSpPr/>
              <p:nvPr/>
            </p:nvSpPr>
            <p:spPr>
              <a:xfrm>
                <a:off x="3499431" y="147999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8" name="ellipse_1907">
                <a:extLst>
                  <a:ext uri="{FF2B5EF4-FFF2-40B4-BE49-F238E27FC236}">
                    <a16:creationId xmlns:a16="http://schemas.microsoft.com/office/drawing/2014/main" id="{2B020A4A-BDDA-C5D3-E502-AEF378A05360}"/>
                  </a:ext>
                </a:extLst>
              </p:cNvPr>
              <p:cNvSpPr/>
              <p:nvPr/>
            </p:nvSpPr>
            <p:spPr>
              <a:xfrm>
                <a:off x="3698498" y="163375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9" name="ellipse_1908">
                <a:extLst>
                  <a:ext uri="{FF2B5EF4-FFF2-40B4-BE49-F238E27FC236}">
                    <a16:creationId xmlns:a16="http://schemas.microsoft.com/office/drawing/2014/main" id="{5342D734-D9B0-8CDD-54F5-B3A57C4BE8D5}"/>
                  </a:ext>
                </a:extLst>
              </p:cNvPr>
              <p:cNvSpPr/>
              <p:nvPr/>
            </p:nvSpPr>
            <p:spPr>
              <a:xfrm>
                <a:off x="3664475" y="160668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0" name="ellipse_1909">
                <a:extLst>
                  <a:ext uri="{FF2B5EF4-FFF2-40B4-BE49-F238E27FC236}">
                    <a16:creationId xmlns:a16="http://schemas.microsoft.com/office/drawing/2014/main" id="{BDAC0A3D-49DD-B8DA-3D93-DA2B690353E3}"/>
                  </a:ext>
                </a:extLst>
              </p:cNvPr>
              <p:cNvSpPr/>
              <p:nvPr/>
            </p:nvSpPr>
            <p:spPr>
              <a:xfrm>
                <a:off x="3577670" y="157500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1" name="Pseudo atom | small solid diamond">
                <a:extLst>
                  <a:ext uri="{FF2B5EF4-FFF2-40B4-BE49-F238E27FC236}">
                    <a16:creationId xmlns:a16="http://schemas.microsoft.com/office/drawing/2014/main" id="{A4FFCB6B-BD2F-FD0D-A612-4CCDE5FEBC3D}"/>
                  </a:ext>
                </a:extLst>
              </p:cNvPr>
              <p:cNvSpPr/>
              <p:nvPr/>
            </p:nvSpPr>
            <p:spPr>
              <a:xfrm>
                <a:off x="3676217" y="1640920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2" name="Pseudo atom | small solid diamond">
                <a:extLst>
                  <a:ext uri="{FF2B5EF4-FFF2-40B4-BE49-F238E27FC236}">
                    <a16:creationId xmlns:a16="http://schemas.microsoft.com/office/drawing/2014/main" id="{073769A3-A5DD-5642-DF5C-217B4347B624}"/>
                  </a:ext>
                </a:extLst>
              </p:cNvPr>
              <p:cNvSpPr/>
              <p:nvPr/>
            </p:nvSpPr>
            <p:spPr>
              <a:xfrm>
                <a:off x="3541475" y="15238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3" name="Pseudo atom | small solid diamond">
                <a:extLst>
                  <a:ext uri="{FF2B5EF4-FFF2-40B4-BE49-F238E27FC236}">
                    <a16:creationId xmlns:a16="http://schemas.microsoft.com/office/drawing/2014/main" id="{91238D07-4314-8CF9-76FE-307C53B88E43}"/>
                  </a:ext>
                </a:extLst>
              </p:cNvPr>
              <p:cNvSpPr/>
              <p:nvPr/>
            </p:nvSpPr>
            <p:spPr>
              <a:xfrm>
                <a:off x="3589439" y="149208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4" name="Pseudo atom | small solid diamond">
                <a:extLst>
                  <a:ext uri="{FF2B5EF4-FFF2-40B4-BE49-F238E27FC236}">
                    <a16:creationId xmlns:a16="http://schemas.microsoft.com/office/drawing/2014/main" id="{FD01334D-137A-5940-D8D0-049B940834F0}"/>
                  </a:ext>
                </a:extLst>
              </p:cNvPr>
              <p:cNvSpPr/>
              <p:nvPr/>
            </p:nvSpPr>
            <p:spPr>
              <a:xfrm>
                <a:off x="3709909" y="162680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5" name="Pseudo atom | small solid diamond">
                <a:extLst>
                  <a:ext uri="{FF2B5EF4-FFF2-40B4-BE49-F238E27FC236}">
                    <a16:creationId xmlns:a16="http://schemas.microsoft.com/office/drawing/2014/main" id="{4433566D-14A5-C439-C7FB-365B01CECE9D}"/>
                  </a:ext>
                </a:extLst>
              </p:cNvPr>
              <p:cNvSpPr/>
              <p:nvPr/>
            </p:nvSpPr>
            <p:spPr>
              <a:xfrm>
                <a:off x="3551886" y="14759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56" name="b | Receptor embedding feature bar">
              <a:extLst>
                <a:ext uri="{FF2B5EF4-FFF2-40B4-BE49-F238E27FC236}">
                  <a16:creationId xmlns:a16="http://schemas.microsoft.com/office/drawing/2014/main" id="{2D030886-B9F1-7A02-63DC-DDCC9BC0419F}"/>
                </a:ext>
              </a:extLst>
            </p:cNvPr>
            <p:cNvGrpSpPr/>
            <p:nvPr/>
          </p:nvGrpSpPr>
          <p:grpSpPr>
            <a:xfrm>
              <a:off x="685800" y="6496050"/>
              <a:ext cx="1247775" cy="95250"/>
              <a:chOff x="1258155" y="1540665"/>
              <a:chExt cx="325215" cy="42705"/>
            </a:xfrm>
          </p:grpSpPr>
          <p:sp>
            <p:nvSpPr>
              <p:cNvPr id="12157" name="feature_1">
                <a:extLst>
                  <a:ext uri="{FF2B5EF4-FFF2-40B4-BE49-F238E27FC236}">
                    <a16:creationId xmlns:a16="http://schemas.microsoft.com/office/drawing/2014/main" id="{483764BB-0D53-2884-95E6-1D7E0B7F0393}"/>
                  </a:ext>
                </a:extLst>
              </p:cNvPr>
              <p:cNvSpPr/>
              <p:nvPr/>
            </p:nvSpPr>
            <p:spPr>
              <a:xfrm>
                <a:off x="1258155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8" name="feature_2">
                <a:extLst>
                  <a:ext uri="{FF2B5EF4-FFF2-40B4-BE49-F238E27FC236}">
                    <a16:creationId xmlns:a16="http://schemas.microsoft.com/office/drawing/2014/main" id="{7EF8DAD8-A47F-169E-8803-D64D84663BEE}"/>
                  </a:ext>
                </a:extLst>
              </p:cNvPr>
              <p:cNvSpPr/>
              <p:nvPr/>
            </p:nvSpPr>
            <p:spPr>
              <a:xfrm>
                <a:off x="1305084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9" name="feature_3">
                <a:extLst>
                  <a:ext uri="{FF2B5EF4-FFF2-40B4-BE49-F238E27FC236}">
                    <a16:creationId xmlns:a16="http://schemas.microsoft.com/office/drawing/2014/main" id="{87AD452F-51AB-FC5B-7A62-B065C000ED24}"/>
                  </a:ext>
                </a:extLst>
              </p:cNvPr>
              <p:cNvSpPr/>
              <p:nvPr/>
            </p:nvSpPr>
            <p:spPr>
              <a:xfrm>
                <a:off x="1352012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0" name="feature_4">
                <a:extLst>
                  <a:ext uri="{FF2B5EF4-FFF2-40B4-BE49-F238E27FC236}">
                    <a16:creationId xmlns:a16="http://schemas.microsoft.com/office/drawing/2014/main" id="{13A4B539-CD66-28B4-776C-C446B9BDDB99}"/>
                  </a:ext>
                </a:extLst>
              </p:cNvPr>
              <p:cNvSpPr/>
              <p:nvPr/>
            </p:nvSpPr>
            <p:spPr>
              <a:xfrm>
                <a:off x="1398941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1" name="feature_5">
                <a:extLst>
                  <a:ext uri="{FF2B5EF4-FFF2-40B4-BE49-F238E27FC236}">
                    <a16:creationId xmlns:a16="http://schemas.microsoft.com/office/drawing/2014/main" id="{8307CCC4-F292-25F6-9209-94C2AD771DDF}"/>
                  </a:ext>
                </a:extLst>
              </p:cNvPr>
              <p:cNvSpPr/>
              <p:nvPr/>
            </p:nvSpPr>
            <p:spPr>
              <a:xfrm>
                <a:off x="1445869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2" name="feature_6">
                <a:extLst>
                  <a:ext uri="{FF2B5EF4-FFF2-40B4-BE49-F238E27FC236}">
                    <a16:creationId xmlns:a16="http://schemas.microsoft.com/office/drawing/2014/main" id="{1B18565A-D938-A30C-EA12-0534C3DB0529}"/>
                  </a:ext>
                </a:extLst>
              </p:cNvPr>
              <p:cNvSpPr/>
              <p:nvPr/>
            </p:nvSpPr>
            <p:spPr>
              <a:xfrm>
                <a:off x="1492798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3" name="feature_7">
                <a:extLst>
                  <a:ext uri="{FF2B5EF4-FFF2-40B4-BE49-F238E27FC236}">
                    <a16:creationId xmlns:a16="http://schemas.microsoft.com/office/drawing/2014/main" id="{F12F7E13-9017-22E2-6893-FAE96CBF8204}"/>
                  </a:ext>
                </a:extLst>
              </p:cNvPr>
              <p:cNvSpPr/>
              <p:nvPr/>
            </p:nvSpPr>
            <p:spPr>
              <a:xfrm>
                <a:off x="1539726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64" name="b | Pseudo atoms">
              <a:extLst>
                <a:ext uri="{FF2B5EF4-FFF2-40B4-BE49-F238E27FC236}">
                  <a16:creationId xmlns:a16="http://schemas.microsoft.com/office/drawing/2014/main" id="{2E13E4FC-1B76-C014-8D33-7262582D458E}"/>
                </a:ext>
              </a:extLst>
            </p:cNvPr>
            <p:cNvGrpSpPr/>
            <p:nvPr/>
          </p:nvGrpSpPr>
          <p:grpSpPr>
            <a:xfrm>
              <a:off x="695325" y="7410450"/>
              <a:ext cx="1238250" cy="447675"/>
              <a:chOff x="1224494" y="1827718"/>
              <a:chExt cx="319272" cy="160003"/>
            </a:xfrm>
          </p:grpSpPr>
          <p:sp>
            <p:nvSpPr>
              <p:cNvPr id="12165" name="Pseudo atom | small solid diamond">
                <a:extLst>
                  <a:ext uri="{FF2B5EF4-FFF2-40B4-BE49-F238E27FC236}">
                    <a16:creationId xmlns:a16="http://schemas.microsoft.com/office/drawing/2014/main" id="{DE598664-A88A-827C-1CE8-B553C34B7EB4}"/>
                  </a:ext>
                </a:extLst>
              </p:cNvPr>
              <p:cNvSpPr/>
              <p:nvPr/>
            </p:nvSpPr>
            <p:spPr>
              <a:xfrm>
                <a:off x="1236562" y="186409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6" name="Pseudo atom | small solid diamond">
                <a:extLst>
                  <a:ext uri="{FF2B5EF4-FFF2-40B4-BE49-F238E27FC236}">
                    <a16:creationId xmlns:a16="http://schemas.microsoft.com/office/drawing/2014/main" id="{BD3A012A-A43D-A0E8-8058-D488352D30B7}"/>
                  </a:ext>
                </a:extLst>
              </p:cNvPr>
              <p:cNvSpPr/>
              <p:nvPr/>
            </p:nvSpPr>
            <p:spPr>
              <a:xfrm>
                <a:off x="1333316" y="197247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7" name="Pseudo atom | small solid diamond">
                <a:extLst>
                  <a:ext uri="{FF2B5EF4-FFF2-40B4-BE49-F238E27FC236}">
                    <a16:creationId xmlns:a16="http://schemas.microsoft.com/office/drawing/2014/main" id="{522776C4-AC78-2117-6EDD-2FADEB081BA1}"/>
                  </a:ext>
                </a:extLst>
              </p:cNvPr>
              <p:cNvSpPr/>
              <p:nvPr/>
            </p:nvSpPr>
            <p:spPr>
              <a:xfrm>
                <a:off x="1250143" y="195542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8" name="Pseudo atom | small solid diamond">
                <a:extLst>
                  <a:ext uri="{FF2B5EF4-FFF2-40B4-BE49-F238E27FC236}">
                    <a16:creationId xmlns:a16="http://schemas.microsoft.com/office/drawing/2014/main" id="{E815F73F-0055-3B59-A3AF-A617DDCF0F87}"/>
                  </a:ext>
                </a:extLst>
              </p:cNvPr>
              <p:cNvSpPr/>
              <p:nvPr/>
            </p:nvSpPr>
            <p:spPr>
              <a:xfrm>
                <a:off x="1250392" y="1876265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9" name="Pseudo atom | small solid diamond">
                <a:extLst>
                  <a:ext uri="{FF2B5EF4-FFF2-40B4-BE49-F238E27FC236}">
                    <a16:creationId xmlns:a16="http://schemas.microsoft.com/office/drawing/2014/main" id="{E83FF45F-354E-286F-FB39-3964735BAF88}"/>
                  </a:ext>
                </a:extLst>
              </p:cNvPr>
              <p:cNvSpPr/>
              <p:nvPr/>
            </p:nvSpPr>
            <p:spPr>
              <a:xfrm>
                <a:off x="1426226" y="191872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0" name="Pseudo atom | small solid diamond">
                <a:extLst>
                  <a:ext uri="{FF2B5EF4-FFF2-40B4-BE49-F238E27FC236}">
                    <a16:creationId xmlns:a16="http://schemas.microsoft.com/office/drawing/2014/main" id="{A626898D-F500-81EF-4EC9-9ABCAE83DAFC}"/>
                  </a:ext>
                </a:extLst>
              </p:cNvPr>
              <p:cNvSpPr/>
              <p:nvPr/>
            </p:nvSpPr>
            <p:spPr>
              <a:xfrm>
                <a:off x="1520933" y="188745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1" name="Pseudo atom | small solid diamond">
                <a:extLst>
                  <a:ext uri="{FF2B5EF4-FFF2-40B4-BE49-F238E27FC236}">
                    <a16:creationId xmlns:a16="http://schemas.microsoft.com/office/drawing/2014/main" id="{3E037B7D-728F-4CFC-214E-574C512A9824}"/>
                  </a:ext>
                </a:extLst>
              </p:cNvPr>
              <p:cNvSpPr/>
              <p:nvPr/>
            </p:nvSpPr>
            <p:spPr>
              <a:xfrm>
                <a:off x="1515708" y="196601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2" name="Pseudo atom | small solid diamond">
                <a:extLst>
                  <a:ext uri="{FF2B5EF4-FFF2-40B4-BE49-F238E27FC236}">
                    <a16:creationId xmlns:a16="http://schemas.microsoft.com/office/drawing/2014/main" id="{A43D3CF5-C84D-5E2C-2ECC-36EB923E3D9A}"/>
                  </a:ext>
                </a:extLst>
              </p:cNvPr>
              <p:cNvSpPr/>
              <p:nvPr/>
            </p:nvSpPr>
            <p:spPr>
              <a:xfrm>
                <a:off x="1439157" y="1827718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3" name="Pseudo atom | small solid diamond">
                <a:extLst>
                  <a:ext uri="{FF2B5EF4-FFF2-40B4-BE49-F238E27FC236}">
                    <a16:creationId xmlns:a16="http://schemas.microsoft.com/office/drawing/2014/main" id="{323E68B1-BF12-2EDE-8209-1C1C1BDC6E99}"/>
                  </a:ext>
                </a:extLst>
              </p:cNvPr>
              <p:cNvSpPr/>
              <p:nvPr/>
            </p:nvSpPr>
            <p:spPr>
              <a:xfrm>
                <a:off x="1467112" y="196204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4" name="Pseudo atom | small solid diamond">
                <a:extLst>
                  <a:ext uri="{FF2B5EF4-FFF2-40B4-BE49-F238E27FC236}">
                    <a16:creationId xmlns:a16="http://schemas.microsoft.com/office/drawing/2014/main" id="{97D4DF72-6CE1-3782-4CFA-E616CFEA1F1D}"/>
                  </a:ext>
                </a:extLst>
              </p:cNvPr>
              <p:cNvSpPr/>
              <p:nvPr/>
            </p:nvSpPr>
            <p:spPr>
              <a:xfrm>
                <a:off x="1373661" y="185480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5" name="Pseudo atom | small solid diamond">
                <a:extLst>
                  <a:ext uri="{FF2B5EF4-FFF2-40B4-BE49-F238E27FC236}">
                    <a16:creationId xmlns:a16="http://schemas.microsoft.com/office/drawing/2014/main" id="{87556519-7519-414A-BE8E-8160BD905A36}"/>
                  </a:ext>
                </a:extLst>
              </p:cNvPr>
              <p:cNvSpPr/>
              <p:nvPr/>
            </p:nvSpPr>
            <p:spPr>
              <a:xfrm>
                <a:off x="1256455" y="195361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6" name="Pseudo atom | small solid diamond">
                <a:extLst>
                  <a:ext uri="{FF2B5EF4-FFF2-40B4-BE49-F238E27FC236}">
                    <a16:creationId xmlns:a16="http://schemas.microsoft.com/office/drawing/2014/main" id="{8DD19FA8-9BDC-087C-F556-F8AAFCC6D2A3}"/>
                  </a:ext>
                </a:extLst>
              </p:cNvPr>
              <p:cNvSpPr/>
              <p:nvPr/>
            </p:nvSpPr>
            <p:spPr>
              <a:xfrm>
                <a:off x="1224494" y="1908007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7" name="Pseudo atom | small solid diamond">
                <a:extLst>
                  <a:ext uri="{FF2B5EF4-FFF2-40B4-BE49-F238E27FC236}">
                    <a16:creationId xmlns:a16="http://schemas.microsoft.com/office/drawing/2014/main" id="{18BA0353-1A2E-5C01-3D88-557FA8BF8A3E}"/>
                  </a:ext>
                </a:extLst>
              </p:cNvPr>
              <p:cNvSpPr/>
              <p:nvPr/>
            </p:nvSpPr>
            <p:spPr>
              <a:xfrm>
                <a:off x="1264187" y="187067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8" name="Pseudo atom | small solid diamond">
                <a:extLst>
                  <a:ext uri="{FF2B5EF4-FFF2-40B4-BE49-F238E27FC236}">
                    <a16:creationId xmlns:a16="http://schemas.microsoft.com/office/drawing/2014/main" id="{23E638F0-AAE5-C24A-374A-F6056D3607D5}"/>
                  </a:ext>
                </a:extLst>
              </p:cNvPr>
              <p:cNvSpPr/>
              <p:nvPr/>
            </p:nvSpPr>
            <p:spPr>
              <a:xfrm>
                <a:off x="1528524" y="186691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9" name="Pseudo atom | small solid diamond">
                <a:extLst>
                  <a:ext uri="{FF2B5EF4-FFF2-40B4-BE49-F238E27FC236}">
                    <a16:creationId xmlns:a16="http://schemas.microsoft.com/office/drawing/2014/main" id="{9F34F518-46C0-A65F-E185-175A2E3942DE}"/>
                  </a:ext>
                </a:extLst>
              </p:cNvPr>
              <p:cNvSpPr/>
              <p:nvPr/>
            </p:nvSpPr>
            <p:spPr>
              <a:xfrm>
                <a:off x="1428203" y="194172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0" name="Pseudo atom | small solid diamond">
                <a:extLst>
                  <a:ext uri="{FF2B5EF4-FFF2-40B4-BE49-F238E27FC236}">
                    <a16:creationId xmlns:a16="http://schemas.microsoft.com/office/drawing/2014/main" id="{81906AD3-556C-363A-3BFC-C63000B33A1E}"/>
                  </a:ext>
                </a:extLst>
              </p:cNvPr>
              <p:cNvSpPr/>
              <p:nvPr/>
            </p:nvSpPr>
            <p:spPr>
              <a:xfrm>
                <a:off x="1293160" y="184709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2181" name="b | Candidate blob">
              <a:extLst>
                <a:ext uri="{FF2B5EF4-FFF2-40B4-BE49-F238E27FC236}">
                  <a16:creationId xmlns:a16="http://schemas.microsoft.com/office/drawing/2014/main" id="{5018E914-8322-DB9C-C14B-79CC9104DD5F}"/>
                </a:ext>
              </a:extLst>
            </p:cNvPr>
            <p:cNvSpPr/>
            <p:nvPr/>
          </p:nvSpPr>
          <p:spPr>
            <a:xfrm>
              <a:off x="12382500" y="4543425"/>
              <a:ext cx="533400" cy="276225"/>
            </a:xfrm>
            <a:custGeom>
              <a:avLst/>
              <a:gdLst/>
              <a:ahLst/>
              <a:cxnLst/>
              <a:rect l="0" t="0" r="w" b="h"/>
              <a:pathLst>
                <a:path w="191433" h="121715" extrusionOk="0">
                  <a:moveTo>
                    <a:pt x="4484" y="76513"/>
                  </a:moveTo>
                  <a:cubicBezTo>
                    <a:pt x="0" y="63094"/>
                    <a:pt x="15867" y="42612"/>
                    <a:pt x="25180" y="34137"/>
                  </a:cubicBezTo>
                  <a:cubicBezTo>
                    <a:pt x="34492" y="25661"/>
                    <a:pt x="49324" y="30841"/>
                    <a:pt x="60362" y="25661"/>
                  </a:cubicBezTo>
                  <a:cubicBezTo>
                    <a:pt x="71399" y="20482"/>
                    <a:pt x="77608" y="6121"/>
                    <a:pt x="91405" y="3061"/>
                  </a:cubicBezTo>
                  <a:cubicBezTo>
                    <a:pt x="105202" y="0"/>
                    <a:pt x="129347" y="2825"/>
                    <a:pt x="143144" y="7298"/>
                  </a:cubicBezTo>
                  <a:cubicBezTo>
                    <a:pt x="156941" y="11771"/>
                    <a:pt x="166599" y="20482"/>
                    <a:pt x="174187" y="29899"/>
                  </a:cubicBezTo>
                  <a:cubicBezTo>
                    <a:pt x="181775" y="39316"/>
                    <a:pt x="191433" y="52500"/>
                    <a:pt x="188674" y="63800"/>
                  </a:cubicBezTo>
                  <a:cubicBezTo>
                    <a:pt x="185915" y="75101"/>
                    <a:pt x="170738" y="88520"/>
                    <a:pt x="157631" y="97701"/>
                  </a:cubicBezTo>
                  <a:cubicBezTo>
                    <a:pt x="144524" y="106883"/>
                    <a:pt x="127622" y="116065"/>
                    <a:pt x="110031" y="118890"/>
                  </a:cubicBezTo>
                  <a:cubicBezTo>
                    <a:pt x="92440" y="121715"/>
                    <a:pt x="69675" y="121715"/>
                    <a:pt x="52084" y="114652"/>
                  </a:cubicBezTo>
                  <a:cubicBezTo>
                    <a:pt x="34492" y="107589"/>
                    <a:pt x="8968" y="89932"/>
                    <a:pt x="4484" y="7651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2540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12182" name="b | Pseudo atoms cue">
              <a:extLst>
                <a:ext uri="{FF2B5EF4-FFF2-40B4-BE49-F238E27FC236}">
                  <a16:creationId xmlns:a16="http://schemas.microsoft.com/office/drawing/2014/main" id="{221DD6B1-6F3E-FB92-C9E2-A112F8E38EF1}"/>
                </a:ext>
              </a:extLst>
            </p:cNvPr>
            <p:cNvGrpSpPr/>
            <p:nvPr/>
          </p:nvGrpSpPr>
          <p:grpSpPr>
            <a:xfrm>
              <a:off x="13582650" y="4562475"/>
              <a:ext cx="866775" cy="257175"/>
              <a:chOff x="4590996" y="2053896"/>
              <a:chExt cx="222101" cy="100386"/>
            </a:xfrm>
          </p:grpSpPr>
          <p:sp>
            <p:nvSpPr>
              <p:cNvPr id="12183" name="Pseudo atom | small solid diamond">
                <a:extLst>
                  <a:ext uri="{FF2B5EF4-FFF2-40B4-BE49-F238E27FC236}">
                    <a16:creationId xmlns:a16="http://schemas.microsoft.com/office/drawing/2014/main" id="{36280339-CAAB-6A72-3090-79ADF2302BBB}"/>
                  </a:ext>
                </a:extLst>
              </p:cNvPr>
              <p:cNvSpPr/>
              <p:nvPr/>
            </p:nvSpPr>
            <p:spPr>
              <a:xfrm>
                <a:off x="4649653" y="2143507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4" name="Pseudo atom | small solid diamond">
                <a:extLst>
                  <a:ext uri="{FF2B5EF4-FFF2-40B4-BE49-F238E27FC236}">
                    <a16:creationId xmlns:a16="http://schemas.microsoft.com/office/drawing/2014/main" id="{6387D384-2CF7-01F6-FA1D-298E4D309CED}"/>
                  </a:ext>
                </a:extLst>
              </p:cNvPr>
              <p:cNvSpPr/>
              <p:nvPr/>
            </p:nvSpPr>
            <p:spPr>
              <a:xfrm>
                <a:off x="4635106" y="206081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5" name="Pseudo atom | small solid diamond">
                <a:extLst>
                  <a:ext uri="{FF2B5EF4-FFF2-40B4-BE49-F238E27FC236}">
                    <a16:creationId xmlns:a16="http://schemas.microsoft.com/office/drawing/2014/main" id="{5F135021-7A58-2899-64E6-3BFCA2283BD1}"/>
                  </a:ext>
                </a:extLst>
              </p:cNvPr>
              <p:cNvSpPr/>
              <p:nvPr/>
            </p:nvSpPr>
            <p:spPr>
              <a:xfrm>
                <a:off x="4673083" y="206633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6" name="Pseudo atom | small solid diamond">
                <a:extLst>
                  <a:ext uri="{FF2B5EF4-FFF2-40B4-BE49-F238E27FC236}">
                    <a16:creationId xmlns:a16="http://schemas.microsoft.com/office/drawing/2014/main" id="{00C34ED0-4E8A-6127-1C9A-01737AF32DF9}"/>
                  </a:ext>
                </a:extLst>
              </p:cNvPr>
              <p:cNvSpPr/>
              <p:nvPr/>
            </p:nvSpPr>
            <p:spPr>
              <a:xfrm>
                <a:off x="4748901" y="205389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7" name="Pseudo atom | small solid diamond">
                <a:extLst>
                  <a:ext uri="{FF2B5EF4-FFF2-40B4-BE49-F238E27FC236}">
                    <a16:creationId xmlns:a16="http://schemas.microsoft.com/office/drawing/2014/main" id="{DBF795BD-A1CF-4832-F7D8-2F3AF21D900A}"/>
                  </a:ext>
                </a:extLst>
              </p:cNvPr>
              <p:cNvSpPr/>
              <p:nvPr/>
            </p:nvSpPr>
            <p:spPr>
              <a:xfrm>
                <a:off x="4802323" y="213395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8" name="Pseudo atom | small solid diamond">
                <a:extLst>
                  <a:ext uri="{FF2B5EF4-FFF2-40B4-BE49-F238E27FC236}">
                    <a16:creationId xmlns:a16="http://schemas.microsoft.com/office/drawing/2014/main" id="{B94A47A2-EE97-9FC3-BFC4-4003C0EDD113}"/>
                  </a:ext>
                </a:extLst>
              </p:cNvPr>
              <p:cNvSpPr/>
              <p:nvPr/>
            </p:nvSpPr>
            <p:spPr>
              <a:xfrm>
                <a:off x="4590996" y="209983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9" name="Pseudo atom | small solid diamond">
                <a:extLst>
                  <a:ext uri="{FF2B5EF4-FFF2-40B4-BE49-F238E27FC236}">
                    <a16:creationId xmlns:a16="http://schemas.microsoft.com/office/drawing/2014/main" id="{7634D779-79D1-BC97-8F99-BB62E6E7FCD7}"/>
                  </a:ext>
                </a:extLst>
              </p:cNvPr>
              <p:cNvSpPr/>
              <p:nvPr/>
            </p:nvSpPr>
            <p:spPr>
              <a:xfrm>
                <a:off x="4615600" y="2069290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0" name="Pseudo atom | small solid diamond">
                <a:extLst>
                  <a:ext uri="{FF2B5EF4-FFF2-40B4-BE49-F238E27FC236}">
                    <a16:creationId xmlns:a16="http://schemas.microsoft.com/office/drawing/2014/main" id="{26F3DD01-FB15-EE1D-44A5-FDEBBB1276F2}"/>
                  </a:ext>
                </a:extLst>
              </p:cNvPr>
              <p:cNvSpPr/>
              <p:nvPr/>
            </p:nvSpPr>
            <p:spPr>
              <a:xfrm>
                <a:off x="4688932" y="2090372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1" name="Pseudo atom | small solid diamond">
                <a:extLst>
                  <a:ext uri="{FF2B5EF4-FFF2-40B4-BE49-F238E27FC236}">
                    <a16:creationId xmlns:a16="http://schemas.microsoft.com/office/drawing/2014/main" id="{E8039873-D6F4-E372-511B-31DD121F28B3}"/>
                  </a:ext>
                </a:extLst>
              </p:cNvPr>
              <p:cNvSpPr/>
              <p:nvPr/>
            </p:nvSpPr>
            <p:spPr>
              <a:xfrm>
                <a:off x="4701054" y="214143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92" name="b | Atom binding probability atoms">
              <a:extLst>
                <a:ext uri="{FF2B5EF4-FFF2-40B4-BE49-F238E27FC236}">
                  <a16:creationId xmlns:a16="http://schemas.microsoft.com/office/drawing/2014/main" id="{67863BEE-82D6-7281-C25B-E8DECFEEBC7F}"/>
                </a:ext>
              </a:extLst>
            </p:cNvPr>
            <p:cNvGrpSpPr/>
            <p:nvPr/>
          </p:nvGrpSpPr>
          <p:grpSpPr>
            <a:xfrm>
              <a:off x="12096750" y="6534150"/>
              <a:ext cx="1847850" cy="1057275"/>
              <a:chOff x="4048258" y="1358908"/>
              <a:chExt cx="619157" cy="354006"/>
            </a:xfrm>
          </p:grpSpPr>
          <p:sp>
            <p:nvSpPr>
              <p:cNvPr id="12193" name="ellipse_2090">
                <a:extLst>
                  <a:ext uri="{FF2B5EF4-FFF2-40B4-BE49-F238E27FC236}">
                    <a16:creationId xmlns:a16="http://schemas.microsoft.com/office/drawing/2014/main" id="{2B3830D9-1626-1F84-D0FE-2FF851C913BA}"/>
                  </a:ext>
                </a:extLst>
              </p:cNvPr>
              <p:cNvSpPr/>
              <p:nvPr/>
            </p:nvSpPr>
            <p:spPr>
              <a:xfrm>
                <a:off x="4258453" y="1489516"/>
                <a:ext cx="30094" cy="30094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4" name="ellipse_2091">
                <a:extLst>
                  <a:ext uri="{FF2B5EF4-FFF2-40B4-BE49-F238E27FC236}">
                    <a16:creationId xmlns:a16="http://schemas.microsoft.com/office/drawing/2014/main" id="{21BE1228-999A-9399-82D7-996C145F7ABC}"/>
                  </a:ext>
                </a:extLst>
              </p:cNvPr>
              <p:cNvSpPr/>
              <p:nvPr/>
            </p:nvSpPr>
            <p:spPr>
              <a:xfrm>
                <a:off x="4113367" y="1552446"/>
                <a:ext cx="36128" cy="36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BFD5EB"/>
                  </a:gs>
                  <a:gs pos="100000">
                    <a:srgbClr val="93B0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5" name="ellipse_2092">
                <a:extLst>
                  <a:ext uri="{FF2B5EF4-FFF2-40B4-BE49-F238E27FC236}">
                    <a16:creationId xmlns:a16="http://schemas.microsoft.com/office/drawing/2014/main" id="{17B068A9-2447-48C5-92C0-B12DAFEAEDCD}"/>
                  </a:ext>
                </a:extLst>
              </p:cNvPr>
              <p:cNvSpPr/>
              <p:nvPr/>
            </p:nvSpPr>
            <p:spPr>
              <a:xfrm>
                <a:off x="4241603" y="1430960"/>
                <a:ext cx="24712" cy="2471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6" name="ellipse_2093">
                <a:extLst>
                  <a:ext uri="{FF2B5EF4-FFF2-40B4-BE49-F238E27FC236}">
                    <a16:creationId xmlns:a16="http://schemas.microsoft.com/office/drawing/2014/main" id="{1F85805F-63EB-14E3-7380-919D12139388}"/>
                  </a:ext>
                </a:extLst>
              </p:cNvPr>
              <p:cNvSpPr/>
              <p:nvPr/>
            </p:nvSpPr>
            <p:spPr>
              <a:xfrm>
                <a:off x="4416989" y="1399138"/>
                <a:ext cx="30911" cy="30911"/>
              </a:xfrm>
              <a:prstGeom prst="ellipse">
                <a:avLst/>
              </a:prstGeom>
              <a:gradFill flip="none" rotWithShape="1">
                <a:gsLst>
                  <a:gs pos="0">
                    <a:srgbClr val="FEFEFE"/>
                  </a:gs>
                  <a:gs pos="43000">
                    <a:srgbClr val="F8F9FB"/>
                  </a:gs>
                  <a:gs pos="100000">
                    <a:srgbClr val="D5DAD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7" name="ellipse_2094">
                <a:extLst>
                  <a:ext uri="{FF2B5EF4-FFF2-40B4-BE49-F238E27FC236}">
                    <a16:creationId xmlns:a16="http://schemas.microsoft.com/office/drawing/2014/main" id="{8336BFCC-820E-2B19-D689-28CBBBB8B82B}"/>
                  </a:ext>
                </a:extLst>
              </p:cNvPr>
              <p:cNvSpPr/>
              <p:nvPr/>
            </p:nvSpPr>
            <p:spPr>
              <a:xfrm>
                <a:off x="4225009" y="1420091"/>
                <a:ext cx="23096" cy="2309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4A6D5"/>
                  </a:gs>
                  <a:gs pos="100000">
                    <a:srgbClr val="3D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8" name="ellipse_2095">
                <a:extLst>
                  <a:ext uri="{FF2B5EF4-FFF2-40B4-BE49-F238E27FC236}">
                    <a16:creationId xmlns:a16="http://schemas.microsoft.com/office/drawing/2014/main" id="{14DB2149-EC00-5D23-19DE-BB1BBCDAF552}"/>
                  </a:ext>
                </a:extLst>
              </p:cNvPr>
              <p:cNvSpPr/>
              <p:nvPr/>
            </p:nvSpPr>
            <p:spPr>
              <a:xfrm>
                <a:off x="4351890" y="1391469"/>
                <a:ext cx="20643" cy="20643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9" name="ellipse_2096">
                <a:extLst>
                  <a:ext uri="{FF2B5EF4-FFF2-40B4-BE49-F238E27FC236}">
                    <a16:creationId xmlns:a16="http://schemas.microsoft.com/office/drawing/2014/main" id="{AC5F1764-C87D-B432-3B98-9D25CEF78A00}"/>
                  </a:ext>
                </a:extLst>
              </p:cNvPr>
              <p:cNvSpPr/>
              <p:nvPr/>
            </p:nvSpPr>
            <p:spPr>
              <a:xfrm>
                <a:off x="4500666" y="1563839"/>
                <a:ext cx="30169" cy="30169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0" name="ellipse_2097">
                <a:extLst>
                  <a:ext uri="{FF2B5EF4-FFF2-40B4-BE49-F238E27FC236}">
                    <a16:creationId xmlns:a16="http://schemas.microsoft.com/office/drawing/2014/main" id="{C3EFF02A-5DBF-293B-4CF8-425B9E44645D}"/>
                  </a:ext>
                </a:extLst>
              </p:cNvPr>
              <p:cNvSpPr/>
              <p:nvPr/>
            </p:nvSpPr>
            <p:spPr>
              <a:xfrm>
                <a:off x="4285092" y="1531884"/>
                <a:ext cx="35504" cy="3550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1" name="ellipse_2098">
                <a:extLst>
                  <a:ext uri="{FF2B5EF4-FFF2-40B4-BE49-F238E27FC236}">
                    <a16:creationId xmlns:a16="http://schemas.microsoft.com/office/drawing/2014/main" id="{7FE121BE-406C-B7F0-6588-68811588E062}"/>
                  </a:ext>
                </a:extLst>
              </p:cNvPr>
              <p:cNvSpPr/>
              <p:nvPr/>
            </p:nvSpPr>
            <p:spPr>
              <a:xfrm>
                <a:off x="4478008" y="1554349"/>
                <a:ext cx="26505" cy="26505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2ECF5"/>
                  </a:gs>
                  <a:gs pos="100000">
                    <a:srgbClr val="BCCA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2" name="ellipse_2099">
                <a:extLst>
                  <a:ext uri="{FF2B5EF4-FFF2-40B4-BE49-F238E27FC236}">
                    <a16:creationId xmlns:a16="http://schemas.microsoft.com/office/drawing/2014/main" id="{1AB6DDD3-5DF8-FB31-87B7-C71B35A08325}"/>
                  </a:ext>
                </a:extLst>
              </p:cNvPr>
              <p:cNvSpPr/>
              <p:nvPr/>
            </p:nvSpPr>
            <p:spPr>
              <a:xfrm>
                <a:off x="4554728" y="1513181"/>
                <a:ext cx="25082" cy="2508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3E2F1"/>
                  </a:gs>
                  <a:gs pos="100000">
                    <a:srgbClr val="AABFD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3" name="ellipse_2100">
                <a:extLst>
                  <a:ext uri="{FF2B5EF4-FFF2-40B4-BE49-F238E27FC236}">
                    <a16:creationId xmlns:a16="http://schemas.microsoft.com/office/drawing/2014/main" id="{18032942-4A69-808B-7CCA-34C6989D718C}"/>
                  </a:ext>
                </a:extLst>
              </p:cNvPr>
              <p:cNvSpPr/>
              <p:nvPr/>
            </p:nvSpPr>
            <p:spPr>
              <a:xfrm>
                <a:off x="4437339" y="1438245"/>
                <a:ext cx="26429" cy="26429"/>
              </a:xfrm>
              <a:prstGeom prst="ellipse">
                <a:avLst/>
              </a:prstGeom>
              <a:gradFill flip="none" rotWithShape="1">
                <a:gsLst>
                  <a:gs pos="0">
                    <a:srgbClr val="F8E4E5"/>
                  </a:gs>
                  <a:gs pos="43000">
                    <a:srgbClr val="DD7C81"/>
                  </a:gs>
                  <a:gs pos="100000">
                    <a:srgbClr val="B6495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4" name="ellipse_2101">
                <a:extLst>
                  <a:ext uri="{FF2B5EF4-FFF2-40B4-BE49-F238E27FC236}">
                    <a16:creationId xmlns:a16="http://schemas.microsoft.com/office/drawing/2014/main" id="{131AE690-D88E-7409-FBC3-7139B0FED790}"/>
                  </a:ext>
                </a:extLst>
              </p:cNvPr>
              <p:cNvSpPr/>
              <p:nvPr/>
            </p:nvSpPr>
            <p:spPr>
              <a:xfrm>
                <a:off x="4540638" y="1512355"/>
                <a:ext cx="24065" cy="240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5" name="ellipse_2102">
                <a:extLst>
                  <a:ext uri="{FF2B5EF4-FFF2-40B4-BE49-F238E27FC236}">
                    <a16:creationId xmlns:a16="http://schemas.microsoft.com/office/drawing/2014/main" id="{28037DFA-4250-8D96-3A73-5456B22B2203}"/>
                  </a:ext>
                </a:extLst>
              </p:cNvPr>
              <p:cNvSpPr/>
              <p:nvPr/>
            </p:nvSpPr>
            <p:spPr>
              <a:xfrm>
                <a:off x="4379933" y="1358908"/>
                <a:ext cx="19574" cy="1957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6" name="ellipse_2103">
                <a:extLst>
                  <a:ext uri="{FF2B5EF4-FFF2-40B4-BE49-F238E27FC236}">
                    <a16:creationId xmlns:a16="http://schemas.microsoft.com/office/drawing/2014/main" id="{D7D05214-C003-61EF-0D5F-D1DE4CA377AB}"/>
                  </a:ext>
                </a:extLst>
              </p:cNvPr>
              <p:cNvSpPr/>
              <p:nvPr/>
            </p:nvSpPr>
            <p:spPr>
              <a:xfrm>
                <a:off x="4136927" y="1409448"/>
                <a:ext cx="34734" cy="3473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7" name="ellipse_2104">
                <a:extLst>
                  <a:ext uri="{FF2B5EF4-FFF2-40B4-BE49-F238E27FC236}">
                    <a16:creationId xmlns:a16="http://schemas.microsoft.com/office/drawing/2014/main" id="{4097D10B-E6ED-C77E-D00E-C91C11E7DEBD}"/>
                  </a:ext>
                </a:extLst>
              </p:cNvPr>
              <p:cNvSpPr/>
              <p:nvPr/>
            </p:nvSpPr>
            <p:spPr>
              <a:xfrm>
                <a:off x="4185936" y="1432087"/>
                <a:ext cx="35247" cy="3524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8" name="ellipse_2105">
                <a:extLst>
                  <a:ext uri="{FF2B5EF4-FFF2-40B4-BE49-F238E27FC236}">
                    <a16:creationId xmlns:a16="http://schemas.microsoft.com/office/drawing/2014/main" id="{CDCA2000-8A75-BC3C-B739-09843F04912A}"/>
                  </a:ext>
                </a:extLst>
              </p:cNvPr>
              <p:cNvSpPr/>
              <p:nvPr/>
            </p:nvSpPr>
            <p:spPr>
              <a:xfrm>
                <a:off x="4160777" y="1485033"/>
                <a:ext cx="33010" cy="3301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9" name="ellipse_2106">
                <a:extLst>
                  <a:ext uri="{FF2B5EF4-FFF2-40B4-BE49-F238E27FC236}">
                    <a16:creationId xmlns:a16="http://schemas.microsoft.com/office/drawing/2014/main" id="{4FD87725-889B-36C2-0696-F9BD76880B59}"/>
                  </a:ext>
                </a:extLst>
              </p:cNvPr>
              <p:cNvSpPr/>
              <p:nvPr/>
            </p:nvSpPr>
            <p:spPr>
              <a:xfrm>
                <a:off x="4156764" y="1588952"/>
                <a:ext cx="33812" cy="33812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7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0" name="ellipse_2107">
                <a:extLst>
                  <a:ext uri="{FF2B5EF4-FFF2-40B4-BE49-F238E27FC236}">
                    <a16:creationId xmlns:a16="http://schemas.microsoft.com/office/drawing/2014/main" id="{80ABBECD-BFD3-BA56-7095-4E79A57EA9EC}"/>
                  </a:ext>
                </a:extLst>
              </p:cNvPr>
              <p:cNvSpPr/>
              <p:nvPr/>
            </p:nvSpPr>
            <p:spPr>
              <a:xfrm>
                <a:off x="4477325" y="1432896"/>
                <a:ext cx="23702" cy="23702"/>
              </a:xfrm>
              <a:prstGeom prst="ellipse">
                <a:avLst/>
              </a:prstGeom>
              <a:gradFill flip="none" rotWithShape="1">
                <a:gsLst>
                  <a:gs pos="0">
                    <a:srgbClr val="FAECED"/>
                  </a:gs>
                  <a:gs pos="43000">
                    <a:srgbClr val="E6A5A9"/>
                  </a:gs>
                  <a:gs pos="100000">
                    <a:srgbClr val="C0788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1" name="ellipse_2108">
                <a:extLst>
                  <a:ext uri="{FF2B5EF4-FFF2-40B4-BE49-F238E27FC236}">
                    <a16:creationId xmlns:a16="http://schemas.microsoft.com/office/drawing/2014/main" id="{109BA463-8936-BB87-C1B2-9C4C0E230AC6}"/>
                  </a:ext>
                </a:extLst>
              </p:cNvPr>
              <p:cNvSpPr/>
              <p:nvPr/>
            </p:nvSpPr>
            <p:spPr>
              <a:xfrm>
                <a:off x="4277073" y="1643617"/>
                <a:ext cx="28926" cy="2892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2" name="ellipse_2109">
                <a:extLst>
                  <a:ext uri="{FF2B5EF4-FFF2-40B4-BE49-F238E27FC236}">
                    <a16:creationId xmlns:a16="http://schemas.microsoft.com/office/drawing/2014/main" id="{CC8AEAA2-497C-185E-A9BC-0C32E8A22B7F}"/>
                  </a:ext>
                </a:extLst>
              </p:cNvPr>
              <p:cNvSpPr/>
              <p:nvPr/>
            </p:nvSpPr>
            <p:spPr>
              <a:xfrm>
                <a:off x="4232832" y="1587878"/>
                <a:ext cx="32331" cy="3233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3" name="ellipse_2110">
                <a:extLst>
                  <a:ext uri="{FF2B5EF4-FFF2-40B4-BE49-F238E27FC236}">
                    <a16:creationId xmlns:a16="http://schemas.microsoft.com/office/drawing/2014/main" id="{51D3B4DB-D528-230A-2EE0-4B2F01E04C5D}"/>
                  </a:ext>
                </a:extLst>
              </p:cNvPr>
              <p:cNvSpPr/>
              <p:nvPr/>
            </p:nvSpPr>
            <p:spPr>
              <a:xfrm>
                <a:off x="4366549" y="1446303"/>
                <a:ext cx="19768" cy="19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6F7"/>
                  </a:gs>
                  <a:gs pos="43000">
                    <a:srgbClr val="F0D6D9"/>
                  </a:gs>
                  <a:gs pos="100000">
                    <a:srgbClr val="CCB1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4" name="ellipse_2111">
                <a:extLst>
                  <a:ext uri="{FF2B5EF4-FFF2-40B4-BE49-F238E27FC236}">
                    <a16:creationId xmlns:a16="http://schemas.microsoft.com/office/drawing/2014/main" id="{D39ECB35-01E8-0E06-9926-A03204926228}"/>
                  </a:ext>
                </a:extLst>
              </p:cNvPr>
              <p:cNvSpPr/>
              <p:nvPr/>
            </p:nvSpPr>
            <p:spPr>
              <a:xfrm>
                <a:off x="4319837" y="1616419"/>
                <a:ext cx="29048" cy="290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5" name="ellipse_2112">
                <a:extLst>
                  <a:ext uri="{FF2B5EF4-FFF2-40B4-BE49-F238E27FC236}">
                    <a16:creationId xmlns:a16="http://schemas.microsoft.com/office/drawing/2014/main" id="{51F26B1C-3B9D-7E7C-F6F7-F082F80023BB}"/>
                  </a:ext>
                </a:extLst>
              </p:cNvPr>
              <p:cNvSpPr/>
              <p:nvPr/>
            </p:nvSpPr>
            <p:spPr>
              <a:xfrm>
                <a:off x="4162910" y="1486420"/>
                <a:ext cx="24489" cy="24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BD7"/>
                  </a:gs>
                  <a:gs pos="100000">
                    <a:srgbClr val="45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6" name="ellipse_2113">
                <a:extLst>
                  <a:ext uri="{FF2B5EF4-FFF2-40B4-BE49-F238E27FC236}">
                    <a16:creationId xmlns:a16="http://schemas.microsoft.com/office/drawing/2014/main" id="{BD6B4897-5882-D9D9-FC05-D39528C98FFF}"/>
                  </a:ext>
                </a:extLst>
              </p:cNvPr>
              <p:cNvSpPr/>
              <p:nvPr/>
            </p:nvSpPr>
            <p:spPr>
              <a:xfrm>
                <a:off x="4477711" y="1630434"/>
                <a:ext cx="31074" cy="3107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7" name="ellipse_2114">
                <a:extLst>
                  <a:ext uri="{FF2B5EF4-FFF2-40B4-BE49-F238E27FC236}">
                    <a16:creationId xmlns:a16="http://schemas.microsoft.com/office/drawing/2014/main" id="{106E12B7-22EC-AFAE-6E2E-E7F254CB1578}"/>
                  </a:ext>
                </a:extLst>
              </p:cNvPr>
              <p:cNvSpPr/>
              <p:nvPr/>
            </p:nvSpPr>
            <p:spPr>
              <a:xfrm>
                <a:off x="4561895" y="1404845"/>
                <a:ext cx="32842" cy="32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1E1"/>
                  </a:gs>
                  <a:gs pos="100000">
                    <a:srgbClr val="6F99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8" name="ellipse_2115">
                <a:extLst>
                  <a:ext uri="{FF2B5EF4-FFF2-40B4-BE49-F238E27FC236}">
                    <a16:creationId xmlns:a16="http://schemas.microsoft.com/office/drawing/2014/main" id="{336A9DE0-688A-263D-8877-F6999AE273FD}"/>
                  </a:ext>
                </a:extLst>
              </p:cNvPr>
              <p:cNvSpPr/>
              <p:nvPr/>
            </p:nvSpPr>
            <p:spPr>
              <a:xfrm>
                <a:off x="4215117" y="1531671"/>
                <a:ext cx="31068" cy="3106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9" name="ellipse_2116">
                <a:extLst>
                  <a:ext uri="{FF2B5EF4-FFF2-40B4-BE49-F238E27FC236}">
                    <a16:creationId xmlns:a16="http://schemas.microsoft.com/office/drawing/2014/main" id="{5136DE23-286D-18F3-0EF5-D3DC028F1A68}"/>
                  </a:ext>
                </a:extLst>
              </p:cNvPr>
              <p:cNvSpPr/>
              <p:nvPr/>
            </p:nvSpPr>
            <p:spPr>
              <a:xfrm>
                <a:off x="4305476" y="1587179"/>
                <a:ext cx="22676" cy="22676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6DC"/>
                  </a:gs>
                  <a:gs pos="100000">
                    <a:srgbClr val="5C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0" name="ellipse_2117">
                <a:extLst>
                  <a:ext uri="{FF2B5EF4-FFF2-40B4-BE49-F238E27FC236}">
                    <a16:creationId xmlns:a16="http://schemas.microsoft.com/office/drawing/2014/main" id="{B6764111-0B1A-785B-232B-4B2E673C252D}"/>
                  </a:ext>
                </a:extLst>
              </p:cNvPr>
              <p:cNvSpPr/>
              <p:nvPr/>
            </p:nvSpPr>
            <p:spPr>
              <a:xfrm>
                <a:off x="4603877" y="1581641"/>
                <a:ext cx="20231" cy="2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1" name="ellipse_2118">
                <a:extLst>
                  <a:ext uri="{FF2B5EF4-FFF2-40B4-BE49-F238E27FC236}">
                    <a16:creationId xmlns:a16="http://schemas.microsoft.com/office/drawing/2014/main" id="{79E4C40F-AF19-0B8F-CB72-7FCA57476A7E}"/>
                  </a:ext>
                </a:extLst>
              </p:cNvPr>
              <p:cNvSpPr/>
              <p:nvPr/>
            </p:nvSpPr>
            <p:spPr>
              <a:xfrm>
                <a:off x="4148220" y="1473747"/>
                <a:ext cx="36222" cy="3622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2" name="ellipse_2119">
                <a:extLst>
                  <a:ext uri="{FF2B5EF4-FFF2-40B4-BE49-F238E27FC236}">
                    <a16:creationId xmlns:a16="http://schemas.microsoft.com/office/drawing/2014/main" id="{52015E7F-29E3-3823-9D6C-5192365F64FE}"/>
                  </a:ext>
                </a:extLst>
              </p:cNvPr>
              <p:cNvSpPr/>
              <p:nvPr/>
            </p:nvSpPr>
            <p:spPr>
              <a:xfrm>
                <a:off x="4552698" y="1554585"/>
                <a:ext cx="29289" cy="2928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3" name="ellipse_2120">
                <a:extLst>
                  <a:ext uri="{FF2B5EF4-FFF2-40B4-BE49-F238E27FC236}">
                    <a16:creationId xmlns:a16="http://schemas.microsoft.com/office/drawing/2014/main" id="{1DB9F3DA-CE4C-F9BB-30D8-BF3FE42DB962}"/>
                  </a:ext>
                </a:extLst>
              </p:cNvPr>
              <p:cNvSpPr/>
              <p:nvPr/>
            </p:nvSpPr>
            <p:spPr>
              <a:xfrm>
                <a:off x="4303221" y="1630068"/>
                <a:ext cx="26948" cy="269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4" name="ellipse_2121">
                <a:extLst>
                  <a:ext uri="{FF2B5EF4-FFF2-40B4-BE49-F238E27FC236}">
                    <a16:creationId xmlns:a16="http://schemas.microsoft.com/office/drawing/2014/main" id="{F79395A1-3FD5-65CA-2956-E0150FBD5E21}"/>
                  </a:ext>
                </a:extLst>
              </p:cNvPr>
              <p:cNvSpPr/>
              <p:nvPr/>
            </p:nvSpPr>
            <p:spPr>
              <a:xfrm>
                <a:off x="4478501" y="1592646"/>
                <a:ext cx="34960" cy="3496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CB5DB"/>
                  </a:gs>
                  <a:gs pos="100000">
                    <a:srgbClr val="588B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5" name="ellipse_2122">
                <a:extLst>
                  <a:ext uri="{FF2B5EF4-FFF2-40B4-BE49-F238E27FC236}">
                    <a16:creationId xmlns:a16="http://schemas.microsoft.com/office/drawing/2014/main" id="{D2200CD1-9D25-15CE-8D0B-264280C74176}"/>
                  </a:ext>
                </a:extLst>
              </p:cNvPr>
              <p:cNvSpPr/>
              <p:nvPr/>
            </p:nvSpPr>
            <p:spPr>
              <a:xfrm>
                <a:off x="4565932" y="1590332"/>
                <a:ext cx="28306" cy="28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6" name="ellipse_2123">
                <a:extLst>
                  <a:ext uri="{FF2B5EF4-FFF2-40B4-BE49-F238E27FC236}">
                    <a16:creationId xmlns:a16="http://schemas.microsoft.com/office/drawing/2014/main" id="{D97B1542-8FA0-B4DC-F5A5-057FCE19A7A8}"/>
                  </a:ext>
                </a:extLst>
              </p:cNvPr>
              <p:cNvSpPr/>
              <p:nvPr/>
            </p:nvSpPr>
            <p:spPr>
              <a:xfrm>
                <a:off x="4059567" y="1420321"/>
                <a:ext cx="25021" cy="25021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3D3"/>
                  </a:gs>
                  <a:gs pos="100000">
                    <a:srgbClr val="3876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7" name="ellipse_2124">
                <a:extLst>
                  <a:ext uri="{FF2B5EF4-FFF2-40B4-BE49-F238E27FC236}">
                    <a16:creationId xmlns:a16="http://schemas.microsoft.com/office/drawing/2014/main" id="{8E30B7B1-D369-E960-649A-327F130BD73D}"/>
                  </a:ext>
                </a:extLst>
              </p:cNvPr>
              <p:cNvSpPr/>
              <p:nvPr/>
            </p:nvSpPr>
            <p:spPr>
              <a:xfrm>
                <a:off x="4454981" y="1419123"/>
                <a:ext cx="20719" cy="20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5C9"/>
                  </a:gs>
                  <a:gs pos="100000">
                    <a:srgbClr val="C89E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8" name="ellipse_2125">
                <a:extLst>
                  <a:ext uri="{FF2B5EF4-FFF2-40B4-BE49-F238E27FC236}">
                    <a16:creationId xmlns:a16="http://schemas.microsoft.com/office/drawing/2014/main" id="{24627FA8-DC8B-16B1-FA7D-91338E3A6F90}"/>
                  </a:ext>
                </a:extLst>
              </p:cNvPr>
              <p:cNvSpPr/>
              <p:nvPr/>
            </p:nvSpPr>
            <p:spPr>
              <a:xfrm>
                <a:off x="4213951" y="1613938"/>
                <a:ext cx="30623" cy="30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CD3E9"/>
                  </a:gs>
                  <a:gs pos="100000">
                    <a:srgbClr val="90AEC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9" name="ellipse_2126">
                <a:extLst>
                  <a:ext uri="{FF2B5EF4-FFF2-40B4-BE49-F238E27FC236}">
                    <a16:creationId xmlns:a16="http://schemas.microsoft.com/office/drawing/2014/main" id="{4F34284F-3527-B756-C9E3-0FC52628CFA5}"/>
                  </a:ext>
                </a:extLst>
              </p:cNvPr>
              <p:cNvSpPr/>
              <p:nvPr/>
            </p:nvSpPr>
            <p:spPr>
              <a:xfrm>
                <a:off x="4448861" y="1530866"/>
                <a:ext cx="30010" cy="30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0"/>
                  </a:gs>
                  <a:gs pos="100000">
                    <a:srgbClr val="C6949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0" name="ellipse_2127">
                <a:extLst>
                  <a:ext uri="{FF2B5EF4-FFF2-40B4-BE49-F238E27FC236}">
                    <a16:creationId xmlns:a16="http://schemas.microsoft.com/office/drawing/2014/main" id="{3E9D0ACC-8422-CAFC-ADBC-16FED0739B06}"/>
                  </a:ext>
                </a:extLst>
              </p:cNvPr>
              <p:cNvSpPr/>
              <p:nvPr/>
            </p:nvSpPr>
            <p:spPr>
              <a:xfrm>
                <a:off x="4187439" y="1437250"/>
                <a:ext cx="22091" cy="2209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1" name="ellipse_2128">
                <a:extLst>
                  <a:ext uri="{FF2B5EF4-FFF2-40B4-BE49-F238E27FC236}">
                    <a16:creationId xmlns:a16="http://schemas.microsoft.com/office/drawing/2014/main" id="{F544F1C8-CF7D-C99E-336E-34A53E03791D}"/>
                  </a:ext>
                </a:extLst>
              </p:cNvPr>
              <p:cNvSpPr/>
              <p:nvPr/>
            </p:nvSpPr>
            <p:spPr>
              <a:xfrm>
                <a:off x="4156267" y="1447360"/>
                <a:ext cx="27517" cy="2751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2" name="ellipse_2129">
                <a:extLst>
                  <a:ext uri="{FF2B5EF4-FFF2-40B4-BE49-F238E27FC236}">
                    <a16:creationId xmlns:a16="http://schemas.microsoft.com/office/drawing/2014/main" id="{E5D64892-1D43-5B53-7A21-84FEFCB7B869}"/>
                  </a:ext>
                </a:extLst>
              </p:cNvPr>
              <p:cNvSpPr/>
              <p:nvPr/>
            </p:nvSpPr>
            <p:spPr>
              <a:xfrm>
                <a:off x="4513687" y="1593956"/>
                <a:ext cx="26924" cy="2692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3" name="ellipse_2130">
                <a:extLst>
                  <a:ext uri="{FF2B5EF4-FFF2-40B4-BE49-F238E27FC236}">
                    <a16:creationId xmlns:a16="http://schemas.microsoft.com/office/drawing/2014/main" id="{5822C808-2F4C-0196-94D6-274BF01594F4}"/>
                  </a:ext>
                </a:extLst>
              </p:cNvPr>
              <p:cNvSpPr/>
              <p:nvPr/>
            </p:nvSpPr>
            <p:spPr>
              <a:xfrm>
                <a:off x="4475672" y="1534775"/>
                <a:ext cx="19735" cy="1973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CC5C8"/>
                  </a:gs>
                  <a:gs pos="100000">
                    <a:srgbClr val="C79DA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4" name="ellipse_2131">
                <a:extLst>
                  <a:ext uri="{FF2B5EF4-FFF2-40B4-BE49-F238E27FC236}">
                    <a16:creationId xmlns:a16="http://schemas.microsoft.com/office/drawing/2014/main" id="{A96082D6-F143-7133-2174-088EDD1328E6}"/>
                  </a:ext>
                </a:extLst>
              </p:cNvPr>
              <p:cNvSpPr/>
              <p:nvPr/>
            </p:nvSpPr>
            <p:spPr>
              <a:xfrm>
                <a:off x="4177150" y="1479714"/>
                <a:ext cx="34047" cy="3404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5" name="ellipse_2132">
                <a:extLst>
                  <a:ext uri="{FF2B5EF4-FFF2-40B4-BE49-F238E27FC236}">
                    <a16:creationId xmlns:a16="http://schemas.microsoft.com/office/drawing/2014/main" id="{BECCFD14-E283-AF9F-6704-782A5E0085CD}"/>
                  </a:ext>
                </a:extLst>
              </p:cNvPr>
              <p:cNvSpPr/>
              <p:nvPr/>
            </p:nvSpPr>
            <p:spPr>
              <a:xfrm>
                <a:off x="4169230" y="1457714"/>
                <a:ext cx="24475" cy="2447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6" name="ellipse_2133">
                <a:extLst>
                  <a:ext uri="{FF2B5EF4-FFF2-40B4-BE49-F238E27FC236}">
                    <a16:creationId xmlns:a16="http://schemas.microsoft.com/office/drawing/2014/main" id="{3AFFBEBF-F045-EF10-437E-963B5990C9B3}"/>
                  </a:ext>
                </a:extLst>
              </p:cNvPr>
              <p:cNvSpPr/>
              <p:nvPr/>
            </p:nvSpPr>
            <p:spPr>
              <a:xfrm>
                <a:off x="4250267" y="1611599"/>
                <a:ext cx="27208" cy="27208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5E3"/>
                  </a:gs>
                  <a:gs pos="100000">
                    <a:srgbClr val="74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7" name="ellipse_2134">
                <a:extLst>
                  <a:ext uri="{FF2B5EF4-FFF2-40B4-BE49-F238E27FC236}">
                    <a16:creationId xmlns:a16="http://schemas.microsoft.com/office/drawing/2014/main" id="{D926B1AB-4829-A8A6-FD77-2B23784BF90A}"/>
                  </a:ext>
                </a:extLst>
              </p:cNvPr>
              <p:cNvSpPr/>
              <p:nvPr/>
            </p:nvSpPr>
            <p:spPr>
              <a:xfrm>
                <a:off x="4316540" y="1649280"/>
                <a:ext cx="31638" cy="3163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8" name="ellipse_2135">
                <a:extLst>
                  <a:ext uri="{FF2B5EF4-FFF2-40B4-BE49-F238E27FC236}">
                    <a16:creationId xmlns:a16="http://schemas.microsoft.com/office/drawing/2014/main" id="{6135182A-8B68-1A2A-0385-565F8EAD53D0}"/>
                  </a:ext>
                </a:extLst>
              </p:cNvPr>
              <p:cNvSpPr/>
              <p:nvPr/>
            </p:nvSpPr>
            <p:spPr>
              <a:xfrm>
                <a:off x="4145317" y="1562114"/>
                <a:ext cx="29616" cy="29616"/>
              </a:xfrm>
              <a:prstGeom prst="ellipse">
                <a:avLst/>
              </a:prstGeom>
              <a:gradFill flip="none" rotWithShape="1">
                <a:gsLst>
                  <a:gs pos="0">
                    <a:srgbClr val="F8FAFC"/>
                  </a:gs>
                  <a:gs pos="43000">
                    <a:srgbClr val="DBE7F3"/>
                  </a:gs>
                  <a:gs pos="100000">
                    <a:srgbClr val="B4C4D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9" name="ellipse_2136">
                <a:extLst>
                  <a:ext uri="{FF2B5EF4-FFF2-40B4-BE49-F238E27FC236}">
                    <a16:creationId xmlns:a16="http://schemas.microsoft.com/office/drawing/2014/main" id="{A1869B9D-46EF-7344-E717-5FDA13CCA7E6}"/>
                  </a:ext>
                </a:extLst>
              </p:cNvPr>
              <p:cNvSpPr/>
              <p:nvPr/>
            </p:nvSpPr>
            <p:spPr>
              <a:xfrm>
                <a:off x="4212479" y="1534532"/>
                <a:ext cx="21239" cy="21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0" name="ellipse_2137">
                <a:extLst>
                  <a:ext uri="{FF2B5EF4-FFF2-40B4-BE49-F238E27FC236}">
                    <a16:creationId xmlns:a16="http://schemas.microsoft.com/office/drawing/2014/main" id="{515DDD5B-20B3-83B4-1CFF-E3180C5B0725}"/>
                  </a:ext>
                </a:extLst>
              </p:cNvPr>
              <p:cNvSpPr/>
              <p:nvPr/>
            </p:nvSpPr>
            <p:spPr>
              <a:xfrm>
                <a:off x="4296928" y="1660530"/>
                <a:ext cx="21078" cy="2107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1" name="ellipse_2138">
                <a:extLst>
                  <a:ext uri="{FF2B5EF4-FFF2-40B4-BE49-F238E27FC236}">
                    <a16:creationId xmlns:a16="http://schemas.microsoft.com/office/drawing/2014/main" id="{11ECF583-6CEE-CFFC-178D-9C4F527E641D}"/>
                  </a:ext>
                </a:extLst>
              </p:cNvPr>
              <p:cNvSpPr/>
              <p:nvPr/>
            </p:nvSpPr>
            <p:spPr>
              <a:xfrm>
                <a:off x="4387132" y="1397727"/>
                <a:ext cx="22984" cy="22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8FC"/>
                  </a:gs>
                  <a:gs pos="43000">
                    <a:srgbClr val="CFDFEF"/>
                  </a:gs>
                  <a:gs pos="100000">
                    <a:srgbClr val="A5BCD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2" name="ellipse_2139">
                <a:extLst>
                  <a:ext uri="{FF2B5EF4-FFF2-40B4-BE49-F238E27FC236}">
                    <a16:creationId xmlns:a16="http://schemas.microsoft.com/office/drawing/2014/main" id="{49FD3AE7-6DB9-4B86-D495-CF3D8BB87646}"/>
                  </a:ext>
                </a:extLst>
              </p:cNvPr>
              <p:cNvSpPr/>
              <p:nvPr/>
            </p:nvSpPr>
            <p:spPr>
              <a:xfrm>
                <a:off x="4423607" y="1603144"/>
                <a:ext cx="26321" cy="2632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8B3DA"/>
                  </a:gs>
                  <a:gs pos="100000">
                    <a:srgbClr val="54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3" name="ellipse_2140">
                <a:extLst>
                  <a:ext uri="{FF2B5EF4-FFF2-40B4-BE49-F238E27FC236}">
                    <a16:creationId xmlns:a16="http://schemas.microsoft.com/office/drawing/2014/main" id="{5934B38C-9728-D313-F343-CF2E3AF7F080}"/>
                  </a:ext>
                </a:extLst>
              </p:cNvPr>
              <p:cNvSpPr/>
              <p:nvPr/>
            </p:nvSpPr>
            <p:spPr>
              <a:xfrm>
                <a:off x="4143066" y="1454342"/>
                <a:ext cx="33754" cy="3375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4" name="ellipse_2141">
                <a:extLst>
                  <a:ext uri="{FF2B5EF4-FFF2-40B4-BE49-F238E27FC236}">
                    <a16:creationId xmlns:a16="http://schemas.microsoft.com/office/drawing/2014/main" id="{C5E3193F-1DD9-9C32-D862-A9AA112B4902}"/>
                  </a:ext>
                </a:extLst>
              </p:cNvPr>
              <p:cNvSpPr/>
              <p:nvPr/>
            </p:nvSpPr>
            <p:spPr>
              <a:xfrm>
                <a:off x="4172222" y="1529575"/>
                <a:ext cx="28626" cy="28626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ECBE6"/>
                  </a:gs>
                  <a:gs pos="100000">
                    <a:srgbClr val="80A4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5" name="ellipse_2142">
                <a:extLst>
                  <a:ext uri="{FF2B5EF4-FFF2-40B4-BE49-F238E27FC236}">
                    <a16:creationId xmlns:a16="http://schemas.microsoft.com/office/drawing/2014/main" id="{F96D29F7-AA71-32A6-4EEA-FD4A2125738D}"/>
                  </a:ext>
                </a:extLst>
              </p:cNvPr>
              <p:cNvSpPr/>
              <p:nvPr/>
            </p:nvSpPr>
            <p:spPr>
              <a:xfrm>
                <a:off x="4543531" y="1594407"/>
                <a:ext cx="30468" cy="3046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6" name="ellipse_2143">
                <a:extLst>
                  <a:ext uri="{FF2B5EF4-FFF2-40B4-BE49-F238E27FC236}">
                    <a16:creationId xmlns:a16="http://schemas.microsoft.com/office/drawing/2014/main" id="{8BE586D9-7DE4-3340-B524-BBB2C90A51C4}"/>
                  </a:ext>
                </a:extLst>
              </p:cNvPr>
              <p:cNvSpPr/>
              <p:nvPr/>
            </p:nvSpPr>
            <p:spPr>
              <a:xfrm>
                <a:off x="4485018" y="1527843"/>
                <a:ext cx="27018" cy="2701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4F4"/>
                  </a:gs>
                  <a:gs pos="43000">
                    <a:srgbClr val="EDC8CC"/>
                  </a:gs>
                  <a:gs pos="100000">
                    <a:srgbClr val="C8A1A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7" name="ellipse_2144">
                <a:extLst>
                  <a:ext uri="{FF2B5EF4-FFF2-40B4-BE49-F238E27FC236}">
                    <a16:creationId xmlns:a16="http://schemas.microsoft.com/office/drawing/2014/main" id="{DED54DC6-64F6-0A5D-06E7-C523F7EF78BF}"/>
                  </a:ext>
                </a:extLst>
              </p:cNvPr>
              <p:cNvSpPr/>
              <p:nvPr/>
            </p:nvSpPr>
            <p:spPr>
              <a:xfrm>
                <a:off x="4197746" y="1447194"/>
                <a:ext cx="24842" cy="24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8" name="ellipse_2145">
                <a:extLst>
                  <a:ext uri="{FF2B5EF4-FFF2-40B4-BE49-F238E27FC236}">
                    <a16:creationId xmlns:a16="http://schemas.microsoft.com/office/drawing/2014/main" id="{26B0A837-D1DD-16DD-0839-EE6B8880BF6B}"/>
                  </a:ext>
                </a:extLst>
              </p:cNvPr>
              <p:cNvSpPr/>
              <p:nvPr/>
            </p:nvSpPr>
            <p:spPr>
              <a:xfrm>
                <a:off x="4457750" y="1465726"/>
                <a:ext cx="30821" cy="3082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9" name="ellipse_2146">
                <a:extLst>
                  <a:ext uri="{FF2B5EF4-FFF2-40B4-BE49-F238E27FC236}">
                    <a16:creationId xmlns:a16="http://schemas.microsoft.com/office/drawing/2014/main" id="{2004ECD3-280E-3601-C40B-B804EC1B31F7}"/>
                  </a:ext>
                </a:extLst>
              </p:cNvPr>
              <p:cNvSpPr/>
              <p:nvPr/>
            </p:nvSpPr>
            <p:spPr>
              <a:xfrm>
                <a:off x="4451010" y="1568162"/>
                <a:ext cx="23766" cy="237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ADCEE"/>
                  </a:gs>
                  <a:gs pos="100000">
                    <a:srgbClr val="A0B8C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0" name="ellipse_2147">
                <a:extLst>
                  <a:ext uri="{FF2B5EF4-FFF2-40B4-BE49-F238E27FC236}">
                    <a16:creationId xmlns:a16="http://schemas.microsoft.com/office/drawing/2014/main" id="{66D8A866-6FDA-4FF8-583F-220EB68293B8}"/>
                  </a:ext>
                </a:extLst>
              </p:cNvPr>
              <p:cNvSpPr/>
              <p:nvPr/>
            </p:nvSpPr>
            <p:spPr>
              <a:xfrm>
                <a:off x="4223815" y="1435525"/>
                <a:ext cx="33315" cy="3331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7D5"/>
                  </a:gs>
                  <a:gs pos="100000">
                    <a:srgbClr val="40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1" name="ellipse_2148">
                <a:extLst>
                  <a:ext uri="{FF2B5EF4-FFF2-40B4-BE49-F238E27FC236}">
                    <a16:creationId xmlns:a16="http://schemas.microsoft.com/office/drawing/2014/main" id="{CEA825B0-6EFA-4A4F-1F3E-45279163E11F}"/>
                  </a:ext>
                </a:extLst>
              </p:cNvPr>
              <p:cNvSpPr/>
              <p:nvPr/>
            </p:nvSpPr>
            <p:spPr>
              <a:xfrm>
                <a:off x="4429682" y="1587437"/>
                <a:ext cx="20909" cy="2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2" name="ellipse_2149">
                <a:extLst>
                  <a:ext uri="{FF2B5EF4-FFF2-40B4-BE49-F238E27FC236}">
                    <a16:creationId xmlns:a16="http://schemas.microsoft.com/office/drawing/2014/main" id="{288DBC4B-4AD1-7025-5536-5CC02DE53ED4}"/>
                  </a:ext>
                </a:extLst>
              </p:cNvPr>
              <p:cNvSpPr/>
              <p:nvPr/>
            </p:nvSpPr>
            <p:spPr>
              <a:xfrm>
                <a:off x="4200321" y="1424891"/>
                <a:ext cx="21059" cy="2105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3" name="ellipse_2150">
                <a:extLst>
                  <a:ext uri="{FF2B5EF4-FFF2-40B4-BE49-F238E27FC236}">
                    <a16:creationId xmlns:a16="http://schemas.microsoft.com/office/drawing/2014/main" id="{10AD0FB7-205B-E727-90DB-2DF062D9F73A}"/>
                  </a:ext>
                </a:extLst>
              </p:cNvPr>
              <p:cNvSpPr/>
              <p:nvPr/>
            </p:nvSpPr>
            <p:spPr>
              <a:xfrm>
                <a:off x="4265269" y="1675294"/>
                <a:ext cx="32963" cy="3296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4" name="ellipse_2151">
                <a:extLst>
                  <a:ext uri="{FF2B5EF4-FFF2-40B4-BE49-F238E27FC236}">
                    <a16:creationId xmlns:a16="http://schemas.microsoft.com/office/drawing/2014/main" id="{0547CB18-A772-4CFF-1314-F1A0C9D5C41D}"/>
                  </a:ext>
                </a:extLst>
              </p:cNvPr>
              <p:cNvSpPr/>
              <p:nvPr/>
            </p:nvSpPr>
            <p:spPr>
              <a:xfrm>
                <a:off x="4255395" y="1464436"/>
                <a:ext cx="30049" cy="3004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5" name="ellipse_2152">
                <a:extLst>
                  <a:ext uri="{FF2B5EF4-FFF2-40B4-BE49-F238E27FC236}">
                    <a16:creationId xmlns:a16="http://schemas.microsoft.com/office/drawing/2014/main" id="{E98CB507-AB0F-35B7-0A7D-53403385A060}"/>
                  </a:ext>
                </a:extLst>
              </p:cNvPr>
              <p:cNvSpPr/>
              <p:nvPr/>
            </p:nvSpPr>
            <p:spPr>
              <a:xfrm>
                <a:off x="4442577" y="1583236"/>
                <a:ext cx="34593" cy="34593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6" name="ellipse_2153">
                <a:extLst>
                  <a:ext uri="{FF2B5EF4-FFF2-40B4-BE49-F238E27FC236}">
                    <a16:creationId xmlns:a16="http://schemas.microsoft.com/office/drawing/2014/main" id="{A0958F9B-2188-84D5-A77E-B61C000AE92E}"/>
                  </a:ext>
                </a:extLst>
              </p:cNvPr>
              <p:cNvSpPr/>
              <p:nvPr/>
            </p:nvSpPr>
            <p:spPr>
              <a:xfrm>
                <a:off x="4487089" y="1605392"/>
                <a:ext cx="21701" cy="2170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7" name="ellipse_2154">
                <a:extLst>
                  <a:ext uri="{FF2B5EF4-FFF2-40B4-BE49-F238E27FC236}">
                    <a16:creationId xmlns:a16="http://schemas.microsoft.com/office/drawing/2014/main" id="{52C154AE-C748-7773-EF90-10C6B2A3A121}"/>
                  </a:ext>
                </a:extLst>
              </p:cNvPr>
              <p:cNvSpPr/>
              <p:nvPr/>
            </p:nvSpPr>
            <p:spPr>
              <a:xfrm>
                <a:off x="4496800" y="1560661"/>
                <a:ext cx="29011" cy="2901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8" name="ellipse_2155">
                <a:extLst>
                  <a:ext uri="{FF2B5EF4-FFF2-40B4-BE49-F238E27FC236}">
                    <a16:creationId xmlns:a16="http://schemas.microsoft.com/office/drawing/2014/main" id="{DCFF1DFA-0E9F-5334-4605-6279F2256252}"/>
                  </a:ext>
                </a:extLst>
              </p:cNvPr>
              <p:cNvSpPr/>
              <p:nvPr/>
            </p:nvSpPr>
            <p:spPr>
              <a:xfrm>
                <a:off x="4296447" y="1640205"/>
                <a:ext cx="28855" cy="2885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9" name="ellipse_2156">
                <a:extLst>
                  <a:ext uri="{FF2B5EF4-FFF2-40B4-BE49-F238E27FC236}">
                    <a16:creationId xmlns:a16="http://schemas.microsoft.com/office/drawing/2014/main" id="{04779C17-9CB6-6764-ECC6-C97ECC489274}"/>
                  </a:ext>
                </a:extLst>
              </p:cNvPr>
              <p:cNvSpPr/>
              <p:nvPr/>
            </p:nvSpPr>
            <p:spPr>
              <a:xfrm>
                <a:off x="4517139" y="1596962"/>
                <a:ext cx="32658" cy="32658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0" name="ellipse_2157">
                <a:extLst>
                  <a:ext uri="{FF2B5EF4-FFF2-40B4-BE49-F238E27FC236}">
                    <a16:creationId xmlns:a16="http://schemas.microsoft.com/office/drawing/2014/main" id="{5B1C90CD-85DA-5992-11B9-CA1FC29BD029}"/>
                  </a:ext>
                </a:extLst>
              </p:cNvPr>
              <p:cNvSpPr/>
              <p:nvPr/>
            </p:nvSpPr>
            <p:spPr>
              <a:xfrm>
                <a:off x="4387488" y="1548169"/>
                <a:ext cx="31558" cy="31558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1EAF4"/>
                  </a:gs>
                  <a:gs pos="100000">
                    <a:srgbClr val="BAC8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1" name="ellipse_2158">
                <a:extLst>
                  <a:ext uri="{FF2B5EF4-FFF2-40B4-BE49-F238E27FC236}">
                    <a16:creationId xmlns:a16="http://schemas.microsoft.com/office/drawing/2014/main" id="{B3CCEA19-C99E-4E61-6527-435E2FE07799}"/>
                  </a:ext>
                </a:extLst>
              </p:cNvPr>
              <p:cNvSpPr/>
              <p:nvPr/>
            </p:nvSpPr>
            <p:spPr>
              <a:xfrm>
                <a:off x="4404494" y="1366310"/>
                <a:ext cx="20661" cy="20661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7BCDF"/>
                  </a:gs>
                  <a:gs pos="100000">
                    <a:srgbClr val="6593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2" name="ellipse_2159">
                <a:extLst>
                  <a:ext uri="{FF2B5EF4-FFF2-40B4-BE49-F238E27FC236}">
                    <a16:creationId xmlns:a16="http://schemas.microsoft.com/office/drawing/2014/main" id="{85713D9A-DE77-D5D3-9F5B-B1D43F605A7B}"/>
                  </a:ext>
                </a:extLst>
              </p:cNvPr>
              <p:cNvSpPr/>
              <p:nvPr/>
            </p:nvSpPr>
            <p:spPr>
              <a:xfrm>
                <a:off x="4287847" y="1579304"/>
                <a:ext cx="21637" cy="2163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7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3" name="ellipse_2160">
                <a:extLst>
                  <a:ext uri="{FF2B5EF4-FFF2-40B4-BE49-F238E27FC236}">
                    <a16:creationId xmlns:a16="http://schemas.microsoft.com/office/drawing/2014/main" id="{EE0E8D99-E077-A5B4-61D2-18A440592654}"/>
                  </a:ext>
                </a:extLst>
              </p:cNvPr>
              <p:cNvSpPr/>
              <p:nvPr/>
            </p:nvSpPr>
            <p:spPr>
              <a:xfrm>
                <a:off x="4247333" y="1542048"/>
                <a:ext cx="20042" cy="2004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3C3E2"/>
                  </a:gs>
                  <a:gs pos="100000">
                    <a:srgbClr val="73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4" name="ellipse_2161">
                <a:extLst>
                  <a:ext uri="{FF2B5EF4-FFF2-40B4-BE49-F238E27FC236}">
                    <a16:creationId xmlns:a16="http://schemas.microsoft.com/office/drawing/2014/main" id="{114C1979-7CD6-7398-FB7B-F91CD9E10FFB}"/>
                  </a:ext>
                </a:extLst>
              </p:cNvPr>
              <p:cNvSpPr/>
              <p:nvPr/>
            </p:nvSpPr>
            <p:spPr>
              <a:xfrm>
                <a:off x="4457286" y="1441037"/>
                <a:ext cx="30843" cy="30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5" name="ellipse_2162">
                <a:extLst>
                  <a:ext uri="{FF2B5EF4-FFF2-40B4-BE49-F238E27FC236}">
                    <a16:creationId xmlns:a16="http://schemas.microsoft.com/office/drawing/2014/main" id="{FB733135-9C69-5D09-BFDE-74B438F7E663}"/>
                  </a:ext>
                </a:extLst>
              </p:cNvPr>
              <p:cNvSpPr/>
              <p:nvPr/>
            </p:nvSpPr>
            <p:spPr>
              <a:xfrm>
                <a:off x="4174540" y="1565987"/>
                <a:ext cx="25424" cy="25424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3ECF5"/>
                  </a:gs>
                  <a:gs pos="100000">
                    <a:srgbClr val="BDCB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6" name="ellipse_2163">
                <a:extLst>
                  <a:ext uri="{FF2B5EF4-FFF2-40B4-BE49-F238E27FC236}">
                    <a16:creationId xmlns:a16="http://schemas.microsoft.com/office/drawing/2014/main" id="{DAFD0B01-8A80-2D62-77FE-5D07E397DA8E}"/>
                  </a:ext>
                </a:extLst>
              </p:cNvPr>
              <p:cNvSpPr/>
              <p:nvPr/>
            </p:nvSpPr>
            <p:spPr>
              <a:xfrm>
                <a:off x="4283446" y="1527651"/>
                <a:ext cx="34254" cy="3425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7" name="ellipse_2164">
                <a:extLst>
                  <a:ext uri="{FF2B5EF4-FFF2-40B4-BE49-F238E27FC236}">
                    <a16:creationId xmlns:a16="http://schemas.microsoft.com/office/drawing/2014/main" id="{54C02785-4A30-6FBD-9C55-60C8475C24FC}"/>
                  </a:ext>
                </a:extLst>
              </p:cNvPr>
              <p:cNvSpPr/>
              <p:nvPr/>
            </p:nvSpPr>
            <p:spPr>
              <a:xfrm>
                <a:off x="4643589" y="1587283"/>
                <a:ext cx="23827" cy="2382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8" name="ellipse_2165">
                <a:extLst>
                  <a:ext uri="{FF2B5EF4-FFF2-40B4-BE49-F238E27FC236}">
                    <a16:creationId xmlns:a16="http://schemas.microsoft.com/office/drawing/2014/main" id="{FAEBE3D4-21A9-C2B2-3042-3EACFC36753A}"/>
                  </a:ext>
                </a:extLst>
              </p:cNvPr>
              <p:cNvSpPr/>
              <p:nvPr/>
            </p:nvSpPr>
            <p:spPr>
              <a:xfrm>
                <a:off x="4362350" y="1394370"/>
                <a:ext cx="36100" cy="36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5D9EC"/>
                  </a:gs>
                  <a:gs pos="100000">
                    <a:srgbClr val="9AB4C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9" name="ellipse_2166">
                <a:extLst>
                  <a:ext uri="{FF2B5EF4-FFF2-40B4-BE49-F238E27FC236}">
                    <a16:creationId xmlns:a16="http://schemas.microsoft.com/office/drawing/2014/main" id="{FCA61CF6-A6E9-8C23-05E2-D4C559F2C50A}"/>
                  </a:ext>
                </a:extLst>
              </p:cNvPr>
              <p:cNvSpPr/>
              <p:nvPr/>
            </p:nvSpPr>
            <p:spPr>
              <a:xfrm>
                <a:off x="4308980" y="1614559"/>
                <a:ext cx="24285" cy="24285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0" name="ellipse_2167">
                <a:extLst>
                  <a:ext uri="{FF2B5EF4-FFF2-40B4-BE49-F238E27FC236}">
                    <a16:creationId xmlns:a16="http://schemas.microsoft.com/office/drawing/2014/main" id="{D6FAFB3F-A677-62FA-90ED-598A727680F8}"/>
                  </a:ext>
                </a:extLst>
              </p:cNvPr>
              <p:cNvSpPr/>
              <p:nvPr/>
            </p:nvSpPr>
            <p:spPr>
              <a:xfrm>
                <a:off x="4258920" y="1604652"/>
                <a:ext cx="35727" cy="3572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B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1" name="ellipse_2168">
                <a:extLst>
                  <a:ext uri="{FF2B5EF4-FFF2-40B4-BE49-F238E27FC236}">
                    <a16:creationId xmlns:a16="http://schemas.microsoft.com/office/drawing/2014/main" id="{D72CDA6F-083B-AD9D-B504-37C8FB97C915}"/>
                  </a:ext>
                </a:extLst>
              </p:cNvPr>
              <p:cNvSpPr/>
              <p:nvPr/>
            </p:nvSpPr>
            <p:spPr>
              <a:xfrm>
                <a:off x="4055626" y="1445608"/>
                <a:ext cx="27529" cy="2752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2" name="ellipse_2169">
                <a:extLst>
                  <a:ext uri="{FF2B5EF4-FFF2-40B4-BE49-F238E27FC236}">
                    <a16:creationId xmlns:a16="http://schemas.microsoft.com/office/drawing/2014/main" id="{2A64BCD0-2B1B-0389-FCDB-0EA30FCAF45A}"/>
                  </a:ext>
                </a:extLst>
              </p:cNvPr>
              <p:cNvSpPr/>
              <p:nvPr/>
            </p:nvSpPr>
            <p:spPr>
              <a:xfrm>
                <a:off x="4246396" y="1460762"/>
                <a:ext cx="31802" cy="31802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3" name="ellipse_2170">
                <a:extLst>
                  <a:ext uri="{FF2B5EF4-FFF2-40B4-BE49-F238E27FC236}">
                    <a16:creationId xmlns:a16="http://schemas.microsoft.com/office/drawing/2014/main" id="{3CDED8CF-AEDA-6440-2D8A-B1C45D26DABC}"/>
                  </a:ext>
                </a:extLst>
              </p:cNvPr>
              <p:cNvSpPr/>
              <p:nvPr/>
            </p:nvSpPr>
            <p:spPr>
              <a:xfrm>
                <a:off x="4488487" y="1463669"/>
                <a:ext cx="19500" cy="19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4" name="ellipse_2171">
                <a:extLst>
                  <a:ext uri="{FF2B5EF4-FFF2-40B4-BE49-F238E27FC236}">
                    <a16:creationId xmlns:a16="http://schemas.microsoft.com/office/drawing/2014/main" id="{EA1107E8-E7BE-3C99-CB8A-6E7AC2BEB22D}"/>
                  </a:ext>
                </a:extLst>
              </p:cNvPr>
              <p:cNvSpPr/>
              <p:nvPr/>
            </p:nvSpPr>
            <p:spPr>
              <a:xfrm>
                <a:off x="4378658" y="1411914"/>
                <a:ext cx="25207" cy="2520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EEF3F9"/>
                  </a:gs>
                  <a:gs pos="100000">
                    <a:srgbClr val="CAD3D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5" name="ellipse_2172">
                <a:extLst>
                  <a:ext uri="{FF2B5EF4-FFF2-40B4-BE49-F238E27FC236}">
                    <a16:creationId xmlns:a16="http://schemas.microsoft.com/office/drawing/2014/main" id="{967C3B32-4AEE-EC4A-9643-99F75794E0BD}"/>
                  </a:ext>
                </a:extLst>
              </p:cNvPr>
              <p:cNvSpPr/>
              <p:nvPr/>
            </p:nvSpPr>
            <p:spPr>
              <a:xfrm>
                <a:off x="4369328" y="1415476"/>
                <a:ext cx="35743" cy="3574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2F4"/>
                  </a:gs>
                  <a:gs pos="100000">
                    <a:srgbClr val="D3D1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6" name="ellipse_2173">
                <a:extLst>
                  <a:ext uri="{FF2B5EF4-FFF2-40B4-BE49-F238E27FC236}">
                    <a16:creationId xmlns:a16="http://schemas.microsoft.com/office/drawing/2014/main" id="{3E277177-AA17-FFEF-17DC-FA0CD6E8BF81}"/>
                  </a:ext>
                </a:extLst>
              </p:cNvPr>
              <p:cNvSpPr/>
              <p:nvPr/>
            </p:nvSpPr>
            <p:spPr>
              <a:xfrm>
                <a:off x="4108720" y="1553209"/>
                <a:ext cx="23944" cy="23944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CE7"/>
                  </a:gs>
                  <a:gs pos="100000">
                    <a:srgbClr val="83A5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7" name="ellipse_2174">
                <a:extLst>
                  <a:ext uri="{FF2B5EF4-FFF2-40B4-BE49-F238E27FC236}">
                    <a16:creationId xmlns:a16="http://schemas.microsoft.com/office/drawing/2014/main" id="{07B4C19D-2C7B-75A5-7E4D-4F88BF9D5303}"/>
                  </a:ext>
                </a:extLst>
              </p:cNvPr>
              <p:cNvSpPr/>
              <p:nvPr/>
            </p:nvSpPr>
            <p:spPr>
              <a:xfrm>
                <a:off x="4471741" y="1503867"/>
                <a:ext cx="25632" cy="25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8" name="ellipse_2175">
                <a:extLst>
                  <a:ext uri="{FF2B5EF4-FFF2-40B4-BE49-F238E27FC236}">
                    <a16:creationId xmlns:a16="http://schemas.microsoft.com/office/drawing/2014/main" id="{995CE5D0-7F5E-A315-D2F1-C9358A95E1D1}"/>
                  </a:ext>
                </a:extLst>
              </p:cNvPr>
              <p:cNvSpPr/>
              <p:nvPr/>
            </p:nvSpPr>
            <p:spPr>
              <a:xfrm>
                <a:off x="4318731" y="1540689"/>
                <a:ext cx="28238" cy="2823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4F9"/>
                  </a:gs>
                  <a:gs pos="43000">
                    <a:srgbClr val="ABC8E4"/>
                  </a:gs>
                  <a:gs pos="100000">
                    <a:srgbClr val="7CA1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9" name="ellipse_2176">
                <a:extLst>
                  <a:ext uri="{FF2B5EF4-FFF2-40B4-BE49-F238E27FC236}">
                    <a16:creationId xmlns:a16="http://schemas.microsoft.com/office/drawing/2014/main" id="{08AC265A-2C24-4AD5-6EA7-702A5938DA87}"/>
                  </a:ext>
                </a:extLst>
              </p:cNvPr>
              <p:cNvSpPr/>
              <p:nvPr/>
            </p:nvSpPr>
            <p:spPr>
              <a:xfrm>
                <a:off x="4264380" y="1516974"/>
                <a:ext cx="22493" cy="22493"/>
              </a:xfrm>
              <a:prstGeom prst="ellipse">
                <a:avLst/>
              </a:prstGeom>
              <a:gradFill flip="none" rotWithShape="1">
                <a:gsLst>
                  <a:gs pos="0">
                    <a:srgbClr val="E8F1F8"/>
                  </a:gs>
                  <a:gs pos="43000">
                    <a:srgbClr val="93BADD"/>
                  </a:gs>
                  <a:gs pos="100000">
                    <a:srgbClr val="6091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0" name="ellipse_2177">
                <a:extLst>
                  <a:ext uri="{FF2B5EF4-FFF2-40B4-BE49-F238E27FC236}">
                    <a16:creationId xmlns:a16="http://schemas.microsoft.com/office/drawing/2014/main" id="{16239F87-89EA-51B8-2D53-65A9F833E75E}"/>
                  </a:ext>
                </a:extLst>
              </p:cNvPr>
              <p:cNvSpPr/>
              <p:nvPr/>
            </p:nvSpPr>
            <p:spPr>
              <a:xfrm>
                <a:off x="4223323" y="1483184"/>
                <a:ext cx="26490" cy="2649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1" name="ellipse_2178">
                <a:extLst>
                  <a:ext uri="{FF2B5EF4-FFF2-40B4-BE49-F238E27FC236}">
                    <a16:creationId xmlns:a16="http://schemas.microsoft.com/office/drawing/2014/main" id="{293AC68A-36EA-EC4D-6287-A89A18C8804D}"/>
                  </a:ext>
                </a:extLst>
              </p:cNvPr>
              <p:cNvSpPr/>
              <p:nvPr/>
            </p:nvSpPr>
            <p:spPr>
              <a:xfrm>
                <a:off x="4401541" y="1664126"/>
                <a:ext cx="25319" cy="2531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2" name="ellipse_2179">
                <a:extLst>
                  <a:ext uri="{FF2B5EF4-FFF2-40B4-BE49-F238E27FC236}">
                    <a16:creationId xmlns:a16="http://schemas.microsoft.com/office/drawing/2014/main" id="{FBB52403-5F96-94D6-646A-5FD430AB3A63}"/>
                  </a:ext>
                </a:extLst>
              </p:cNvPr>
              <p:cNvSpPr/>
              <p:nvPr/>
            </p:nvSpPr>
            <p:spPr>
              <a:xfrm>
                <a:off x="4339068" y="1457481"/>
                <a:ext cx="35401" cy="35401"/>
              </a:xfrm>
              <a:prstGeom prst="ellipse">
                <a:avLst/>
              </a:prstGeom>
              <a:gradFill flip="none" rotWithShape="1">
                <a:gsLst>
                  <a:gs pos="0">
                    <a:srgbClr val="FDFBFB"/>
                  </a:gs>
                  <a:gs pos="43000">
                    <a:srgbClr val="F5EAED"/>
                  </a:gs>
                  <a:gs pos="100000">
                    <a:srgbClr val="D1C8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3" name="ellipse_2180">
                <a:extLst>
                  <a:ext uri="{FF2B5EF4-FFF2-40B4-BE49-F238E27FC236}">
                    <a16:creationId xmlns:a16="http://schemas.microsoft.com/office/drawing/2014/main" id="{6A202012-6143-4899-A753-882F3FD87586}"/>
                  </a:ext>
                </a:extLst>
              </p:cNvPr>
              <p:cNvSpPr/>
              <p:nvPr/>
            </p:nvSpPr>
            <p:spPr>
              <a:xfrm>
                <a:off x="4147487" y="1616286"/>
                <a:ext cx="26099" cy="260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4" name="ellipse_2181">
                <a:extLst>
                  <a:ext uri="{FF2B5EF4-FFF2-40B4-BE49-F238E27FC236}">
                    <a16:creationId xmlns:a16="http://schemas.microsoft.com/office/drawing/2014/main" id="{19B54EF6-7067-D7F7-A745-E7E7EC72CAE3}"/>
                  </a:ext>
                </a:extLst>
              </p:cNvPr>
              <p:cNvSpPr/>
              <p:nvPr/>
            </p:nvSpPr>
            <p:spPr>
              <a:xfrm>
                <a:off x="4421275" y="1403443"/>
                <a:ext cx="35162" cy="35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A"/>
                  </a:gs>
                  <a:gs pos="43000">
                    <a:srgbClr val="F3E3E6"/>
                  </a:gs>
                  <a:gs pos="100000">
                    <a:srgbClr val="CFC0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5" name="ellipse_2182">
                <a:extLst>
                  <a:ext uri="{FF2B5EF4-FFF2-40B4-BE49-F238E27FC236}">
                    <a16:creationId xmlns:a16="http://schemas.microsoft.com/office/drawing/2014/main" id="{2FCEEF14-23ED-C5BD-10D2-C8519316D9C6}"/>
                  </a:ext>
                </a:extLst>
              </p:cNvPr>
              <p:cNvSpPr/>
              <p:nvPr/>
            </p:nvSpPr>
            <p:spPr>
              <a:xfrm>
                <a:off x="4115470" y="1492277"/>
                <a:ext cx="31229" cy="3122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6" name="ellipse_2183">
                <a:extLst>
                  <a:ext uri="{FF2B5EF4-FFF2-40B4-BE49-F238E27FC236}">
                    <a16:creationId xmlns:a16="http://schemas.microsoft.com/office/drawing/2014/main" id="{DF89F25A-490D-5405-4ABC-9EB78BECFA50}"/>
                  </a:ext>
                </a:extLst>
              </p:cNvPr>
              <p:cNvSpPr/>
              <p:nvPr/>
            </p:nvSpPr>
            <p:spPr>
              <a:xfrm>
                <a:off x="4091744" y="1552009"/>
                <a:ext cx="22492" cy="2249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A0C2E1"/>
                  </a:gs>
                  <a:gs pos="100000">
                    <a:srgbClr val="6F9A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7" name="ellipse_2184">
                <a:extLst>
                  <a:ext uri="{FF2B5EF4-FFF2-40B4-BE49-F238E27FC236}">
                    <a16:creationId xmlns:a16="http://schemas.microsoft.com/office/drawing/2014/main" id="{1286CA37-F417-3D88-2C51-055DD432F1E7}"/>
                  </a:ext>
                </a:extLst>
              </p:cNvPr>
              <p:cNvSpPr/>
              <p:nvPr/>
            </p:nvSpPr>
            <p:spPr>
              <a:xfrm>
                <a:off x="4133493" y="1548733"/>
                <a:ext cx="25991" cy="2599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4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8" name="ellipse_2185">
                <a:extLst>
                  <a:ext uri="{FF2B5EF4-FFF2-40B4-BE49-F238E27FC236}">
                    <a16:creationId xmlns:a16="http://schemas.microsoft.com/office/drawing/2014/main" id="{633E462D-A965-1814-68D6-3F717D7B4E5E}"/>
                  </a:ext>
                </a:extLst>
              </p:cNvPr>
              <p:cNvSpPr/>
              <p:nvPr/>
            </p:nvSpPr>
            <p:spPr>
              <a:xfrm>
                <a:off x="4250858" y="1579120"/>
                <a:ext cx="23959" cy="2395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4CEE7"/>
                  </a:gs>
                  <a:gs pos="100000">
                    <a:srgbClr val="87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9" name="ellipse_2186">
                <a:extLst>
                  <a:ext uri="{FF2B5EF4-FFF2-40B4-BE49-F238E27FC236}">
                    <a16:creationId xmlns:a16="http://schemas.microsoft.com/office/drawing/2014/main" id="{DA9FC66B-9383-6367-2DD0-1B03665E9CB3}"/>
                  </a:ext>
                </a:extLst>
              </p:cNvPr>
              <p:cNvSpPr/>
              <p:nvPr/>
            </p:nvSpPr>
            <p:spPr>
              <a:xfrm>
                <a:off x="4273408" y="1643014"/>
                <a:ext cx="27291" cy="2729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0AED8"/>
                  </a:gs>
                  <a:gs pos="100000">
                    <a:srgbClr val="4B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0" name="ellipse_2187">
                <a:extLst>
                  <a:ext uri="{FF2B5EF4-FFF2-40B4-BE49-F238E27FC236}">
                    <a16:creationId xmlns:a16="http://schemas.microsoft.com/office/drawing/2014/main" id="{8B04DEAA-DC50-06DD-903C-307B7F294D2C}"/>
                  </a:ext>
                </a:extLst>
              </p:cNvPr>
              <p:cNvSpPr/>
              <p:nvPr/>
            </p:nvSpPr>
            <p:spPr>
              <a:xfrm>
                <a:off x="4321059" y="1463010"/>
                <a:ext cx="28730" cy="287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1" name="ellipse_2188">
                <a:extLst>
                  <a:ext uri="{FF2B5EF4-FFF2-40B4-BE49-F238E27FC236}">
                    <a16:creationId xmlns:a16="http://schemas.microsoft.com/office/drawing/2014/main" id="{2798A792-FDA8-0DF5-6F3A-3DB1EF28DB51}"/>
                  </a:ext>
                </a:extLst>
              </p:cNvPr>
              <p:cNvSpPr/>
              <p:nvPr/>
            </p:nvSpPr>
            <p:spPr>
              <a:xfrm>
                <a:off x="4421172" y="1439570"/>
                <a:ext cx="30726" cy="30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2" name="ellipse_2189">
                <a:extLst>
                  <a:ext uri="{FF2B5EF4-FFF2-40B4-BE49-F238E27FC236}">
                    <a16:creationId xmlns:a16="http://schemas.microsoft.com/office/drawing/2014/main" id="{CB539DF9-B134-CD44-1CD0-C2243B757170}"/>
                  </a:ext>
                </a:extLst>
              </p:cNvPr>
              <p:cNvSpPr/>
              <p:nvPr/>
            </p:nvSpPr>
            <p:spPr>
              <a:xfrm>
                <a:off x="4229887" y="1669778"/>
                <a:ext cx="23937" cy="2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3" name="ellipse_2190">
                <a:extLst>
                  <a:ext uri="{FF2B5EF4-FFF2-40B4-BE49-F238E27FC236}">
                    <a16:creationId xmlns:a16="http://schemas.microsoft.com/office/drawing/2014/main" id="{0999FFEB-2895-CA36-330D-F9B7DED6DA13}"/>
                  </a:ext>
                </a:extLst>
              </p:cNvPr>
              <p:cNvSpPr/>
              <p:nvPr/>
            </p:nvSpPr>
            <p:spPr>
              <a:xfrm>
                <a:off x="4374353" y="1632975"/>
                <a:ext cx="24495" cy="2449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4" name="ellipse_2191">
                <a:extLst>
                  <a:ext uri="{FF2B5EF4-FFF2-40B4-BE49-F238E27FC236}">
                    <a16:creationId xmlns:a16="http://schemas.microsoft.com/office/drawing/2014/main" id="{E62D6AA6-5808-C202-5F1F-4A5E39F42033}"/>
                  </a:ext>
                </a:extLst>
              </p:cNvPr>
              <p:cNvSpPr/>
              <p:nvPr/>
            </p:nvSpPr>
            <p:spPr>
              <a:xfrm>
                <a:off x="4300902" y="1684368"/>
                <a:ext cx="24743" cy="2474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5" name="ellipse_2192">
                <a:extLst>
                  <a:ext uri="{FF2B5EF4-FFF2-40B4-BE49-F238E27FC236}">
                    <a16:creationId xmlns:a16="http://schemas.microsoft.com/office/drawing/2014/main" id="{49D051B7-0807-F835-3A2B-59C9A85AB225}"/>
                  </a:ext>
                </a:extLst>
              </p:cNvPr>
              <p:cNvSpPr/>
              <p:nvPr/>
            </p:nvSpPr>
            <p:spPr>
              <a:xfrm>
                <a:off x="4211047" y="1622071"/>
                <a:ext cx="27475" cy="27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6CFE8"/>
                  </a:gs>
                  <a:gs pos="100000">
                    <a:srgbClr val="88A9C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6" name="ellipse_2193">
                <a:extLst>
                  <a:ext uri="{FF2B5EF4-FFF2-40B4-BE49-F238E27FC236}">
                    <a16:creationId xmlns:a16="http://schemas.microsoft.com/office/drawing/2014/main" id="{7A6869B7-DB0F-9C9A-3E04-F87AFE43B593}"/>
                  </a:ext>
                </a:extLst>
              </p:cNvPr>
              <p:cNvSpPr/>
              <p:nvPr/>
            </p:nvSpPr>
            <p:spPr>
              <a:xfrm>
                <a:off x="4395435" y="1581312"/>
                <a:ext cx="29624" cy="2962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7" name="ellipse_2194">
                <a:extLst>
                  <a:ext uri="{FF2B5EF4-FFF2-40B4-BE49-F238E27FC236}">
                    <a16:creationId xmlns:a16="http://schemas.microsoft.com/office/drawing/2014/main" id="{CCF4DCF5-45CE-E562-7889-06038685E46B}"/>
                  </a:ext>
                </a:extLst>
              </p:cNvPr>
              <p:cNvSpPr/>
              <p:nvPr/>
            </p:nvSpPr>
            <p:spPr>
              <a:xfrm>
                <a:off x="4048258" y="1480126"/>
                <a:ext cx="35829" cy="3582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8" name="ellipse_2195">
                <a:extLst>
                  <a:ext uri="{FF2B5EF4-FFF2-40B4-BE49-F238E27FC236}">
                    <a16:creationId xmlns:a16="http://schemas.microsoft.com/office/drawing/2014/main" id="{18169261-C46A-3E4E-E6B0-1B3DBC4874DC}"/>
                  </a:ext>
                </a:extLst>
              </p:cNvPr>
              <p:cNvSpPr/>
              <p:nvPr/>
            </p:nvSpPr>
            <p:spPr>
              <a:xfrm>
                <a:off x="4492338" y="1548882"/>
                <a:ext cx="24345" cy="24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D"/>
                  </a:gs>
                  <a:gs pos="43000">
                    <a:srgbClr val="EAF1F7"/>
                  </a:gs>
                  <a:gs pos="100000">
                    <a:srgbClr val="C5D0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9" name="ellipse_2196">
                <a:extLst>
                  <a:ext uri="{FF2B5EF4-FFF2-40B4-BE49-F238E27FC236}">
                    <a16:creationId xmlns:a16="http://schemas.microsoft.com/office/drawing/2014/main" id="{782EF87B-4E89-BC2F-9718-A7B778A47EAE}"/>
                  </a:ext>
                </a:extLst>
              </p:cNvPr>
              <p:cNvSpPr/>
              <p:nvPr/>
            </p:nvSpPr>
            <p:spPr>
              <a:xfrm>
                <a:off x="4303160" y="1607853"/>
                <a:ext cx="30281" cy="3028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4B0D9"/>
                  </a:gs>
                  <a:gs pos="100000">
                    <a:srgbClr val="4F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0" name="ellipse_2197">
                <a:extLst>
                  <a:ext uri="{FF2B5EF4-FFF2-40B4-BE49-F238E27FC236}">
                    <a16:creationId xmlns:a16="http://schemas.microsoft.com/office/drawing/2014/main" id="{DD63809B-47EE-593E-5166-E164C5E2281B}"/>
                  </a:ext>
                </a:extLst>
              </p:cNvPr>
              <p:cNvSpPr/>
              <p:nvPr/>
            </p:nvSpPr>
            <p:spPr>
              <a:xfrm>
                <a:off x="4353888" y="1597620"/>
                <a:ext cx="20715" cy="20715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6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1" name="ellipse_2198">
                <a:extLst>
                  <a:ext uri="{FF2B5EF4-FFF2-40B4-BE49-F238E27FC236}">
                    <a16:creationId xmlns:a16="http://schemas.microsoft.com/office/drawing/2014/main" id="{DF427E3C-D3C9-0167-1D0B-73B2B069EED8}"/>
                  </a:ext>
                </a:extLst>
              </p:cNvPr>
              <p:cNvSpPr/>
              <p:nvPr/>
            </p:nvSpPr>
            <p:spPr>
              <a:xfrm>
                <a:off x="4339685" y="1653492"/>
                <a:ext cx="30582" cy="3058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4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2" name="ellipse_2199">
                <a:extLst>
                  <a:ext uri="{FF2B5EF4-FFF2-40B4-BE49-F238E27FC236}">
                    <a16:creationId xmlns:a16="http://schemas.microsoft.com/office/drawing/2014/main" id="{4D32368D-4FF1-81D2-8393-8B2BB995C24D}"/>
                  </a:ext>
                </a:extLst>
              </p:cNvPr>
              <p:cNvSpPr/>
              <p:nvPr/>
            </p:nvSpPr>
            <p:spPr>
              <a:xfrm>
                <a:off x="4211176" y="1555263"/>
                <a:ext cx="22426" cy="22426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3" name="ellipse_2200">
                <a:extLst>
                  <a:ext uri="{FF2B5EF4-FFF2-40B4-BE49-F238E27FC236}">
                    <a16:creationId xmlns:a16="http://schemas.microsoft.com/office/drawing/2014/main" id="{44193CEF-164E-CBFE-F600-F8A0753F5BCF}"/>
                  </a:ext>
                </a:extLst>
              </p:cNvPr>
              <p:cNvSpPr/>
              <p:nvPr/>
            </p:nvSpPr>
            <p:spPr>
              <a:xfrm>
                <a:off x="4462884" y="1435914"/>
                <a:ext cx="31220" cy="3122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6E7"/>
                  </a:gs>
                  <a:gs pos="43000">
                    <a:srgbClr val="DF878B"/>
                  </a:gs>
                  <a:gs pos="100000">
                    <a:srgbClr val="B8565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4" name="ellipse_2201">
                <a:extLst>
                  <a:ext uri="{FF2B5EF4-FFF2-40B4-BE49-F238E27FC236}">
                    <a16:creationId xmlns:a16="http://schemas.microsoft.com/office/drawing/2014/main" id="{8ABB50C0-7163-1327-F86B-153CD89A687E}"/>
                  </a:ext>
                </a:extLst>
              </p:cNvPr>
              <p:cNvSpPr/>
              <p:nvPr/>
            </p:nvSpPr>
            <p:spPr>
              <a:xfrm>
                <a:off x="4266414" y="1692646"/>
                <a:ext cx="20268" cy="2026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5" name="ellipse_2202">
                <a:extLst>
                  <a:ext uri="{FF2B5EF4-FFF2-40B4-BE49-F238E27FC236}">
                    <a16:creationId xmlns:a16="http://schemas.microsoft.com/office/drawing/2014/main" id="{CD087B7B-A320-BFF7-FF55-0898BCC6908E}"/>
                  </a:ext>
                </a:extLst>
              </p:cNvPr>
              <p:cNvSpPr/>
              <p:nvPr/>
            </p:nvSpPr>
            <p:spPr>
              <a:xfrm>
                <a:off x="4483555" y="1615434"/>
                <a:ext cx="25340" cy="2534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6" name="ellipse_2203">
                <a:extLst>
                  <a:ext uri="{FF2B5EF4-FFF2-40B4-BE49-F238E27FC236}">
                    <a16:creationId xmlns:a16="http://schemas.microsoft.com/office/drawing/2014/main" id="{D06D365B-7BC4-A70E-8C19-00620B0B5656}"/>
                  </a:ext>
                </a:extLst>
              </p:cNvPr>
              <p:cNvSpPr/>
              <p:nvPr/>
            </p:nvSpPr>
            <p:spPr>
              <a:xfrm>
                <a:off x="4529828" y="1504880"/>
                <a:ext cx="34733" cy="34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1F3"/>
                  </a:gs>
                  <a:gs pos="100000">
                    <a:srgbClr val="D3D0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7" name="ellipse_2204">
                <a:extLst>
                  <a:ext uri="{FF2B5EF4-FFF2-40B4-BE49-F238E27FC236}">
                    <a16:creationId xmlns:a16="http://schemas.microsoft.com/office/drawing/2014/main" id="{D28023EA-491E-477A-93C9-5138C986718B}"/>
                  </a:ext>
                </a:extLst>
              </p:cNvPr>
              <p:cNvSpPr/>
              <p:nvPr/>
            </p:nvSpPr>
            <p:spPr>
              <a:xfrm>
                <a:off x="4259420" y="1662443"/>
                <a:ext cx="32679" cy="3267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8" name="ellipse_2205">
                <a:extLst>
                  <a:ext uri="{FF2B5EF4-FFF2-40B4-BE49-F238E27FC236}">
                    <a16:creationId xmlns:a16="http://schemas.microsoft.com/office/drawing/2014/main" id="{56D29FBB-2D54-D8A2-7D8E-1FFFEEC0DBCA}"/>
                  </a:ext>
                </a:extLst>
              </p:cNvPr>
              <p:cNvSpPr/>
              <p:nvPr/>
            </p:nvSpPr>
            <p:spPr>
              <a:xfrm>
                <a:off x="4164350" y="1623047"/>
                <a:ext cx="36365" cy="3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6FA"/>
                  </a:gs>
                  <a:gs pos="43000">
                    <a:srgbClr val="B9D2E9"/>
                  </a:gs>
                  <a:gs pos="100000">
                    <a:srgbClr val="8C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9" name="ellipse_2206">
                <a:extLst>
                  <a:ext uri="{FF2B5EF4-FFF2-40B4-BE49-F238E27FC236}">
                    <a16:creationId xmlns:a16="http://schemas.microsoft.com/office/drawing/2014/main" id="{88EEBD0D-42B7-6CEC-AEF3-A72D5BC5E5A5}"/>
                  </a:ext>
                </a:extLst>
              </p:cNvPr>
              <p:cNvSpPr/>
              <p:nvPr/>
            </p:nvSpPr>
            <p:spPr>
              <a:xfrm>
                <a:off x="4174720" y="1571707"/>
                <a:ext cx="20339" cy="20339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0" name="ellipse_2207">
                <a:extLst>
                  <a:ext uri="{FF2B5EF4-FFF2-40B4-BE49-F238E27FC236}">
                    <a16:creationId xmlns:a16="http://schemas.microsoft.com/office/drawing/2014/main" id="{4121A63A-5EE6-33D0-6D7E-AEE93CE883A1}"/>
                  </a:ext>
                </a:extLst>
              </p:cNvPr>
              <p:cNvSpPr/>
              <p:nvPr/>
            </p:nvSpPr>
            <p:spPr>
              <a:xfrm>
                <a:off x="4442759" y="1467880"/>
                <a:ext cx="28267" cy="28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1" name="ellipse_2208">
                <a:extLst>
                  <a:ext uri="{FF2B5EF4-FFF2-40B4-BE49-F238E27FC236}">
                    <a16:creationId xmlns:a16="http://schemas.microsoft.com/office/drawing/2014/main" id="{C0FA963D-45D0-9CD8-000F-8DC6B7AB8E15}"/>
                  </a:ext>
                </a:extLst>
              </p:cNvPr>
              <p:cNvSpPr/>
              <p:nvPr/>
            </p:nvSpPr>
            <p:spPr>
              <a:xfrm>
                <a:off x="4216943" y="1625920"/>
                <a:ext cx="35489" cy="35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2" name="ellipse_2209">
                <a:extLst>
                  <a:ext uri="{FF2B5EF4-FFF2-40B4-BE49-F238E27FC236}">
                    <a16:creationId xmlns:a16="http://schemas.microsoft.com/office/drawing/2014/main" id="{856FA47A-CBD9-37DF-0950-589D0E3F8679}"/>
                  </a:ext>
                </a:extLst>
              </p:cNvPr>
              <p:cNvSpPr/>
              <p:nvPr/>
            </p:nvSpPr>
            <p:spPr>
              <a:xfrm>
                <a:off x="4372327" y="1669257"/>
                <a:ext cx="36395" cy="36395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3" name="ellipse_2210">
                <a:extLst>
                  <a:ext uri="{FF2B5EF4-FFF2-40B4-BE49-F238E27FC236}">
                    <a16:creationId xmlns:a16="http://schemas.microsoft.com/office/drawing/2014/main" id="{6F9CCA70-F001-74CE-DDB1-EFEB88317B04}"/>
                  </a:ext>
                </a:extLst>
              </p:cNvPr>
              <p:cNvSpPr/>
              <p:nvPr/>
            </p:nvSpPr>
            <p:spPr>
              <a:xfrm>
                <a:off x="4169640" y="1618732"/>
                <a:ext cx="34055" cy="34055"/>
              </a:xfrm>
              <a:prstGeom prst="ellipse">
                <a:avLst/>
              </a:prstGeom>
              <a:gradFill flip="none" rotWithShape="1">
                <a:gsLst>
                  <a:gs pos="0">
                    <a:srgbClr val="F2F7FB"/>
                  </a:gs>
                  <a:gs pos="43000">
                    <a:srgbClr val="C3D7EC"/>
                  </a:gs>
                  <a:gs pos="100000">
                    <a:srgbClr val="97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4" name="ellipse_2211">
                <a:extLst>
                  <a:ext uri="{FF2B5EF4-FFF2-40B4-BE49-F238E27FC236}">
                    <a16:creationId xmlns:a16="http://schemas.microsoft.com/office/drawing/2014/main" id="{AE44E654-2226-B896-FEDB-13519B8C9B6F}"/>
                  </a:ext>
                </a:extLst>
              </p:cNvPr>
              <p:cNvSpPr/>
              <p:nvPr/>
            </p:nvSpPr>
            <p:spPr>
              <a:xfrm>
                <a:off x="4313792" y="1396283"/>
                <a:ext cx="29270" cy="2927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5" name="ellipse_2212">
                <a:extLst>
                  <a:ext uri="{FF2B5EF4-FFF2-40B4-BE49-F238E27FC236}">
                    <a16:creationId xmlns:a16="http://schemas.microsoft.com/office/drawing/2014/main" id="{76EE4B6C-F622-A70D-F2EF-4758854BA494}"/>
                  </a:ext>
                </a:extLst>
              </p:cNvPr>
              <p:cNvSpPr/>
              <p:nvPr/>
            </p:nvSpPr>
            <p:spPr>
              <a:xfrm>
                <a:off x="4179309" y="1432837"/>
                <a:ext cx="30914" cy="3091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6" name="ellipse_2213">
                <a:extLst>
                  <a:ext uri="{FF2B5EF4-FFF2-40B4-BE49-F238E27FC236}">
                    <a16:creationId xmlns:a16="http://schemas.microsoft.com/office/drawing/2014/main" id="{244F519C-1F7D-C33E-1735-36DD3A958D15}"/>
                  </a:ext>
                </a:extLst>
              </p:cNvPr>
              <p:cNvSpPr/>
              <p:nvPr/>
            </p:nvSpPr>
            <p:spPr>
              <a:xfrm>
                <a:off x="4119488" y="1533108"/>
                <a:ext cx="29184" cy="291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7" name="ellipse_2214">
                <a:extLst>
                  <a:ext uri="{FF2B5EF4-FFF2-40B4-BE49-F238E27FC236}">
                    <a16:creationId xmlns:a16="http://schemas.microsoft.com/office/drawing/2014/main" id="{24C4170B-7065-4376-3FFB-595A28F0E60F}"/>
                  </a:ext>
                </a:extLst>
              </p:cNvPr>
              <p:cNvSpPr/>
              <p:nvPr/>
            </p:nvSpPr>
            <p:spPr>
              <a:xfrm>
                <a:off x="4374279" y="1463343"/>
                <a:ext cx="31808" cy="31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49A9F"/>
                  </a:gs>
                  <a:gs pos="100000">
                    <a:srgbClr val="BD6C7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8" name="ellipse_2215">
                <a:extLst>
                  <a:ext uri="{FF2B5EF4-FFF2-40B4-BE49-F238E27FC236}">
                    <a16:creationId xmlns:a16="http://schemas.microsoft.com/office/drawing/2014/main" id="{12087069-1CD8-BB42-1875-ABA99D4B4F43}"/>
                  </a:ext>
                </a:extLst>
              </p:cNvPr>
              <p:cNvSpPr/>
              <p:nvPr/>
            </p:nvSpPr>
            <p:spPr>
              <a:xfrm>
                <a:off x="4554980" y="1612685"/>
                <a:ext cx="33803" cy="33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9" name="ellipse_2216">
                <a:extLst>
                  <a:ext uri="{FF2B5EF4-FFF2-40B4-BE49-F238E27FC236}">
                    <a16:creationId xmlns:a16="http://schemas.microsoft.com/office/drawing/2014/main" id="{0A9D3A65-EAC9-679A-09BA-06B4CE25C662}"/>
                  </a:ext>
                </a:extLst>
              </p:cNvPr>
              <p:cNvSpPr/>
              <p:nvPr/>
            </p:nvSpPr>
            <p:spPr>
              <a:xfrm>
                <a:off x="4259972" y="1386621"/>
                <a:ext cx="36239" cy="36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0" name="ellipse_2217">
                <a:extLst>
                  <a:ext uri="{FF2B5EF4-FFF2-40B4-BE49-F238E27FC236}">
                    <a16:creationId xmlns:a16="http://schemas.microsoft.com/office/drawing/2014/main" id="{CE871C81-E9BC-014B-CF16-7C50EA79F7C6}"/>
                  </a:ext>
                </a:extLst>
              </p:cNvPr>
              <p:cNvSpPr/>
              <p:nvPr/>
            </p:nvSpPr>
            <p:spPr>
              <a:xfrm>
                <a:off x="4388705" y="1575308"/>
                <a:ext cx="32684" cy="326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4E2"/>
                  </a:gs>
                  <a:gs pos="100000">
                    <a:srgbClr val="749C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1" name="ellipse_2218">
                <a:extLst>
                  <a:ext uri="{FF2B5EF4-FFF2-40B4-BE49-F238E27FC236}">
                    <a16:creationId xmlns:a16="http://schemas.microsoft.com/office/drawing/2014/main" id="{CD1328F3-E354-590A-8C36-2C41ADEFBC9D}"/>
                  </a:ext>
                </a:extLst>
              </p:cNvPr>
              <p:cNvSpPr/>
              <p:nvPr/>
            </p:nvSpPr>
            <p:spPr>
              <a:xfrm>
                <a:off x="4479568" y="1395923"/>
                <a:ext cx="34044" cy="34044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2" name="ellipse_2219">
                <a:extLst>
                  <a:ext uri="{FF2B5EF4-FFF2-40B4-BE49-F238E27FC236}">
                    <a16:creationId xmlns:a16="http://schemas.microsoft.com/office/drawing/2014/main" id="{63312EB8-3663-8DF9-C51D-6B79A507BED0}"/>
                  </a:ext>
                </a:extLst>
              </p:cNvPr>
              <p:cNvSpPr/>
              <p:nvPr/>
            </p:nvSpPr>
            <p:spPr>
              <a:xfrm>
                <a:off x="4284660" y="1602255"/>
                <a:ext cx="21197" cy="21197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ADE"/>
                  </a:gs>
                  <a:gs pos="100000">
                    <a:srgbClr val="61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3" name="ellipse_2220">
                <a:extLst>
                  <a:ext uri="{FF2B5EF4-FFF2-40B4-BE49-F238E27FC236}">
                    <a16:creationId xmlns:a16="http://schemas.microsoft.com/office/drawing/2014/main" id="{20B3B6CA-C7B9-1B1A-91CC-0FD5666B07D9}"/>
                  </a:ext>
                </a:extLst>
              </p:cNvPr>
              <p:cNvSpPr/>
              <p:nvPr/>
            </p:nvSpPr>
            <p:spPr>
              <a:xfrm>
                <a:off x="4165774" y="1531813"/>
                <a:ext cx="25912" cy="25912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B0CCE6"/>
                  </a:gs>
                  <a:gs pos="100000">
                    <a:srgbClr val="82A5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4" name="ellipse_2221">
                <a:extLst>
                  <a:ext uri="{FF2B5EF4-FFF2-40B4-BE49-F238E27FC236}">
                    <a16:creationId xmlns:a16="http://schemas.microsoft.com/office/drawing/2014/main" id="{86C7F20D-5749-0DC9-0BBE-4C85B710E669}"/>
                  </a:ext>
                </a:extLst>
              </p:cNvPr>
              <p:cNvSpPr/>
              <p:nvPr/>
            </p:nvSpPr>
            <p:spPr>
              <a:xfrm>
                <a:off x="4496640" y="1596997"/>
                <a:ext cx="32682" cy="32682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5" name="ellipse_2222">
                <a:extLst>
                  <a:ext uri="{FF2B5EF4-FFF2-40B4-BE49-F238E27FC236}">
                    <a16:creationId xmlns:a16="http://schemas.microsoft.com/office/drawing/2014/main" id="{3DD2AE64-D96A-1EFA-84D9-1603F806133E}"/>
                  </a:ext>
                </a:extLst>
              </p:cNvPr>
              <p:cNvSpPr/>
              <p:nvPr/>
            </p:nvSpPr>
            <p:spPr>
              <a:xfrm>
                <a:off x="4080569" y="1562154"/>
                <a:ext cx="29306" cy="29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2C3E2"/>
                  </a:gs>
                  <a:gs pos="100000">
                    <a:srgbClr val="72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6" name="ellipse_2223">
                <a:extLst>
                  <a:ext uri="{FF2B5EF4-FFF2-40B4-BE49-F238E27FC236}">
                    <a16:creationId xmlns:a16="http://schemas.microsoft.com/office/drawing/2014/main" id="{957A4D09-8505-0D88-A9D8-43B73D95E50A}"/>
                  </a:ext>
                </a:extLst>
              </p:cNvPr>
              <p:cNvSpPr/>
              <p:nvPr/>
            </p:nvSpPr>
            <p:spPr>
              <a:xfrm>
                <a:off x="4109818" y="1517906"/>
                <a:ext cx="20219" cy="2021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9B3DA"/>
                  </a:gs>
                  <a:gs pos="100000">
                    <a:srgbClr val="55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7" name="ellipse_2224">
                <a:extLst>
                  <a:ext uri="{FF2B5EF4-FFF2-40B4-BE49-F238E27FC236}">
                    <a16:creationId xmlns:a16="http://schemas.microsoft.com/office/drawing/2014/main" id="{4B34DEA8-012A-20A4-16D9-032E236635DE}"/>
                  </a:ext>
                </a:extLst>
              </p:cNvPr>
              <p:cNvSpPr/>
              <p:nvPr/>
            </p:nvSpPr>
            <p:spPr>
              <a:xfrm>
                <a:off x="4485896" y="1407592"/>
                <a:ext cx="26944" cy="26944"/>
              </a:xfrm>
              <a:prstGeom prst="ellipse">
                <a:avLst/>
              </a:prstGeom>
              <a:gradFill flip="none" rotWithShape="1">
                <a:gsLst>
                  <a:gs pos="0">
                    <a:srgbClr val="FDFDFE"/>
                  </a:gs>
                  <a:gs pos="43000">
                    <a:srgbClr val="F7F6F8"/>
                  </a:gs>
                  <a:gs pos="100000">
                    <a:srgbClr val="D4D5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8" name="ellipse_2225">
                <a:extLst>
                  <a:ext uri="{FF2B5EF4-FFF2-40B4-BE49-F238E27FC236}">
                    <a16:creationId xmlns:a16="http://schemas.microsoft.com/office/drawing/2014/main" id="{E81306C3-B529-FF6F-0472-497C8E9B2008}"/>
                  </a:ext>
                </a:extLst>
              </p:cNvPr>
              <p:cNvSpPr/>
              <p:nvPr/>
            </p:nvSpPr>
            <p:spPr>
              <a:xfrm>
                <a:off x="4195814" y="1538945"/>
                <a:ext cx="28500" cy="28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AD2E9"/>
                  </a:gs>
                  <a:gs pos="100000">
                    <a:srgbClr val="8D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9" name="ellipse_2226">
                <a:extLst>
                  <a:ext uri="{FF2B5EF4-FFF2-40B4-BE49-F238E27FC236}">
                    <a16:creationId xmlns:a16="http://schemas.microsoft.com/office/drawing/2014/main" id="{DE991EFC-408C-C0E2-618A-6FE83CF95A37}"/>
                  </a:ext>
                </a:extLst>
              </p:cNvPr>
              <p:cNvSpPr/>
              <p:nvPr/>
            </p:nvSpPr>
            <p:spPr>
              <a:xfrm>
                <a:off x="4140216" y="1445463"/>
                <a:ext cx="30909" cy="3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0" name="ellipse_2227">
                <a:extLst>
                  <a:ext uri="{FF2B5EF4-FFF2-40B4-BE49-F238E27FC236}">
                    <a16:creationId xmlns:a16="http://schemas.microsoft.com/office/drawing/2014/main" id="{ECBCE7E4-6CB0-271F-A4A8-355A6267752F}"/>
                  </a:ext>
                </a:extLst>
              </p:cNvPr>
              <p:cNvSpPr/>
              <p:nvPr/>
            </p:nvSpPr>
            <p:spPr>
              <a:xfrm>
                <a:off x="4218177" y="1435070"/>
                <a:ext cx="24835" cy="2483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1" name="ellipse_2228">
                <a:extLst>
                  <a:ext uri="{FF2B5EF4-FFF2-40B4-BE49-F238E27FC236}">
                    <a16:creationId xmlns:a16="http://schemas.microsoft.com/office/drawing/2014/main" id="{10DE4F44-E5EB-52D4-1CC5-C56F433070CC}"/>
                  </a:ext>
                </a:extLst>
              </p:cNvPr>
              <p:cNvSpPr/>
              <p:nvPr/>
            </p:nvSpPr>
            <p:spPr>
              <a:xfrm>
                <a:off x="4396992" y="1424174"/>
                <a:ext cx="31572" cy="31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1"/>
                  </a:gs>
                  <a:gs pos="100000">
                    <a:srgbClr val="C6959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2" name="ellipse_2229">
                <a:extLst>
                  <a:ext uri="{FF2B5EF4-FFF2-40B4-BE49-F238E27FC236}">
                    <a16:creationId xmlns:a16="http://schemas.microsoft.com/office/drawing/2014/main" id="{C04713DF-63E3-FCFB-6788-C083E5D2675D}"/>
                  </a:ext>
                </a:extLst>
              </p:cNvPr>
              <p:cNvSpPr/>
              <p:nvPr/>
            </p:nvSpPr>
            <p:spPr>
              <a:xfrm>
                <a:off x="4450606" y="1519243"/>
                <a:ext cx="22570" cy="22570"/>
              </a:xfrm>
              <a:prstGeom prst="ellipse">
                <a:avLst/>
              </a:prstGeom>
              <a:gradFill flip="none" rotWithShape="1">
                <a:gsLst>
                  <a:gs pos="0">
                    <a:srgbClr val="F9E6E7"/>
                  </a:gs>
                  <a:gs pos="43000">
                    <a:srgbClr val="E0898E"/>
                  </a:gs>
                  <a:gs pos="100000">
                    <a:srgbClr val="B9586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3" name="ellipse_2230">
                <a:extLst>
                  <a:ext uri="{FF2B5EF4-FFF2-40B4-BE49-F238E27FC236}">
                    <a16:creationId xmlns:a16="http://schemas.microsoft.com/office/drawing/2014/main" id="{661A1425-5FC2-167E-E2E1-C2569A066189}"/>
                  </a:ext>
                </a:extLst>
              </p:cNvPr>
              <p:cNvSpPr/>
              <p:nvPr/>
            </p:nvSpPr>
            <p:spPr>
              <a:xfrm>
                <a:off x="4493511" y="1391803"/>
                <a:ext cx="30887" cy="308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4" name="ellipse_2231">
                <a:extLst>
                  <a:ext uri="{FF2B5EF4-FFF2-40B4-BE49-F238E27FC236}">
                    <a16:creationId xmlns:a16="http://schemas.microsoft.com/office/drawing/2014/main" id="{22FCF6A6-982D-E83F-9857-532A92299F0F}"/>
                  </a:ext>
                </a:extLst>
              </p:cNvPr>
              <p:cNvSpPr/>
              <p:nvPr/>
            </p:nvSpPr>
            <p:spPr>
              <a:xfrm>
                <a:off x="4365893" y="1649463"/>
                <a:ext cx="23524" cy="2352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5" name="ellipse_2232">
                <a:extLst>
                  <a:ext uri="{FF2B5EF4-FFF2-40B4-BE49-F238E27FC236}">
                    <a16:creationId xmlns:a16="http://schemas.microsoft.com/office/drawing/2014/main" id="{4D0DCC31-EEDB-170A-5A74-342ADF6E075E}"/>
                  </a:ext>
                </a:extLst>
              </p:cNvPr>
              <p:cNvSpPr/>
              <p:nvPr/>
            </p:nvSpPr>
            <p:spPr>
              <a:xfrm>
                <a:off x="4343626" y="1628381"/>
                <a:ext cx="24226" cy="2422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6" name="ellipse_2233">
                <a:extLst>
                  <a:ext uri="{FF2B5EF4-FFF2-40B4-BE49-F238E27FC236}">
                    <a16:creationId xmlns:a16="http://schemas.microsoft.com/office/drawing/2014/main" id="{66EB970A-7D83-E5B8-EC96-1EFFEE7EA997}"/>
                  </a:ext>
                </a:extLst>
              </p:cNvPr>
              <p:cNvSpPr/>
              <p:nvPr/>
            </p:nvSpPr>
            <p:spPr>
              <a:xfrm>
                <a:off x="4369163" y="1423006"/>
                <a:ext cx="20129" cy="20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7" name="ellipse_2234">
                <a:extLst>
                  <a:ext uri="{FF2B5EF4-FFF2-40B4-BE49-F238E27FC236}">
                    <a16:creationId xmlns:a16="http://schemas.microsoft.com/office/drawing/2014/main" id="{0760B534-F81E-65FC-8F6F-A8652F592D1D}"/>
                  </a:ext>
                </a:extLst>
              </p:cNvPr>
              <p:cNvSpPr/>
              <p:nvPr/>
            </p:nvSpPr>
            <p:spPr>
              <a:xfrm>
                <a:off x="4319544" y="1450468"/>
                <a:ext cx="22903" cy="22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8" name="ellipse_2235">
                <a:extLst>
                  <a:ext uri="{FF2B5EF4-FFF2-40B4-BE49-F238E27FC236}">
                    <a16:creationId xmlns:a16="http://schemas.microsoft.com/office/drawing/2014/main" id="{3E71F41B-25A8-CD9E-7022-A29505BB2C02}"/>
                  </a:ext>
                </a:extLst>
              </p:cNvPr>
              <p:cNvSpPr/>
              <p:nvPr/>
            </p:nvSpPr>
            <p:spPr>
              <a:xfrm>
                <a:off x="4341136" y="1630187"/>
                <a:ext cx="33821" cy="3382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9" name="ellipse_2236">
                <a:extLst>
                  <a:ext uri="{FF2B5EF4-FFF2-40B4-BE49-F238E27FC236}">
                    <a16:creationId xmlns:a16="http://schemas.microsoft.com/office/drawing/2014/main" id="{96DFE199-8370-E0F6-7FC4-313E2392F232}"/>
                  </a:ext>
                </a:extLst>
              </p:cNvPr>
              <p:cNvSpPr/>
              <p:nvPr/>
            </p:nvSpPr>
            <p:spPr>
              <a:xfrm>
                <a:off x="4161225" y="1530942"/>
                <a:ext cx="25121" cy="2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DCAE5"/>
                  </a:gs>
                  <a:gs pos="100000">
                    <a:srgbClr val="7EA3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0" name="ellipse_2237">
                <a:extLst>
                  <a:ext uri="{FF2B5EF4-FFF2-40B4-BE49-F238E27FC236}">
                    <a16:creationId xmlns:a16="http://schemas.microsoft.com/office/drawing/2014/main" id="{6B8C317D-88A6-2242-38B4-BE11F0713CA7}"/>
                  </a:ext>
                </a:extLst>
              </p:cNvPr>
              <p:cNvSpPr/>
              <p:nvPr/>
            </p:nvSpPr>
            <p:spPr>
              <a:xfrm>
                <a:off x="4203426" y="1536802"/>
                <a:ext cx="26566" cy="26566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DE7"/>
                  </a:gs>
                  <a:gs pos="100000">
                    <a:srgbClr val="85A7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1" name="ellipse_2238">
                <a:extLst>
                  <a:ext uri="{FF2B5EF4-FFF2-40B4-BE49-F238E27FC236}">
                    <a16:creationId xmlns:a16="http://schemas.microsoft.com/office/drawing/2014/main" id="{BA45A550-50AA-E923-46F3-83B491D1780C}"/>
                  </a:ext>
                </a:extLst>
              </p:cNvPr>
              <p:cNvSpPr/>
              <p:nvPr/>
            </p:nvSpPr>
            <p:spPr>
              <a:xfrm>
                <a:off x="4482696" y="1603333"/>
                <a:ext cx="28320" cy="28320"/>
              </a:xfrm>
              <a:prstGeom prst="ellipse">
                <a:avLst/>
              </a:prstGeom>
              <a:gradFill flip="none" rotWithShape="1">
                <a:gsLst>
                  <a:gs pos="0">
                    <a:srgbClr val="E6EEF7"/>
                  </a:gs>
                  <a:gs pos="43000">
                    <a:srgbClr val="85B0D9"/>
                  </a:gs>
                  <a:gs pos="100000">
                    <a:srgbClr val="50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2" name="ellipse_2239">
                <a:extLst>
                  <a:ext uri="{FF2B5EF4-FFF2-40B4-BE49-F238E27FC236}">
                    <a16:creationId xmlns:a16="http://schemas.microsoft.com/office/drawing/2014/main" id="{D9224D6A-B8AB-214D-A468-891259FA29F0}"/>
                  </a:ext>
                </a:extLst>
              </p:cNvPr>
              <p:cNvSpPr/>
              <p:nvPr/>
            </p:nvSpPr>
            <p:spPr>
              <a:xfrm>
                <a:off x="4197066" y="1522229"/>
                <a:ext cx="22601" cy="22601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0"/>
                  </a:gs>
                  <a:gs pos="100000">
                    <a:srgbClr val="6C97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3" name="ellipse_2240">
                <a:extLst>
                  <a:ext uri="{FF2B5EF4-FFF2-40B4-BE49-F238E27FC236}">
                    <a16:creationId xmlns:a16="http://schemas.microsoft.com/office/drawing/2014/main" id="{A1DD6D3F-8C4E-E4BB-11BD-AE239A874252}"/>
                  </a:ext>
                </a:extLst>
              </p:cNvPr>
              <p:cNvSpPr/>
              <p:nvPr/>
            </p:nvSpPr>
            <p:spPr>
              <a:xfrm>
                <a:off x="4144638" y="1578773"/>
                <a:ext cx="26817" cy="26817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4ECF6"/>
                  </a:gs>
                  <a:gs pos="100000">
                    <a:srgbClr val="BDCB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4" name="ellipse_2241">
                <a:extLst>
                  <a:ext uri="{FF2B5EF4-FFF2-40B4-BE49-F238E27FC236}">
                    <a16:creationId xmlns:a16="http://schemas.microsoft.com/office/drawing/2014/main" id="{79E6F97D-B2FE-79ED-44D2-68DE45252C63}"/>
                  </a:ext>
                </a:extLst>
              </p:cNvPr>
              <p:cNvSpPr/>
              <p:nvPr/>
            </p:nvSpPr>
            <p:spPr>
              <a:xfrm>
                <a:off x="4441221" y="1606601"/>
                <a:ext cx="26804" cy="2680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5" name="ellipse_2242">
                <a:extLst>
                  <a:ext uri="{FF2B5EF4-FFF2-40B4-BE49-F238E27FC236}">
                    <a16:creationId xmlns:a16="http://schemas.microsoft.com/office/drawing/2014/main" id="{040A9FB4-C348-DCD7-ED76-D157008A3AE5}"/>
                  </a:ext>
                </a:extLst>
              </p:cNvPr>
              <p:cNvSpPr/>
              <p:nvPr/>
            </p:nvSpPr>
            <p:spPr>
              <a:xfrm>
                <a:off x="4334837" y="1431903"/>
                <a:ext cx="27902" cy="27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5E4F1"/>
                  </a:gs>
                  <a:gs pos="100000">
                    <a:srgbClr val="AD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6" name="ellipse_2243">
                <a:extLst>
                  <a:ext uri="{FF2B5EF4-FFF2-40B4-BE49-F238E27FC236}">
                    <a16:creationId xmlns:a16="http://schemas.microsoft.com/office/drawing/2014/main" id="{BB7B208A-5309-8724-5F06-3FCE67928366}"/>
                  </a:ext>
                </a:extLst>
              </p:cNvPr>
              <p:cNvSpPr/>
              <p:nvPr/>
            </p:nvSpPr>
            <p:spPr>
              <a:xfrm>
                <a:off x="4400306" y="1450110"/>
                <a:ext cx="32534" cy="32534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7" name="ellipse_2244">
                <a:extLst>
                  <a:ext uri="{FF2B5EF4-FFF2-40B4-BE49-F238E27FC236}">
                    <a16:creationId xmlns:a16="http://schemas.microsoft.com/office/drawing/2014/main" id="{625D2313-006F-AFCE-4553-7341F5417917}"/>
                  </a:ext>
                </a:extLst>
              </p:cNvPr>
              <p:cNvSpPr/>
              <p:nvPr/>
            </p:nvSpPr>
            <p:spPr>
              <a:xfrm>
                <a:off x="4216796" y="1447370"/>
                <a:ext cx="23756" cy="2375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8" name="ellipse_2245">
                <a:extLst>
                  <a:ext uri="{FF2B5EF4-FFF2-40B4-BE49-F238E27FC236}">
                    <a16:creationId xmlns:a16="http://schemas.microsoft.com/office/drawing/2014/main" id="{9CEAAAE2-F163-DAB5-7ED7-C27F4BCFCA0A}"/>
                  </a:ext>
                </a:extLst>
              </p:cNvPr>
              <p:cNvSpPr/>
              <p:nvPr/>
            </p:nvSpPr>
            <p:spPr>
              <a:xfrm>
                <a:off x="4370480" y="1659527"/>
                <a:ext cx="19803" cy="19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9" name="ellipse_2246">
                <a:extLst>
                  <a:ext uri="{FF2B5EF4-FFF2-40B4-BE49-F238E27FC236}">
                    <a16:creationId xmlns:a16="http://schemas.microsoft.com/office/drawing/2014/main" id="{6F8FB301-8BCB-33C7-D1E5-CB30D4F3A01D}"/>
                  </a:ext>
                </a:extLst>
              </p:cNvPr>
              <p:cNvSpPr/>
              <p:nvPr/>
            </p:nvSpPr>
            <p:spPr>
              <a:xfrm>
                <a:off x="4529718" y="1436043"/>
                <a:ext cx="27552" cy="27552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3F6"/>
                  </a:gs>
                  <a:gs pos="100000">
                    <a:srgbClr val="D3D2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0" name="ellipse_2247">
                <a:extLst>
                  <a:ext uri="{FF2B5EF4-FFF2-40B4-BE49-F238E27FC236}">
                    <a16:creationId xmlns:a16="http://schemas.microsoft.com/office/drawing/2014/main" id="{D612CB75-2FF2-6935-6BD3-818081024990}"/>
                  </a:ext>
                </a:extLst>
              </p:cNvPr>
              <p:cNvSpPr/>
              <p:nvPr/>
            </p:nvSpPr>
            <p:spPr>
              <a:xfrm>
                <a:off x="4155808" y="1608147"/>
                <a:ext cx="21024" cy="210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1" name="ellipse_2248">
                <a:extLst>
                  <a:ext uri="{FF2B5EF4-FFF2-40B4-BE49-F238E27FC236}">
                    <a16:creationId xmlns:a16="http://schemas.microsoft.com/office/drawing/2014/main" id="{5DF45FB5-01C5-58A4-E2A9-3C2EE7F53ADC}"/>
                  </a:ext>
                </a:extLst>
              </p:cNvPr>
              <p:cNvSpPr/>
              <p:nvPr/>
            </p:nvSpPr>
            <p:spPr>
              <a:xfrm>
                <a:off x="4430114" y="1433963"/>
                <a:ext cx="19388" cy="1938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3999D"/>
                  </a:gs>
                  <a:gs pos="100000">
                    <a:srgbClr val="BD6A7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2" name="ellipse_2249">
                <a:extLst>
                  <a:ext uri="{FF2B5EF4-FFF2-40B4-BE49-F238E27FC236}">
                    <a16:creationId xmlns:a16="http://schemas.microsoft.com/office/drawing/2014/main" id="{61A4843D-1D54-E141-2097-B084306235A7}"/>
                  </a:ext>
                </a:extLst>
              </p:cNvPr>
              <p:cNvSpPr/>
              <p:nvPr/>
            </p:nvSpPr>
            <p:spPr>
              <a:xfrm>
                <a:off x="4348582" y="1617385"/>
                <a:ext cx="30384" cy="3038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3" name="ellipse_2250">
                <a:extLst>
                  <a:ext uri="{FF2B5EF4-FFF2-40B4-BE49-F238E27FC236}">
                    <a16:creationId xmlns:a16="http://schemas.microsoft.com/office/drawing/2014/main" id="{7E8DA8B0-C413-E336-107D-05878113C197}"/>
                  </a:ext>
                </a:extLst>
              </p:cNvPr>
              <p:cNvSpPr/>
              <p:nvPr/>
            </p:nvSpPr>
            <p:spPr>
              <a:xfrm>
                <a:off x="4463319" y="1574688"/>
                <a:ext cx="25872" cy="25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4" name="ellipse_2251">
                <a:extLst>
                  <a:ext uri="{FF2B5EF4-FFF2-40B4-BE49-F238E27FC236}">
                    <a16:creationId xmlns:a16="http://schemas.microsoft.com/office/drawing/2014/main" id="{8FCA32F9-5B72-D135-B11A-6C758772444F}"/>
                  </a:ext>
                </a:extLst>
              </p:cNvPr>
              <p:cNvSpPr/>
              <p:nvPr/>
            </p:nvSpPr>
            <p:spPr>
              <a:xfrm>
                <a:off x="4531596" y="1568921"/>
                <a:ext cx="28919" cy="2891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895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5" name="ellipse_2252">
                <a:extLst>
                  <a:ext uri="{FF2B5EF4-FFF2-40B4-BE49-F238E27FC236}">
                    <a16:creationId xmlns:a16="http://schemas.microsoft.com/office/drawing/2014/main" id="{F8A04D59-50E6-AA39-2F36-C13C8E9F0D08}"/>
                  </a:ext>
                </a:extLst>
              </p:cNvPr>
              <p:cNvSpPr/>
              <p:nvPr/>
            </p:nvSpPr>
            <p:spPr>
              <a:xfrm>
                <a:off x="4374229" y="1660093"/>
                <a:ext cx="34954" cy="3495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6" name="ellipse_2253">
                <a:extLst>
                  <a:ext uri="{FF2B5EF4-FFF2-40B4-BE49-F238E27FC236}">
                    <a16:creationId xmlns:a16="http://schemas.microsoft.com/office/drawing/2014/main" id="{DB165CDD-B4BF-3459-D824-D4DDE306F5F6}"/>
                  </a:ext>
                </a:extLst>
              </p:cNvPr>
              <p:cNvSpPr/>
              <p:nvPr/>
            </p:nvSpPr>
            <p:spPr>
              <a:xfrm>
                <a:off x="4263352" y="1508604"/>
                <a:ext cx="27274" cy="27274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8DD"/>
                  </a:gs>
                  <a:gs pos="100000">
                    <a:srgbClr val="608F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7" name="ellipse_2254">
                <a:extLst>
                  <a:ext uri="{FF2B5EF4-FFF2-40B4-BE49-F238E27FC236}">
                    <a16:creationId xmlns:a16="http://schemas.microsoft.com/office/drawing/2014/main" id="{979BC237-407E-1C7E-F172-0A8E9A87C6F5}"/>
                  </a:ext>
                </a:extLst>
              </p:cNvPr>
              <p:cNvSpPr/>
              <p:nvPr/>
            </p:nvSpPr>
            <p:spPr>
              <a:xfrm>
                <a:off x="4379064" y="1465078"/>
                <a:ext cx="29615" cy="29615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9"/>
                  </a:gs>
                  <a:gs pos="43000">
                    <a:srgbClr val="E19296"/>
                  </a:gs>
                  <a:gs pos="100000">
                    <a:srgbClr val="BB626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8" name="ellipse_2255">
                <a:extLst>
                  <a:ext uri="{FF2B5EF4-FFF2-40B4-BE49-F238E27FC236}">
                    <a16:creationId xmlns:a16="http://schemas.microsoft.com/office/drawing/2014/main" id="{42662FEA-C62E-ED89-EBC7-EBE18C8322BC}"/>
                  </a:ext>
                </a:extLst>
              </p:cNvPr>
              <p:cNvSpPr/>
              <p:nvPr/>
            </p:nvSpPr>
            <p:spPr>
              <a:xfrm>
                <a:off x="4333679" y="1393440"/>
                <a:ext cx="26335" cy="26335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9" name="ellipse_2256">
                <a:extLst>
                  <a:ext uri="{FF2B5EF4-FFF2-40B4-BE49-F238E27FC236}">
                    <a16:creationId xmlns:a16="http://schemas.microsoft.com/office/drawing/2014/main" id="{A76BE70C-A855-161F-FF80-0D8491306705}"/>
                  </a:ext>
                </a:extLst>
              </p:cNvPr>
              <p:cNvSpPr/>
              <p:nvPr/>
            </p:nvSpPr>
            <p:spPr>
              <a:xfrm>
                <a:off x="4603700" y="1511648"/>
                <a:ext cx="33300" cy="3330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0" name="ellipse_2257">
                <a:extLst>
                  <a:ext uri="{FF2B5EF4-FFF2-40B4-BE49-F238E27FC236}">
                    <a16:creationId xmlns:a16="http://schemas.microsoft.com/office/drawing/2014/main" id="{15FD3C46-6953-14AD-59AB-9C6A5E33B2DE}"/>
                  </a:ext>
                </a:extLst>
              </p:cNvPr>
              <p:cNvSpPr/>
              <p:nvPr/>
            </p:nvSpPr>
            <p:spPr>
              <a:xfrm>
                <a:off x="4612515" y="1554699"/>
                <a:ext cx="35513" cy="3551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1" name="ellipse_2258">
                <a:extLst>
                  <a:ext uri="{FF2B5EF4-FFF2-40B4-BE49-F238E27FC236}">
                    <a16:creationId xmlns:a16="http://schemas.microsoft.com/office/drawing/2014/main" id="{C7A68AAC-4EFF-713E-A867-A90115522155}"/>
                  </a:ext>
                </a:extLst>
              </p:cNvPr>
              <p:cNvSpPr/>
              <p:nvPr/>
            </p:nvSpPr>
            <p:spPr>
              <a:xfrm>
                <a:off x="4293316" y="1609491"/>
                <a:ext cx="35894" cy="3589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2" name="ellipse_2259">
                <a:extLst>
                  <a:ext uri="{FF2B5EF4-FFF2-40B4-BE49-F238E27FC236}">
                    <a16:creationId xmlns:a16="http://schemas.microsoft.com/office/drawing/2014/main" id="{3C8899FA-67F3-126C-4248-77344A030114}"/>
                  </a:ext>
                </a:extLst>
              </p:cNvPr>
              <p:cNvSpPr/>
              <p:nvPr/>
            </p:nvSpPr>
            <p:spPr>
              <a:xfrm>
                <a:off x="4465841" y="1446603"/>
                <a:ext cx="29343" cy="29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3" name="ellipse_2260">
                <a:extLst>
                  <a:ext uri="{FF2B5EF4-FFF2-40B4-BE49-F238E27FC236}">
                    <a16:creationId xmlns:a16="http://schemas.microsoft.com/office/drawing/2014/main" id="{90D87F51-DF59-1EA6-85EC-36311D3AB077}"/>
                  </a:ext>
                </a:extLst>
              </p:cNvPr>
              <p:cNvSpPr/>
              <p:nvPr/>
            </p:nvSpPr>
            <p:spPr>
              <a:xfrm>
                <a:off x="4395565" y="1451343"/>
                <a:ext cx="34062" cy="3406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4" name="ellipse_2261">
                <a:extLst>
                  <a:ext uri="{FF2B5EF4-FFF2-40B4-BE49-F238E27FC236}">
                    <a16:creationId xmlns:a16="http://schemas.microsoft.com/office/drawing/2014/main" id="{BE5A68D1-377F-D875-FE42-17FD201EC122}"/>
                  </a:ext>
                </a:extLst>
              </p:cNvPr>
              <p:cNvSpPr/>
              <p:nvPr/>
            </p:nvSpPr>
            <p:spPr>
              <a:xfrm>
                <a:off x="4447971" y="1453977"/>
                <a:ext cx="20526" cy="205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5" name="ellipse_2262">
                <a:extLst>
                  <a:ext uri="{FF2B5EF4-FFF2-40B4-BE49-F238E27FC236}">
                    <a16:creationId xmlns:a16="http://schemas.microsoft.com/office/drawing/2014/main" id="{B876050C-6B3A-F301-7B1B-FA3829A54D8C}"/>
                  </a:ext>
                </a:extLst>
              </p:cNvPr>
              <p:cNvSpPr/>
              <p:nvPr/>
            </p:nvSpPr>
            <p:spPr>
              <a:xfrm>
                <a:off x="4414105" y="1439212"/>
                <a:ext cx="23231" cy="23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8"/>
                  </a:gs>
                  <a:gs pos="43000">
                    <a:srgbClr val="E18F93"/>
                  </a:gs>
                  <a:gs pos="100000">
                    <a:srgbClr val="BA5F6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6" name="ellipse_2263">
                <a:extLst>
                  <a:ext uri="{FF2B5EF4-FFF2-40B4-BE49-F238E27FC236}">
                    <a16:creationId xmlns:a16="http://schemas.microsoft.com/office/drawing/2014/main" id="{961EE492-A948-C5EF-9277-1C977CCB822A}"/>
                  </a:ext>
                </a:extLst>
              </p:cNvPr>
              <p:cNvSpPr/>
              <p:nvPr/>
            </p:nvSpPr>
            <p:spPr>
              <a:xfrm>
                <a:off x="4382949" y="1613377"/>
                <a:ext cx="25360" cy="2536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7" name="ellipse_2264">
                <a:extLst>
                  <a:ext uri="{FF2B5EF4-FFF2-40B4-BE49-F238E27FC236}">
                    <a16:creationId xmlns:a16="http://schemas.microsoft.com/office/drawing/2014/main" id="{46EC269C-CEC1-ED7A-466E-091DDBDCCB7D}"/>
                  </a:ext>
                </a:extLst>
              </p:cNvPr>
              <p:cNvSpPr/>
              <p:nvPr/>
            </p:nvSpPr>
            <p:spPr>
              <a:xfrm>
                <a:off x="4431400" y="1599480"/>
                <a:ext cx="21660" cy="2166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7DC"/>
                  </a:gs>
                  <a:gs pos="100000">
                    <a:srgbClr val="5C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8" name="ellipse_2265">
                <a:extLst>
                  <a:ext uri="{FF2B5EF4-FFF2-40B4-BE49-F238E27FC236}">
                    <a16:creationId xmlns:a16="http://schemas.microsoft.com/office/drawing/2014/main" id="{55725C04-8FEA-AD8E-DD85-891F4A6810E9}"/>
                  </a:ext>
                </a:extLst>
              </p:cNvPr>
              <p:cNvSpPr/>
              <p:nvPr/>
            </p:nvSpPr>
            <p:spPr>
              <a:xfrm>
                <a:off x="4137969" y="1490081"/>
                <a:ext cx="25196" cy="2519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CABD7"/>
                  </a:gs>
                  <a:gs pos="100000">
                    <a:srgbClr val="46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9" name="ellipse_2266">
                <a:extLst>
                  <a:ext uri="{FF2B5EF4-FFF2-40B4-BE49-F238E27FC236}">
                    <a16:creationId xmlns:a16="http://schemas.microsoft.com/office/drawing/2014/main" id="{42115FD6-26BE-0181-3DA8-57FF5E517AC5}"/>
                  </a:ext>
                </a:extLst>
              </p:cNvPr>
              <p:cNvSpPr/>
              <p:nvPr/>
            </p:nvSpPr>
            <p:spPr>
              <a:xfrm>
                <a:off x="4390923" y="1523400"/>
                <a:ext cx="28756" cy="28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6CA"/>
                  </a:gs>
                  <a:gs pos="100000">
                    <a:srgbClr val="C89F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0" name="ellipse_2267">
                <a:extLst>
                  <a:ext uri="{FF2B5EF4-FFF2-40B4-BE49-F238E27FC236}">
                    <a16:creationId xmlns:a16="http://schemas.microsoft.com/office/drawing/2014/main" id="{3BDDE6BE-5C08-FC10-AEB0-74D680B8FD29}"/>
                  </a:ext>
                </a:extLst>
              </p:cNvPr>
              <p:cNvSpPr/>
              <p:nvPr/>
            </p:nvSpPr>
            <p:spPr>
              <a:xfrm>
                <a:off x="4421907" y="1413437"/>
                <a:ext cx="21785" cy="2178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8F8"/>
                  </a:gs>
                  <a:gs pos="43000">
                    <a:srgbClr val="F1DCDF"/>
                  </a:gs>
                  <a:gs pos="100000">
                    <a:srgbClr val="CDB8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1" name="ellipse_2268">
                <a:extLst>
                  <a:ext uri="{FF2B5EF4-FFF2-40B4-BE49-F238E27FC236}">
                    <a16:creationId xmlns:a16="http://schemas.microsoft.com/office/drawing/2014/main" id="{EC40A038-44BC-6EB6-42CC-2D7CFC880184}"/>
                  </a:ext>
                </a:extLst>
              </p:cNvPr>
              <p:cNvSpPr/>
              <p:nvPr/>
            </p:nvSpPr>
            <p:spPr>
              <a:xfrm>
                <a:off x="4389016" y="1638974"/>
                <a:ext cx="32977" cy="3297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2" name="ellipse_2269">
                <a:extLst>
                  <a:ext uri="{FF2B5EF4-FFF2-40B4-BE49-F238E27FC236}">
                    <a16:creationId xmlns:a16="http://schemas.microsoft.com/office/drawing/2014/main" id="{CD149784-DF08-1EE3-2451-AB393DCB362E}"/>
                  </a:ext>
                </a:extLst>
              </p:cNvPr>
              <p:cNvSpPr/>
              <p:nvPr/>
            </p:nvSpPr>
            <p:spPr>
              <a:xfrm>
                <a:off x="4134968" y="1559389"/>
                <a:ext cx="34498" cy="344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6E4F1"/>
                  </a:gs>
                  <a:gs pos="100000">
                    <a:srgbClr val="AE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3" name="ellipse_2270">
                <a:extLst>
                  <a:ext uri="{FF2B5EF4-FFF2-40B4-BE49-F238E27FC236}">
                    <a16:creationId xmlns:a16="http://schemas.microsoft.com/office/drawing/2014/main" id="{EE6FD8B8-D728-23B5-5EFE-A4A74FB34002}"/>
                  </a:ext>
                </a:extLst>
              </p:cNvPr>
              <p:cNvSpPr/>
              <p:nvPr/>
            </p:nvSpPr>
            <p:spPr>
              <a:xfrm>
                <a:off x="4362437" y="1655067"/>
                <a:ext cx="32745" cy="3274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4" name="ellipse_2271">
                <a:extLst>
                  <a:ext uri="{FF2B5EF4-FFF2-40B4-BE49-F238E27FC236}">
                    <a16:creationId xmlns:a16="http://schemas.microsoft.com/office/drawing/2014/main" id="{59E74F9F-59E5-55C0-4645-B9EDAC28E496}"/>
                  </a:ext>
                </a:extLst>
              </p:cNvPr>
              <p:cNvSpPr/>
              <p:nvPr/>
            </p:nvSpPr>
            <p:spPr>
              <a:xfrm>
                <a:off x="4190384" y="1452612"/>
                <a:ext cx="23442" cy="234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5" name="ellipse_2272">
                <a:extLst>
                  <a:ext uri="{FF2B5EF4-FFF2-40B4-BE49-F238E27FC236}">
                    <a16:creationId xmlns:a16="http://schemas.microsoft.com/office/drawing/2014/main" id="{8A6BEF51-3218-D5BE-EB33-322F535401D3}"/>
                  </a:ext>
                </a:extLst>
              </p:cNvPr>
              <p:cNvSpPr/>
              <p:nvPr/>
            </p:nvSpPr>
            <p:spPr>
              <a:xfrm>
                <a:off x="4191528" y="1431318"/>
                <a:ext cx="28918" cy="2891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6" name="ellipse_2273">
                <a:extLst>
                  <a:ext uri="{FF2B5EF4-FFF2-40B4-BE49-F238E27FC236}">
                    <a16:creationId xmlns:a16="http://schemas.microsoft.com/office/drawing/2014/main" id="{CA9B883F-2E6D-32B6-0DD4-67B2D60E9A32}"/>
                  </a:ext>
                </a:extLst>
              </p:cNvPr>
              <p:cNvSpPr/>
              <p:nvPr/>
            </p:nvSpPr>
            <p:spPr>
              <a:xfrm>
                <a:off x="4069030" y="1464721"/>
                <a:ext cx="29833" cy="29833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7" name="ellipse_2274">
                <a:extLst>
                  <a:ext uri="{FF2B5EF4-FFF2-40B4-BE49-F238E27FC236}">
                    <a16:creationId xmlns:a16="http://schemas.microsoft.com/office/drawing/2014/main" id="{8FDAA8A5-0ABF-8265-C5F9-5E2F4FF39934}"/>
                  </a:ext>
                </a:extLst>
              </p:cNvPr>
              <p:cNvSpPr/>
              <p:nvPr/>
            </p:nvSpPr>
            <p:spPr>
              <a:xfrm>
                <a:off x="4366890" y="1406820"/>
                <a:ext cx="36480" cy="36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8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8" name="ellipse_2275">
                <a:extLst>
                  <a:ext uri="{FF2B5EF4-FFF2-40B4-BE49-F238E27FC236}">
                    <a16:creationId xmlns:a16="http://schemas.microsoft.com/office/drawing/2014/main" id="{598D257B-D9D4-E7FC-E84F-5465B83312C6}"/>
                  </a:ext>
                </a:extLst>
              </p:cNvPr>
              <p:cNvSpPr/>
              <p:nvPr/>
            </p:nvSpPr>
            <p:spPr>
              <a:xfrm>
                <a:off x="4539539" y="1639101"/>
                <a:ext cx="31994" cy="3199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9" name="ellipse_2276">
                <a:extLst>
                  <a:ext uri="{FF2B5EF4-FFF2-40B4-BE49-F238E27FC236}">
                    <a16:creationId xmlns:a16="http://schemas.microsoft.com/office/drawing/2014/main" id="{0C69F19B-2398-D65F-FFD8-99C5CADDD5A1}"/>
                  </a:ext>
                </a:extLst>
              </p:cNvPr>
              <p:cNvSpPr/>
              <p:nvPr/>
            </p:nvSpPr>
            <p:spPr>
              <a:xfrm>
                <a:off x="4549589" y="1539226"/>
                <a:ext cx="29499" cy="2949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2CDE7"/>
                  </a:gs>
                  <a:gs pos="100000">
                    <a:srgbClr val="84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0" name="ellipse_2277">
                <a:extLst>
                  <a:ext uri="{FF2B5EF4-FFF2-40B4-BE49-F238E27FC236}">
                    <a16:creationId xmlns:a16="http://schemas.microsoft.com/office/drawing/2014/main" id="{9A9A674D-E069-577E-8458-D2B265468280}"/>
                  </a:ext>
                </a:extLst>
              </p:cNvPr>
              <p:cNvSpPr/>
              <p:nvPr/>
            </p:nvSpPr>
            <p:spPr>
              <a:xfrm>
                <a:off x="4446293" y="1479918"/>
                <a:ext cx="27511" cy="2751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1" name="ellipse_2278">
                <a:extLst>
                  <a:ext uri="{FF2B5EF4-FFF2-40B4-BE49-F238E27FC236}">
                    <a16:creationId xmlns:a16="http://schemas.microsoft.com/office/drawing/2014/main" id="{F84E03F8-04BD-D91A-E921-4FE24309885B}"/>
                  </a:ext>
                </a:extLst>
              </p:cNvPr>
              <p:cNvSpPr/>
              <p:nvPr/>
            </p:nvSpPr>
            <p:spPr>
              <a:xfrm>
                <a:off x="4355108" y="1592089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7"/>
                  </a:gs>
                  <a:gs pos="43000">
                    <a:srgbClr val="8AB3DA"/>
                  </a:gs>
                  <a:gs pos="100000">
                    <a:srgbClr val="5689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2" name="ellipse_2279">
                <a:extLst>
                  <a:ext uri="{FF2B5EF4-FFF2-40B4-BE49-F238E27FC236}">
                    <a16:creationId xmlns:a16="http://schemas.microsoft.com/office/drawing/2014/main" id="{B2F178A0-9562-C513-7070-8A5A786F54E6}"/>
                  </a:ext>
                </a:extLst>
              </p:cNvPr>
              <p:cNvSpPr/>
              <p:nvPr/>
            </p:nvSpPr>
            <p:spPr>
              <a:xfrm>
                <a:off x="4334201" y="1374235"/>
                <a:ext cx="33937" cy="3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EB6DC"/>
                  </a:gs>
                  <a:gs pos="100000">
                    <a:srgbClr val="5B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3" name="ellipse_2280">
                <a:extLst>
                  <a:ext uri="{FF2B5EF4-FFF2-40B4-BE49-F238E27FC236}">
                    <a16:creationId xmlns:a16="http://schemas.microsoft.com/office/drawing/2014/main" id="{B54ACA45-60C2-DDF9-5088-BBD1CF8A5A92}"/>
                  </a:ext>
                </a:extLst>
              </p:cNvPr>
              <p:cNvSpPr/>
              <p:nvPr/>
            </p:nvSpPr>
            <p:spPr>
              <a:xfrm>
                <a:off x="4208173" y="1505071"/>
                <a:ext cx="28611" cy="2861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8"/>
                  </a:gs>
                  <a:gs pos="43000">
                    <a:srgbClr val="8BB4DB"/>
                  </a:gs>
                  <a:gs pos="100000">
                    <a:srgbClr val="578A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4" name="ellipse_2281">
                <a:extLst>
                  <a:ext uri="{FF2B5EF4-FFF2-40B4-BE49-F238E27FC236}">
                    <a16:creationId xmlns:a16="http://schemas.microsoft.com/office/drawing/2014/main" id="{9DC697D8-BD04-23AD-A84A-80BFF6151455}"/>
                  </a:ext>
                </a:extLst>
              </p:cNvPr>
              <p:cNvSpPr/>
              <p:nvPr/>
            </p:nvSpPr>
            <p:spPr>
              <a:xfrm>
                <a:off x="4351038" y="1462430"/>
                <a:ext cx="22124" cy="22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9"/>
                  </a:gs>
                  <a:gs pos="43000">
                    <a:srgbClr val="F2E0E2"/>
                  </a:gs>
                  <a:gs pos="100000">
                    <a:srgbClr val="CEB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5" name="ellipse_2282">
                <a:extLst>
                  <a:ext uri="{FF2B5EF4-FFF2-40B4-BE49-F238E27FC236}">
                    <a16:creationId xmlns:a16="http://schemas.microsoft.com/office/drawing/2014/main" id="{4C14E0A0-30D2-667B-E61C-ECD6C7806775}"/>
                  </a:ext>
                </a:extLst>
              </p:cNvPr>
              <p:cNvSpPr/>
              <p:nvPr/>
            </p:nvSpPr>
            <p:spPr>
              <a:xfrm>
                <a:off x="4165466" y="1438010"/>
                <a:ext cx="20358" cy="20358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6" name="ellipse_2283">
                <a:extLst>
                  <a:ext uri="{FF2B5EF4-FFF2-40B4-BE49-F238E27FC236}">
                    <a16:creationId xmlns:a16="http://schemas.microsoft.com/office/drawing/2014/main" id="{0AA5EF0A-3CF9-0DB5-BB59-ADF57EAE2433}"/>
                  </a:ext>
                </a:extLst>
              </p:cNvPr>
              <p:cNvSpPr/>
              <p:nvPr/>
            </p:nvSpPr>
            <p:spPr>
              <a:xfrm>
                <a:off x="4536548" y="1543850"/>
                <a:ext cx="20077" cy="2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7" name="ellipse_2284">
                <a:extLst>
                  <a:ext uri="{FF2B5EF4-FFF2-40B4-BE49-F238E27FC236}">
                    <a16:creationId xmlns:a16="http://schemas.microsoft.com/office/drawing/2014/main" id="{392BB639-E35F-F935-1C88-CAF4CA123E86}"/>
                  </a:ext>
                </a:extLst>
              </p:cNvPr>
              <p:cNvSpPr/>
              <p:nvPr/>
            </p:nvSpPr>
            <p:spPr>
              <a:xfrm>
                <a:off x="4385205" y="1582957"/>
                <a:ext cx="35418" cy="3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8" name="ellipse_2285">
                <a:extLst>
                  <a:ext uri="{FF2B5EF4-FFF2-40B4-BE49-F238E27FC236}">
                    <a16:creationId xmlns:a16="http://schemas.microsoft.com/office/drawing/2014/main" id="{FD08CAA3-E009-6933-4B87-C8939E14E50B}"/>
                  </a:ext>
                </a:extLst>
              </p:cNvPr>
              <p:cNvSpPr/>
              <p:nvPr/>
            </p:nvSpPr>
            <p:spPr>
              <a:xfrm>
                <a:off x="4454362" y="1598960"/>
                <a:ext cx="22052" cy="22052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0B7DC"/>
                  </a:gs>
                  <a:gs pos="100000">
                    <a:srgbClr val="5D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9" name="ellipse_2286">
                <a:extLst>
                  <a:ext uri="{FF2B5EF4-FFF2-40B4-BE49-F238E27FC236}">
                    <a16:creationId xmlns:a16="http://schemas.microsoft.com/office/drawing/2014/main" id="{4AD0E781-21B2-F3FA-627F-84AF45683451}"/>
                  </a:ext>
                </a:extLst>
              </p:cNvPr>
              <p:cNvSpPr/>
              <p:nvPr/>
            </p:nvSpPr>
            <p:spPr>
              <a:xfrm>
                <a:off x="4291069" y="1582444"/>
                <a:ext cx="24245" cy="24245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0" name="ellipse_2287">
                <a:extLst>
                  <a:ext uri="{FF2B5EF4-FFF2-40B4-BE49-F238E27FC236}">
                    <a16:creationId xmlns:a16="http://schemas.microsoft.com/office/drawing/2014/main" id="{253AA24F-994A-A57A-3910-1155918841A0}"/>
                  </a:ext>
                </a:extLst>
              </p:cNvPr>
              <p:cNvSpPr/>
              <p:nvPr/>
            </p:nvSpPr>
            <p:spPr>
              <a:xfrm>
                <a:off x="4344184" y="1617285"/>
                <a:ext cx="22334" cy="22334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1" name="ellipse_2288">
                <a:extLst>
                  <a:ext uri="{FF2B5EF4-FFF2-40B4-BE49-F238E27FC236}">
                    <a16:creationId xmlns:a16="http://schemas.microsoft.com/office/drawing/2014/main" id="{43B94F58-480F-4C8B-125B-065DDEC4EDED}"/>
                  </a:ext>
                </a:extLst>
              </p:cNvPr>
              <p:cNvSpPr/>
              <p:nvPr/>
            </p:nvSpPr>
            <p:spPr>
              <a:xfrm>
                <a:off x="4426069" y="1482377"/>
                <a:ext cx="19818" cy="19818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2" name="ellipse_2289">
                <a:extLst>
                  <a:ext uri="{FF2B5EF4-FFF2-40B4-BE49-F238E27FC236}">
                    <a16:creationId xmlns:a16="http://schemas.microsoft.com/office/drawing/2014/main" id="{08D9680C-F865-BE66-D39E-9E6A51E1A466}"/>
                  </a:ext>
                </a:extLst>
              </p:cNvPr>
              <p:cNvSpPr/>
              <p:nvPr/>
            </p:nvSpPr>
            <p:spPr>
              <a:xfrm>
                <a:off x="4442307" y="1575762"/>
                <a:ext cx="27470" cy="27470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EE7"/>
                  </a:gs>
                  <a:gs pos="100000">
                    <a:srgbClr val="86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3" name="ellipse_2290">
                <a:extLst>
                  <a:ext uri="{FF2B5EF4-FFF2-40B4-BE49-F238E27FC236}">
                    <a16:creationId xmlns:a16="http://schemas.microsoft.com/office/drawing/2014/main" id="{B3C08194-D7F9-CB22-D536-FB0DC41DAAB3}"/>
                  </a:ext>
                </a:extLst>
              </p:cNvPr>
              <p:cNvSpPr/>
              <p:nvPr/>
            </p:nvSpPr>
            <p:spPr>
              <a:xfrm>
                <a:off x="4523153" y="1390255"/>
                <a:ext cx="35635" cy="3563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4" name="ellipse_2291">
                <a:extLst>
                  <a:ext uri="{FF2B5EF4-FFF2-40B4-BE49-F238E27FC236}">
                    <a16:creationId xmlns:a16="http://schemas.microsoft.com/office/drawing/2014/main" id="{70CE7A59-4412-60F1-77BF-DBF1D1BA64EF}"/>
                  </a:ext>
                </a:extLst>
              </p:cNvPr>
              <p:cNvSpPr/>
              <p:nvPr/>
            </p:nvSpPr>
            <p:spPr>
              <a:xfrm>
                <a:off x="4236158" y="1526463"/>
                <a:ext cx="28446" cy="28446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5" name="ellipse_2292">
                <a:extLst>
                  <a:ext uri="{FF2B5EF4-FFF2-40B4-BE49-F238E27FC236}">
                    <a16:creationId xmlns:a16="http://schemas.microsoft.com/office/drawing/2014/main" id="{59A2E113-543F-6B4B-6B02-A03665A53710}"/>
                  </a:ext>
                </a:extLst>
              </p:cNvPr>
              <p:cNvSpPr/>
              <p:nvPr/>
            </p:nvSpPr>
            <p:spPr>
              <a:xfrm>
                <a:off x="4170501" y="1585016"/>
                <a:ext cx="25613" cy="256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E"/>
                  </a:gs>
                  <a:gs pos="43000">
                    <a:srgbClr val="ECF2F8"/>
                  </a:gs>
                  <a:gs pos="100000">
                    <a:srgbClr val="C7D1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6" name="ellipse_2293">
                <a:extLst>
                  <a:ext uri="{FF2B5EF4-FFF2-40B4-BE49-F238E27FC236}">
                    <a16:creationId xmlns:a16="http://schemas.microsoft.com/office/drawing/2014/main" id="{8A73232B-382F-B81A-36E4-912278444259}"/>
                  </a:ext>
                </a:extLst>
              </p:cNvPr>
              <p:cNvSpPr/>
              <p:nvPr/>
            </p:nvSpPr>
            <p:spPr>
              <a:xfrm>
                <a:off x="4426597" y="1550333"/>
                <a:ext cx="33399" cy="3339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0F4F9"/>
                  </a:gs>
                  <a:gs pos="100000">
                    <a:srgbClr val="CCD4D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7" name="ellipse_2294">
                <a:extLst>
                  <a:ext uri="{FF2B5EF4-FFF2-40B4-BE49-F238E27FC236}">
                    <a16:creationId xmlns:a16="http://schemas.microsoft.com/office/drawing/2014/main" id="{7193E0C7-BCE3-D10A-E81E-883020761A18}"/>
                  </a:ext>
                </a:extLst>
              </p:cNvPr>
              <p:cNvSpPr/>
              <p:nvPr/>
            </p:nvSpPr>
            <p:spPr>
              <a:xfrm>
                <a:off x="4455596" y="1563737"/>
                <a:ext cx="21726" cy="21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8E5F2"/>
                  </a:gs>
                  <a:gs pos="100000">
                    <a:srgbClr val="B0C2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8" name="ellipse_2295">
                <a:extLst>
                  <a:ext uri="{FF2B5EF4-FFF2-40B4-BE49-F238E27FC236}">
                    <a16:creationId xmlns:a16="http://schemas.microsoft.com/office/drawing/2014/main" id="{2ACE80A4-512A-5CB7-1C92-2DDD69B64D62}"/>
                  </a:ext>
                </a:extLst>
              </p:cNvPr>
              <p:cNvSpPr/>
              <p:nvPr/>
            </p:nvSpPr>
            <p:spPr>
              <a:xfrm>
                <a:off x="4206873" y="1503948"/>
                <a:ext cx="19608" cy="19608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9" name="ellipse_2296">
                <a:extLst>
                  <a:ext uri="{FF2B5EF4-FFF2-40B4-BE49-F238E27FC236}">
                    <a16:creationId xmlns:a16="http://schemas.microsoft.com/office/drawing/2014/main" id="{B7A7B16E-0A91-F357-6C78-3E7B4933FF71}"/>
                  </a:ext>
                </a:extLst>
              </p:cNvPr>
              <p:cNvSpPr/>
              <p:nvPr/>
            </p:nvSpPr>
            <p:spPr>
              <a:xfrm>
                <a:off x="4164462" y="1485793"/>
                <a:ext cx="22000" cy="2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0" name="ellipse_2297">
                <a:extLst>
                  <a:ext uri="{FF2B5EF4-FFF2-40B4-BE49-F238E27FC236}">
                    <a16:creationId xmlns:a16="http://schemas.microsoft.com/office/drawing/2014/main" id="{A31BEB6F-A7DD-6B35-887A-EDCB2F9B4D40}"/>
                  </a:ext>
                </a:extLst>
              </p:cNvPr>
              <p:cNvSpPr/>
              <p:nvPr/>
            </p:nvSpPr>
            <p:spPr>
              <a:xfrm>
                <a:off x="4121930" y="1427187"/>
                <a:ext cx="36580" cy="36580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1" name="ellipse_2298">
                <a:extLst>
                  <a:ext uri="{FF2B5EF4-FFF2-40B4-BE49-F238E27FC236}">
                    <a16:creationId xmlns:a16="http://schemas.microsoft.com/office/drawing/2014/main" id="{30975C5D-7570-5FAA-7B87-0728F5F12419}"/>
                  </a:ext>
                </a:extLst>
              </p:cNvPr>
              <p:cNvSpPr/>
              <p:nvPr/>
            </p:nvSpPr>
            <p:spPr>
              <a:xfrm>
                <a:off x="4439517" y="1446263"/>
                <a:ext cx="30433" cy="3043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2" name="ellipse_2299">
                <a:extLst>
                  <a:ext uri="{FF2B5EF4-FFF2-40B4-BE49-F238E27FC236}">
                    <a16:creationId xmlns:a16="http://schemas.microsoft.com/office/drawing/2014/main" id="{7504A012-0A7D-8AA8-74BE-1777535616E4}"/>
                  </a:ext>
                </a:extLst>
              </p:cNvPr>
              <p:cNvSpPr/>
              <p:nvPr/>
            </p:nvSpPr>
            <p:spPr>
              <a:xfrm>
                <a:off x="4187240" y="1542165"/>
                <a:ext cx="30589" cy="30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3D7EC"/>
                  </a:gs>
                  <a:gs pos="100000">
                    <a:srgbClr val="98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3" name="ellipse_2300">
                <a:extLst>
                  <a:ext uri="{FF2B5EF4-FFF2-40B4-BE49-F238E27FC236}">
                    <a16:creationId xmlns:a16="http://schemas.microsoft.com/office/drawing/2014/main" id="{52A737BC-C43F-656D-2D99-AFAF04785036}"/>
                  </a:ext>
                </a:extLst>
              </p:cNvPr>
              <p:cNvSpPr/>
              <p:nvPr/>
            </p:nvSpPr>
            <p:spPr>
              <a:xfrm>
                <a:off x="4382159" y="1608073"/>
                <a:ext cx="23377" cy="23377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4" name="ellipse_2301">
                <a:extLst>
                  <a:ext uri="{FF2B5EF4-FFF2-40B4-BE49-F238E27FC236}">
                    <a16:creationId xmlns:a16="http://schemas.microsoft.com/office/drawing/2014/main" id="{F9F2B9CE-5ACF-875D-0881-C9E29EC84642}"/>
                  </a:ext>
                </a:extLst>
              </p:cNvPr>
              <p:cNvSpPr/>
              <p:nvPr/>
            </p:nvSpPr>
            <p:spPr>
              <a:xfrm>
                <a:off x="4245686" y="1551510"/>
                <a:ext cx="28620" cy="28620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CC9E5"/>
                  </a:gs>
                  <a:gs pos="100000">
                    <a:srgbClr val="7EA2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5" name="ellipse_2302">
                <a:extLst>
                  <a:ext uri="{FF2B5EF4-FFF2-40B4-BE49-F238E27FC236}">
                    <a16:creationId xmlns:a16="http://schemas.microsoft.com/office/drawing/2014/main" id="{6853A3A4-9BE3-CDFF-A9AB-8253CADD06B7}"/>
                  </a:ext>
                </a:extLst>
              </p:cNvPr>
              <p:cNvSpPr/>
              <p:nvPr/>
            </p:nvSpPr>
            <p:spPr>
              <a:xfrm>
                <a:off x="4125026" y="1435844"/>
                <a:ext cx="31657" cy="31657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6" name="ellipse_2303">
                <a:extLst>
                  <a:ext uri="{FF2B5EF4-FFF2-40B4-BE49-F238E27FC236}">
                    <a16:creationId xmlns:a16="http://schemas.microsoft.com/office/drawing/2014/main" id="{7AB280F1-40D1-6343-C609-22B22CFDA1D1}"/>
                  </a:ext>
                </a:extLst>
              </p:cNvPr>
              <p:cNvSpPr/>
              <p:nvPr/>
            </p:nvSpPr>
            <p:spPr>
              <a:xfrm>
                <a:off x="4319199" y="1400240"/>
                <a:ext cx="22469" cy="22469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BDE"/>
                  </a:gs>
                  <a:gs pos="100000">
                    <a:srgbClr val="62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7" name="ellipse_2304">
                <a:extLst>
                  <a:ext uri="{FF2B5EF4-FFF2-40B4-BE49-F238E27FC236}">
                    <a16:creationId xmlns:a16="http://schemas.microsoft.com/office/drawing/2014/main" id="{46F0B9F9-87A7-F33E-6656-A9C3C403D728}"/>
                  </a:ext>
                </a:extLst>
              </p:cNvPr>
              <p:cNvSpPr/>
              <p:nvPr/>
            </p:nvSpPr>
            <p:spPr>
              <a:xfrm>
                <a:off x="4310408" y="1650641"/>
                <a:ext cx="33967" cy="3396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8" name="ellipse_2305">
                <a:extLst>
                  <a:ext uri="{FF2B5EF4-FFF2-40B4-BE49-F238E27FC236}">
                    <a16:creationId xmlns:a16="http://schemas.microsoft.com/office/drawing/2014/main" id="{408AC0DE-E50D-F340-2B7B-391903247FD3}"/>
                  </a:ext>
                </a:extLst>
              </p:cNvPr>
              <p:cNvSpPr/>
              <p:nvPr/>
            </p:nvSpPr>
            <p:spPr>
              <a:xfrm>
                <a:off x="4296212" y="1597039"/>
                <a:ext cx="25772" cy="25772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A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9" name="ellipse_2306">
                <a:extLst>
                  <a:ext uri="{FF2B5EF4-FFF2-40B4-BE49-F238E27FC236}">
                    <a16:creationId xmlns:a16="http://schemas.microsoft.com/office/drawing/2014/main" id="{AD085B50-C1D7-8FBE-0312-9394704C2E59}"/>
                  </a:ext>
                </a:extLst>
              </p:cNvPr>
              <p:cNvSpPr/>
              <p:nvPr/>
            </p:nvSpPr>
            <p:spPr>
              <a:xfrm>
                <a:off x="4408152" y="1634290"/>
                <a:ext cx="19526" cy="1952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0" name="ellipse_2307">
                <a:extLst>
                  <a:ext uri="{FF2B5EF4-FFF2-40B4-BE49-F238E27FC236}">
                    <a16:creationId xmlns:a16="http://schemas.microsoft.com/office/drawing/2014/main" id="{65345B58-8165-AA73-759D-612BD5146C5D}"/>
                  </a:ext>
                </a:extLst>
              </p:cNvPr>
              <p:cNvSpPr/>
              <p:nvPr/>
            </p:nvSpPr>
            <p:spPr>
              <a:xfrm>
                <a:off x="4292052" y="1602925"/>
                <a:ext cx="27039" cy="27039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5DC"/>
                  </a:gs>
                  <a:gs pos="100000">
                    <a:srgbClr val="598B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1" name="ellipse_2308">
                <a:extLst>
                  <a:ext uri="{FF2B5EF4-FFF2-40B4-BE49-F238E27FC236}">
                    <a16:creationId xmlns:a16="http://schemas.microsoft.com/office/drawing/2014/main" id="{E8D2777F-4912-194A-C1E0-C6F692339C22}"/>
                  </a:ext>
                </a:extLst>
              </p:cNvPr>
              <p:cNvSpPr/>
              <p:nvPr/>
            </p:nvSpPr>
            <p:spPr>
              <a:xfrm>
                <a:off x="4487851" y="1368093"/>
                <a:ext cx="29410" cy="29410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0E1"/>
                  </a:gs>
                  <a:gs pos="100000">
                    <a:srgbClr val="6E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2" name="ellipse_2309">
                <a:extLst>
                  <a:ext uri="{FF2B5EF4-FFF2-40B4-BE49-F238E27FC236}">
                    <a16:creationId xmlns:a16="http://schemas.microsoft.com/office/drawing/2014/main" id="{B3B2AC70-DD97-0D27-BE79-97C208159589}"/>
                  </a:ext>
                </a:extLst>
              </p:cNvPr>
              <p:cNvSpPr/>
              <p:nvPr/>
            </p:nvSpPr>
            <p:spPr>
              <a:xfrm>
                <a:off x="4373452" y="1624571"/>
                <a:ext cx="28823" cy="2882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3" name="ellipse_2310">
                <a:extLst>
                  <a:ext uri="{FF2B5EF4-FFF2-40B4-BE49-F238E27FC236}">
                    <a16:creationId xmlns:a16="http://schemas.microsoft.com/office/drawing/2014/main" id="{A3CDDEE0-C2AC-7252-82D4-9C8896827B1A}"/>
                  </a:ext>
                </a:extLst>
              </p:cNvPr>
              <p:cNvSpPr/>
              <p:nvPr/>
            </p:nvSpPr>
            <p:spPr>
              <a:xfrm>
                <a:off x="4442845" y="1573986"/>
                <a:ext cx="33095" cy="3309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4" name="ellipse_2311">
                <a:extLst>
                  <a:ext uri="{FF2B5EF4-FFF2-40B4-BE49-F238E27FC236}">
                    <a16:creationId xmlns:a16="http://schemas.microsoft.com/office/drawing/2014/main" id="{19FDE5D4-A79A-BAB3-699D-934123196260}"/>
                  </a:ext>
                </a:extLst>
              </p:cNvPr>
              <p:cNvSpPr/>
              <p:nvPr/>
            </p:nvSpPr>
            <p:spPr>
              <a:xfrm>
                <a:off x="4142514" y="1474122"/>
                <a:ext cx="33416" cy="3341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5" name="ellipse_2312">
                <a:extLst>
                  <a:ext uri="{FF2B5EF4-FFF2-40B4-BE49-F238E27FC236}">
                    <a16:creationId xmlns:a16="http://schemas.microsoft.com/office/drawing/2014/main" id="{1CB58910-8CB3-3E8B-2A8C-D497AD8B1A33}"/>
                  </a:ext>
                </a:extLst>
              </p:cNvPr>
              <p:cNvSpPr/>
              <p:nvPr/>
            </p:nvSpPr>
            <p:spPr>
              <a:xfrm>
                <a:off x="4441787" y="1628137"/>
                <a:ext cx="24264" cy="2426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6" name="ellipse_2313">
                <a:extLst>
                  <a:ext uri="{FF2B5EF4-FFF2-40B4-BE49-F238E27FC236}">
                    <a16:creationId xmlns:a16="http://schemas.microsoft.com/office/drawing/2014/main" id="{183E0386-0E25-0A37-D0EA-204B0CB14AFD}"/>
                  </a:ext>
                </a:extLst>
              </p:cNvPr>
              <p:cNvSpPr/>
              <p:nvPr/>
            </p:nvSpPr>
            <p:spPr>
              <a:xfrm>
                <a:off x="4210200" y="1605956"/>
                <a:ext cx="25913" cy="25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7" name="ellipse_2314">
                <a:extLst>
                  <a:ext uri="{FF2B5EF4-FFF2-40B4-BE49-F238E27FC236}">
                    <a16:creationId xmlns:a16="http://schemas.microsoft.com/office/drawing/2014/main" id="{51C94930-566A-03EB-907A-151D8E71AD1C}"/>
                  </a:ext>
                </a:extLst>
              </p:cNvPr>
              <p:cNvSpPr/>
              <p:nvPr/>
            </p:nvSpPr>
            <p:spPr>
              <a:xfrm>
                <a:off x="4389420" y="1621757"/>
                <a:ext cx="29758" cy="29758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8" name="ellipse_2315">
                <a:extLst>
                  <a:ext uri="{FF2B5EF4-FFF2-40B4-BE49-F238E27FC236}">
                    <a16:creationId xmlns:a16="http://schemas.microsoft.com/office/drawing/2014/main" id="{914F855C-3003-10FD-9BDC-417F2B96C15C}"/>
                  </a:ext>
                </a:extLst>
              </p:cNvPr>
              <p:cNvSpPr/>
              <p:nvPr/>
            </p:nvSpPr>
            <p:spPr>
              <a:xfrm>
                <a:off x="4357703" y="1564816"/>
                <a:ext cx="31476" cy="31476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6C5E3"/>
                  </a:gs>
                  <a:gs pos="100000">
                    <a:srgbClr val="779E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9" name="ellipse_2316">
                <a:extLst>
                  <a:ext uri="{FF2B5EF4-FFF2-40B4-BE49-F238E27FC236}">
                    <a16:creationId xmlns:a16="http://schemas.microsoft.com/office/drawing/2014/main" id="{6757CFCE-C03C-58AC-7150-E0845E73EBF2}"/>
                  </a:ext>
                </a:extLst>
              </p:cNvPr>
              <p:cNvSpPr/>
              <p:nvPr/>
            </p:nvSpPr>
            <p:spPr>
              <a:xfrm>
                <a:off x="4551183" y="1555710"/>
                <a:ext cx="19732" cy="1973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0" name="ellipse_2317">
                <a:extLst>
                  <a:ext uri="{FF2B5EF4-FFF2-40B4-BE49-F238E27FC236}">
                    <a16:creationId xmlns:a16="http://schemas.microsoft.com/office/drawing/2014/main" id="{8AA527AC-AB6B-E4EF-2B08-1684D8BADB09}"/>
                  </a:ext>
                </a:extLst>
              </p:cNvPr>
              <p:cNvSpPr/>
              <p:nvPr/>
            </p:nvSpPr>
            <p:spPr>
              <a:xfrm>
                <a:off x="4268846" y="1396019"/>
                <a:ext cx="29486" cy="2948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1" name="ellipse_2318">
                <a:extLst>
                  <a:ext uri="{FF2B5EF4-FFF2-40B4-BE49-F238E27FC236}">
                    <a16:creationId xmlns:a16="http://schemas.microsoft.com/office/drawing/2014/main" id="{3EAA6AD6-B6BC-AFB5-AA33-80EA9F8B669C}"/>
                  </a:ext>
                </a:extLst>
              </p:cNvPr>
              <p:cNvSpPr/>
              <p:nvPr/>
            </p:nvSpPr>
            <p:spPr>
              <a:xfrm>
                <a:off x="4147675" y="1517892"/>
                <a:ext cx="26511" cy="26511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8BDDF"/>
                  </a:gs>
                  <a:gs pos="100000">
                    <a:srgbClr val="66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2" name="ellipse_2319">
                <a:extLst>
                  <a:ext uri="{FF2B5EF4-FFF2-40B4-BE49-F238E27FC236}">
                    <a16:creationId xmlns:a16="http://schemas.microsoft.com/office/drawing/2014/main" id="{D102539D-7B00-8EC6-7DB2-8F80D83A3B37}"/>
                  </a:ext>
                </a:extLst>
              </p:cNvPr>
              <p:cNvSpPr/>
              <p:nvPr/>
            </p:nvSpPr>
            <p:spPr>
              <a:xfrm>
                <a:off x="4181039" y="1509495"/>
                <a:ext cx="31700" cy="317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3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 | panel background">
            <a:extLst>
              <a:ext uri="{FF2B5EF4-FFF2-40B4-BE49-F238E27FC236}">
                <a16:creationId xmlns:a16="http://schemas.microsoft.com/office/drawing/2014/main" id="{4F52435C-6A4E-24B4-D170-333F758FA990}"/>
              </a:ext>
            </a:extLst>
          </p:cNvPr>
          <p:cNvSpPr/>
          <p:nvPr/>
        </p:nvSpPr>
        <p:spPr>
          <a:xfrm>
            <a:off x="586636" y="5443244"/>
            <a:ext cx="4139100" cy="2959785"/>
          </a:xfrm>
          <a:prstGeom prst="roundRect">
            <a:avLst>
              <a:gd name="adj" fmla="val 1332"/>
            </a:avLst>
          </a:prstGeom>
          <a:solidFill>
            <a:srgbClr val="F5FBF8"/>
          </a:solidFill>
          <a:ln w="6480" cap="rnd" cmpd="sng" algn="ctr">
            <a:solidFill>
              <a:srgbClr val="BFDC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| c">
            <a:extLst>
              <a:ext uri="{FF2B5EF4-FFF2-40B4-BE49-F238E27FC236}">
                <a16:creationId xmlns:a16="http://schemas.microsoft.com/office/drawing/2014/main" id="{960581FD-7F25-5683-98B2-091BDEE040BA}"/>
              </a:ext>
            </a:extLst>
          </p:cNvPr>
          <p:cNvSpPr txBox="1"/>
          <p:nvPr/>
        </p:nvSpPr>
        <p:spPr>
          <a:xfrm>
            <a:off x="690856" y="1926002"/>
            <a:ext cx="126981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c</a:t>
            </a:r>
            <a:endParaRPr lang="en-US" sz="1061"/>
          </a:p>
        </p:txBody>
      </p:sp>
      <p:sp>
        <p:nvSpPr>
          <p:cNvPr id="5" name="Text | Match: candidate-to-identity assignment">
            <a:extLst>
              <a:ext uri="{FF2B5EF4-FFF2-40B4-BE49-F238E27FC236}">
                <a16:creationId xmlns:a16="http://schemas.microsoft.com/office/drawing/2014/main" id="{8B4B7E25-9571-4E3C-E168-08799B03E0E3}"/>
              </a:ext>
            </a:extLst>
          </p:cNvPr>
          <p:cNvSpPr txBox="1"/>
          <p:nvPr/>
        </p:nvSpPr>
        <p:spPr>
          <a:xfrm>
            <a:off x="832111" y="1945712"/>
            <a:ext cx="2616302" cy="158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Match: candidate-to-identity assignment</a:t>
            </a:r>
            <a:endParaRPr lang="en-US" sz="879"/>
          </a:p>
        </p:txBody>
      </p:sp>
      <p:sp>
        <p:nvSpPr>
          <p:cNvPr id="6" name="Text | Candidate encoder">
            <a:extLst>
              <a:ext uri="{FF2B5EF4-FFF2-40B4-BE49-F238E27FC236}">
                <a16:creationId xmlns:a16="http://schemas.microsoft.com/office/drawing/2014/main" id="{10A44F46-0476-2391-4EEF-EAA692A4ECE6}"/>
              </a:ext>
            </a:extLst>
          </p:cNvPr>
          <p:cNvSpPr txBox="1"/>
          <p:nvPr/>
        </p:nvSpPr>
        <p:spPr>
          <a:xfrm>
            <a:off x="710566" y="2136242"/>
            <a:ext cx="1046169" cy="135276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Candidate encoder</a:t>
            </a:r>
            <a:endParaRPr lang="en-US" sz="750"/>
          </a:p>
        </p:txBody>
      </p:sp>
      <p:sp>
        <p:nvSpPr>
          <p:cNvPr id="7" name="Text | Identity encoder">
            <a:extLst>
              <a:ext uri="{FF2B5EF4-FFF2-40B4-BE49-F238E27FC236}">
                <a16:creationId xmlns:a16="http://schemas.microsoft.com/office/drawing/2014/main" id="{34F82138-6BAD-C056-93AE-434DAA81DED5}"/>
              </a:ext>
            </a:extLst>
          </p:cNvPr>
          <p:cNvSpPr txBox="1"/>
          <p:nvPr/>
        </p:nvSpPr>
        <p:spPr>
          <a:xfrm>
            <a:off x="2918086" y="2136242"/>
            <a:ext cx="922570" cy="135276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 encoder</a:t>
            </a:r>
            <a:endParaRPr lang="en-US" sz="750"/>
          </a:p>
        </p:txBody>
      </p:sp>
      <p:cxnSp>
        <p:nvCxnSpPr>
          <p:cNvPr id="8" name="path_2368">
            <a:extLst>
              <a:ext uri="{FF2B5EF4-FFF2-40B4-BE49-F238E27FC236}">
                <a16:creationId xmlns:a16="http://schemas.microsoft.com/office/drawing/2014/main" id="{EE443B4E-03B4-D479-8A7D-767AAF243352}"/>
              </a:ext>
            </a:extLst>
          </p:cNvPr>
          <p:cNvCxnSpPr/>
          <p:nvPr/>
        </p:nvCxnSpPr>
        <p:spPr>
          <a:xfrm>
            <a:off x="2796541" y="2169092"/>
            <a:ext cx="0" cy="2191095"/>
          </a:xfrm>
          <a:prstGeom prst="line">
            <a:avLst/>
          </a:prstGeom>
          <a:noFill/>
          <a:ln w="4928" cap="rnd" cmpd="sng" algn="ctr">
            <a:solidFill>
              <a:srgbClr val="D1E3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| Density + atoms">
            <a:extLst>
              <a:ext uri="{FF2B5EF4-FFF2-40B4-BE49-F238E27FC236}">
                <a16:creationId xmlns:a16="http://schemas.microsoft.com/office/drawing/2014/main" id="{B5CA40CA-0C68-1524-9370-4108D6F49F30}"/>
              </a:ext>
            </a:extLst>
          </p:cNvPr>
          <p:cNvSpPr txBox="1"/>
          <p:nvPr/>
        </p:nvSpPr>
        <p:spPr>
          <a:xfrm>
            <a:off x="749986" y="2274212"/>
            <a:ext cx="688841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Density + atoms</a:t>
            </a:r>
            <a:endParaRPr lang="en-US" sz="621"/>
          </a:p>
        </p:txBody>
      </p:sp>
      <p:grpSp>
        <p:nvGrpSpPr>
          <p:cNvPr id="10" name="Density voxel illustration | exp">
            <a:extLst>
              <a:ext uri="{FF2B5EF4-FFF2-40B4-BE49-F238E27FC236}">
                <a16:creationId xmlns:a16="http://schemas.microsoft.com/office/drawing/2014/main" id="{F17BDBC2-33AE-C128-EAA3-5581B99C76F7}"/>
              </a:ext>
            </a:extLst>
          </p:cNvPr>
          <p:cNvGrpSpPr/>
          <p:nvPr/>
        </p:nvGrpSpPr>
        <p:grpSpPr>
          <a:xfrm>
            <a:off x="746701" y="2427293"/>
            <a:ext cx="295650" cy="262800"/>
            <a:chOff x="1179315" y="2886201"/>
            <a:chExt cx="295650" cy="262800"/>
          </a:xfrm>
        </p:grpSpPr>
        <p:sp>
          <p:nvSpPr>
            <p:cNvPr id="373" name="path_2370">
              <a:extLst>
                <a:ext uri="{FF2B5EF4-FFF2-40B4-BE49-F238E27FC236}">
                  <a16:creationId xmlns:a16="http://schemas.microsoft.com/office/drawing/2014/main" id="{3B46EB8D-B8F6-3337-7DC2-FD5800A84A85}"/>
                </a:ext>
              </a:extLst>
            </p:cNvPr>
            <p:cNvSpPr/>
            <p:nvPr/>
          </p:nvSpPr>
          <p:spPr>
            <a:xfrm>
              <a:off x="1179315" y="2886201"/>
              <a:ext cx="295650" cy="47304"/>
            </a:xfrm>
            <a:custGeom>
              <a:avLst/>
              <a:gdLst/>
              <a:ahLst/>
              <a:cxnLst/>
              <a:rect l="0" t="0" r="w" b="h"/>
              <a:pathLst>
                <a:path w="295650" h="47304" extrusionOk="0">
                  <a:moveTo>
                    <a:pt x="0" y="47304"/>
                  </a:moveTo>
                  <a:lnTo>
                    <a:pt x="47304" y="0"/>
                  </a:lnTo>
                  <a:lnTo>
                    <a:pt x="295650" y="0"/>
                  </a:lnTo>
                  <a:lnTo>
                    <a:pt x="248346" y="47304"/>
                  </a:lnTo>
                  <a:close/>
                </a:path>
              </a:pathLst>
            </a:custGeom>
            <a:solidFill>
              <a:srgbClr val="EEF6FB">
                <a:alpha val="70000"/>
              </a:srgbClr>
            </a:solidFill>
            <a:ln w="2628" cap="rnd" cmpd="sng" algn="ctr">
              <a:solidFill>
                <a:srgbClr val="367FB7">
                  <a:alpha val="7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4" name="path_2371">
              <a:extLst>
                <a:ext uri="{FF2B5EF4-FFF2-40B4-BE49-F238E27FC236}">
                  <a16:creationId xmlns:a16="http://schemas.microsoft.com/office/drawing/2014/main" id="{97A60EDB-AB8B-4A6B-AB9C-7023D70C0734}"/>
                </a:ext>
              </a:extLst>
            </p:cNvPr>
            <p:cNvSpPr/>
            <p:nvPr/>
          </p:nvSpPr>
          <p:spPr>
            <a:xfrm>
              <a:off x="1427661" y="2886201"/>
              <a:ext cx="47304" cy="262800"/>
            </a:xfrm>
            <a:custGeom>
              <a:avLst/>
              <a:gdLst/>
              <a:ahLst/>
              <a:cxnLst/>
              <a:rect l="0" t="0" r="w" b="h"/>
              <a:pathLst>
                <a:path w="47304" h="262800" extrusionOk="0">
                  <a:moveTo>
                    <a:pt x="0" y="47304"/>
                  </a:moveTo>
                  <a:lnTo>
                    <a:pt x="47304" y="0"/>
                  </a:lnTo>
                  <a:lnTo>
                    <a:pt x="47304" y="215496"/>
                  </a:lnTo>
                  <a:lnTo>
                    <a:pt x="0" y="262800"/>
                  </a:lnTo>
                  <a:close/>
                </a:path>
              </a:pathLst>
            </a:custGeom>
            <a:solidFill>
              <a:srgbClr val="E1EEF6">
                <a:alpha val="60000"/>
              </a:srgbClr>
            </a:solidFill>
            <a:ln w="2628" cap="rnd" cmpd="sng" algn="ctr">
              <a:solidFill>
                <a:srgbClr val="367FB7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5" name="rect_2372">
              <a:extLst>
                <a:ext uri="{FF2B5EF4-FFF2-40B4-BE49-F238E27FC236}">
                  <a16:creationId xmlns:a16="http://schemas.microsoft.com/office/drawing/2014/main" id="{4D08E4CD-76E8-47FE-4B88-41CFC087E247}"/>
                </a:ext>
              </a:extLst>
            </p:cNvPr>
            <p:cNvSpPr/>
            <p:nvPr/>
          </p:nvSpPr>
          <p:spPr>
            <a:xfrm>
              <a:off x="1179315" y="2933505"/>
              <a:ext cx="248346" cy="215496"/>
            </a:xfrm>
            <a:prstGeom prst="rect">
              <a:avLst/>
            </a:prstGeom>
            <a:solidFill>
              <a:srgbClr val="F7FBFE"/>
            </a:solidFill>
            <a:ln w="2628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6" name="Density voxel cell">
              <a:extLst>
                <a:ext uri="{FF2B5EF4-FFF2-40B4-BE49-F238E27FC236}">
                  <a16:creationId xmlns:a16="http://schemas.microsoft.com/office/drawing/2014/main" id="{9BF715A1-25E2-DA2F-DD9A-72ADFBE4DCBF}"/>
                </a:ext>
              </a:extLst>
            </p:cNvPr>
            <p:cNvSpPr/>
            <p:nvPr/>
          </p:nvSpPr>
          <p:spPr>
            <a:xfrm>
              <a:off x="1180465" y="2934655"/>
              <a:ext cx="20277" cy="17291"/>
            </a:xfrm>
            <a:prstGeom prst="rect">
              <a:avLst/>
            </a:prstGeom>
            <a:solidFill>
              <a:srgbClr val="F1F7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7" name="Density voxel cell">
              <a:extLst>
                <a:ext uri="{FF2B5EF4-FFF2-40B4-BE49-F238E27FC236}">
                  <a16:creationId xmlns:a16="http://schemas.microsoft.com/office/drawing/2014/main" id="{41E334CD-D4DD-DB35-255B-BECD98FCCA34}"/>
                </a:ext>
              </a:extLst>
            </p:cNvPr>
            <p:cNvSpPr/>
            <p:nvPr/>
          </p:nvSpPr>
          <p:spPr>
            <a:xfrm>
              <a:off x="1203042" y="2934655"/>
              <a:ext cx="20277" cy="17291"/>
            </a:xfrm>
            <a:prstGeom prst="rect">
              <a:avLst/>
            </a:prstGeom>
            <a:solidFill>
              <a:srgbClr val="E5F0F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8" name="Density voxel cell">
              <a:extLst>
                <a:ext uri="{FF2B5EF4-FFF2-40B4-BE49-F238E27FC236}">
                  <a16:creationId xmlns:a16="http://schemas.microsoft.com/office/drawing/2014/main" id="{D9569432-012A-B5B3-8C53-37F77AFF3FD3}"/>
                </a:ext>
              </a:extLst>
            </p:cNvPr>
            <p:cNvSpPr/>
            <p:nvPr/>
          </p:nvSpPr>
          <p:spPr>
            <a:xfrm>
              <a:off x="1225619" y="2934655"/>
              <a:ext cx="20277" cy="17291"/>
            </a:xfrm>
            <a:prstGeom prst="rect">
              <a:avLst/>
            </a:prstGeom>
            <a:solidFill>
              <a:srgbClr val="D3E5F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79" name="Density voxel cell">
              <a:extLst>
                <a:ext uri="{FF2B5EF4-FFF2-40B4-BE49-F238E27FC236}">
                  <a16:creationId xmlns:a16="http://schemas.microsoft.com/office/drawing/2014/main" id="{A02D6558-ACDB-39C3-E1F7-C7675C780653}"/>
                </a:ext>
              </a:extLst>
            </p:cNvPr>
            <p:cNvSpPr/>
            <p:nvPr/>
          </p:nvSpPr>
          <p:spPr>
            <a:xfrm>
              <a:off x="1248195" y="2934655"/>
              <a:ext cx="20277" cy="17291"/>
            </a:xfrm>
            <a:prstGeom prst="rect">
              <a:avLst/>
            </a:prstGeom>
            <a:solidFill>
              <a:srgbClr val="C6DD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0" name="Density voxel cell">
              <a:extLst>
                <a:ext uri="{FF2B5EF4-FFF2-40B4-BE49-F238E27FC236}">
                  <a16:creationId xmlns:a16="http://schemas.microsoft.com/office/drawing/2014/main" id="{29585C36-18BD-AE6D-FF3D-F4A54A407BA6}"/>
                </a:ext>
              </a:extLst>
            </p:cNvPr>
            <p:cNvSpPr/>
            <p:nvPr/>
          </p:nvSpPr>
          <p:spPr>
            <a:xfrm>
              <a:off x="1270772" y="2934655"/>
              <a:ext cx="20277" cy="17291"/>
            </a:xfrm>
            <a:prstGeom prst="rect">
              <a:avLst/>
            </a:prstGeom>
            <a:solidFill>
              <a:srgbClr val="C9DEE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1" name="Density voxel cell">
              <a:extLst>
                <a:ext uri="{FF2B5EF4-FFF2-40B4-BE49-F238E27FC236}">
                  <a16:creationId xmlns:a16="http://schemas.microsoft.com/office/drawing/2014/main" id="{AB02672E-1DBC-F1A5-0456-4138E5C86DE0}"/>
                </a:ext>
              </a:extLst>
            </p:cNvPr>
            <p:cNvSpPr/>
            <p:nvPr/>
          </p:nvSpPr>
          <p:spPr>
            <a:xfrm>
              <a:off x="1293349" y="2934655"/>
              <a:ext cx="20277" cy="17291"/>
            </a:xfrm>
            <a:prstGeom prst="rect">
              <a:avLst/>
            </a:prstGeom>
            <a:solidFill>
              <a:srgbClr val="D9E8F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2" name="Density voxel cell">
              <a:extLst>
                <a:ext uri="{FF2B5EF4-FFF2-40B4-BE49-F238E27FC236}">
                  <a16:creationId xmlns:a16="http://schemas.microsoft.com/office/drawing/2014/main" id="{CC3278B1-6432-9508-0D2E-389BD2185A93}"/>
                </a:ext>
              </a:extLst>
            </p:cNvPr>
            <p:cNvSpPr/>
            <p:nvPr/>
          </p:nvSpPr>
          <p:spPr>
            <a:xfrm>
              <a:off x="1315926" y="2934655"/>
              <a:ext cx="20277" cy="17291"/>
            </a:xfrm>
            <a:prstGeom prst="rect">
              <a:avLst/>
            </a:prstGeom>
            <a:solidFill>
              <a:srgbClr val="E9F3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3" name="Density voxel cell">
              <a:extLst>
                <a:ext uri="{FF2B5EF4-FFF2-40B4-BE49-F238E27FC236}">
                  <a16:creationId xmlns:a16="http://schemas.microsoft.com/office/drawing/2014/main" id="{7F566B7C-FEA4-641B-FAEA-4707B0E6F894}"/>
                </a:ext>
              </a:extLst>
            </p:cNvPr>
            <p:cNvSpPr/>
            <p:nvPr/>
          </p:nvSpPr>
          <p:spPr>
            <a:xfrm>
              <a:off x="1338503" y="2934655"/>
              <a:ext cx="20277" cy="17291"/>
            </a:xfrm>
            <a:prstGeom prst="rect">
              <a:avLst/>
            </a:prstGeom>
            <a:solidFill>
              <a:srgbClr val="F3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4" name="Density voxel cell">
              <a:extLst>
                <a:ext uri="{FF2B5EF4-FFF2-40B4-BE49-F238E27FC236}">
                  <a16:creationId xmlns:a16="http://schemas.microsoft.com/office/drawing/2014/main" id="{74619C84-F5DB-6106-06C8-6E595EBB5358}"/>
                </a:ext>
              </a:extLst>
            </p:cNvPr>
            <p:cNvSpPr/>
            <p:nvPr/>
          </p:nvSpPr>
          <p:spPr>
            <a:xfrm>
              <a:off x="1361080" y="2934655"/>
              <a:ext cx="20277" cy="17291"/>
            </a:xfrm>
            <a:prstGeom prst="rect">
              <a:avLst/>
            </a:prstGeom>
            <a:solidFill>
              <a:srgbClr val="F6FA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5" name="Density voxel cell">
              <a:extLst>
                <a:ext uri="{FF2B5EF4-FFF2-40B4-BE49-F238E27FC236}">
                  <a16:creationId xmlns:a16="http://schemas.microsoft.com/office/drawing/2014/main" id="{C4C408E6-DB20-1598-25A2-EAAB8F6FE3DB}"/>
                </a:ext>
              </a:extLst>
            </p:cNvPr>
            <p:cNvSpPr/>
            <p:nvPr/>
          </p:nvSpPr>
          <p:spPr>
            <a:xfrm>
              <a:off x="1383657" y="2934655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6" name="Density voxel cell">
              <a:extLst>
                <a:ext uri="{FF2B5EF4-FFF2-40B4-BE49-F238E27FC236}">
                  <a16:creationId xmlns:a16="http://schemas.microsoft.com/office/drawing/2014/main" id="{000F8736-20AE-E5AF-3296-BF98AF8EDEBC}"/>
                </a:ext>
              </a:extLst>
            </p:cNvPr>
            <p:cNvSpPr/>
            <p:nvPr/>
          </p:nvSpPr>
          <p:spPr>
            <a:xfrm>
              <a:off x="1406234" y="2934655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7" name="Density voxel cell">
              <a:extLst>
                <a:ext uri="{FF2B5EF4-FFF2-40B4-BE49-F238E27FC236}">
                  <a16:creationId xmlns:a16="http://schemas.microsoft.com/office/drawing/2014/main" id="{224FBE94-90E6-5C71-8E73-A0856AADCDB5}"/>
                </a:ext>
              </a:extLst>
            </p:cNvPr>
            <p:cNvSpPr/>
            <p:nvPr/>
          </p:nvSpPr>
          <p:spPr>
            <a:xfrm>
              <a:off x="1180465" y="2954245"/>
              <a:ext cx="20277" cy="17291"/>
            </a:xfrm>
            <a:prstGeom prst="rect">
              <a:avLst/>
            </a:prstGeom>
            <a:solidFill>
              <a:srgbClr val="EBF3F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8" name="Density voxel cell">
              <a:extLst>
                <a:ext uri="{FF2B5EF4-FFF2-40B4-BE49-F238E27FC236}">
                  <a16:creationId xmlns:a16="http://schemas.microsoft.com/office/drawing/2014/main" id="{35259CD0-2279-92F6-B157-01ABF8D47E63}"/>
                </a:ext>
              </a:extLst>
            </p:cNvPr>
            <p:cNvSpPr/>
            <p:nvPr/>
          </p:nvSpPr>
          <p:spPr>
            <a:xfrm>
              <a:off x="1203042" y="2954245"/>
              <a:ext cx="20277" cy="17291"/>
            </a:xfrm>
            <a:prstGeom prst="rect">
              <a:avLst/>
            </a:prstGeom>
            <a:solidFill>
              <a:srgbClr val="D4E5F2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9" name="Density voxel cell">
              <a:extLst>
                <a:ext uri="{FF2B5EF4-FFF2-40B4-BE49-F238E27FC236}">
                  <a16:creationId xmlns:a16="http://schemas.microsoft.com/office/drawing/2014/main" id="{B77C8B13-85DC-D197-AC55-B201052B606B}"/>
                </a:ext>
              </a:extLst>
            </p:cNvPr>
            <p:cNvSpPr/>
            <p:nvPr/>
          </p:nvSpPr>
          <p:spPr>
            <a:xfrm>
              <a:off x="1225619" y="2954245"/>
              <a:ext cx="20277" cy="17291"/>
            </a:xfrm>
            <a:prstGeom prst="rect">
              <a:avLst/>
            </a:prstGeom>
            <a:solidFill>
              <a:srgbClr val="B1D0E5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0" name="Density voxel cell">
              <a:extLst>
                <a:ext uri="{FF2B5EF4-FFF2-40B4-BE49-F238E27FC236}">
                  <a16:creationId xmlns:a16="http://schemas.microsoft.com/office/drawing/2014/main" id="{EF4D52F1-2674-F849-A5DF-A66200610794}"/>
                </a:ext>
              </a:extLst>
            </p:cNvPr>
            <p:cNvSpPr/>
            <p:nvPr/>
          </p:nvSpPr>
          <p:spPr>
            <a:xfrm>
              <a:off x="1248195" y="2954245"/>
              <a:ext cx="20277" cy="17291"/>
            </a:xfrm>
            <a:prstGeom prst="rect">
              <a:avLst/>
            </a:prstGeom>
            <a:solidFill>
              <a:srgbClr val="98C0D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1" name="Density voxel cell">
              <a:extLst>
                <a:ext uri="{FF2B5EF4-FFF2-40B4-BE49-F238E27FC236}">
                  <a16:creationId xmlns:a16="http://schemas.microsoft.com/office/drawing/2014/main" id="{EF8A9DEE-3146-0A8C-07F6-4B0436080DCD}"/>
                </a:ext>
              </a:extLst>
            </p:cNvPr>
            <p:cNvSpPr/>
            <p:nvPr/>
          </p:nvSpPr>
          <p:spPr>
            <a:xfrm>
              <a:off x="1270772" y="2954245"/>
              <a:ext cx="20277" cy="17291"/>
            </a:xfrm>
            <a:prstGeom prst="rect">
              <a:avLst/>
            </a:prstGeom>
            <a:solidFill>
              <a:srgbClr val="9DC3D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2" name="Density voxel cell">
              <a:extLst>
                <a:ext uri="{FF2B5EF4-FFF2-40B4-BE49-F238E27FC236}">
                  <a16:creationId xmlns:a16="http://schemas.microsoft.com/office/drawing/2014/main" id="{E92FF767-262B-48EB-1794-7F8A74486342}"/>
                </a:ext>
              </a:extLst>
            </p:cNvPr>
            <p:cNvSpPr/>
            <p:nvPr/>
          </p:nvSpPr>
          <p:spPr>
            <a:xfrm>
              <a:off x="1293349" y="2954245"/>
              <a:ext cx="20277" cy="17291"/>
            </a:xfrm>
            <a:prstGeom prst="rect">
              <a:avLst/>
            </a:prstGeom>
            <a:solidFill>
              <a:srgbClr val="BCD6E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3" name="Density voxel cell">
              <a:extLst>
                <a:ext uri="{FF2B5EF4-FFF2-40B4-BE49-F238E27FC236}">
                  <a16:creationId xmlns:a16="http://schemas.microsoft.com/office/drawing/2014/main" id="{31CD1140-55D8-695B-4B32-15A7EEFA7C2E}"/>
                </a:ext>
              </a:extLst>
            </p:cNvPr>
            <p:cNvSpPr/>
            <p:nvPr/>
          </p:nvSpPr>
          <p:spPr>
            <a:xfrm>
              <a:off x="1315926" y="2954245"/>
              <a:ext cx="20277" cy="17291"/>
            </a:xfrm>
            <a:prstGeom prst="rect">
              <a:avLst/>
            </a:prstGeom>
            <a:solidFill>
              <a:srgbClr val="DCEAF5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4" name="Density voxel cell">
              <a:extLst>
                <a:ext uri="{FF2B5EF4-FFF2-40B4-BE49-F238E27FC236}">
                  <a16:creationId xmlns:a16="http://schemas.microsoft.com/office/drawing/2014/main" id="{6FCEC984-9FA2-8D34-062A-E775AEC21276}"/>
                </a:ext>
              </a:extLst>
            </p:cNvPr>
            <p:cNvSpPr/>
            <p:nvPr/>
          </p:nvSpPr>
          <p:spPr>
            <a:xfrm>
              <a:off x="1338503" y="2954245"/>
              <a:ext cx="20277" cy="17291"/>
            </a:xfrm>
            <a:prstGeom prst="rect">
              <a:avLst/>
            </a:prstGeom>
            <a:solidFill>
              <a:srgbClr val="EFF6F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5" name="Density voxel cell">
              <a:extLst>
                <a:ext uri="{FF2B5EF4-FFF2-40B4-BE49-F238E27FC236}">
                  <a16:creationId xmlns:a16="http://schemas.microsoft.com/office/drawing/2014/main" id="{5B7E56B6-C03E-EDB6-BE88-674B363A848A}"/>
                </a:ext>
              </a:extLst>
            </p:cNvPr>
            <p:cNvSpPr/>
            <p:nvPr/>
          </p:nvSpPr>
          <p:spPr>
            <a:xfrm>
              <a:off x="1361080" y="2954245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6" name="Density voxel cell">
              <a:extLst>
                <a:ext uri="{FF2B5EF4-FFF2-40B4-BE49-F238E27FC236}">
                  <a16:creationId xmlns:a16="http://schemas.microsoft.com/office/drawing/2014/main" id="{494C6813-DE42-273F-B43D-4042EF74AD85}"/>
                </a:ext>
              </a:extLst>
            </p:cNvPr>
            <p:cNvSpPr/>
            <p:nvPr/>
          </p:nvSpPr>
          <p:spPr>
            <a:xfrm>
              <a:off x="1383657" y="2954245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7" name="Density voxel cell">
              <a:extLst>
                <a:ext uri="{FF2B5EF4-FFF2-40B4-BE49-F238E27FC236}">
                  <a16:creationId xmlns:a16="http://schemas.microsoft.com/office/drawing/2014/main" id="{FE7FDE35-BDF0-6CC8-771C-E6D66E5E1759}"/>
                </a:ext>
              </a:extLst>
            </p:cNvPr>
            <p:cNvSpPr/>
            <p:nvPr/>
          </p:nvSpPr>
          <p:spPr>
            <a:xfrm>
              <a:off x="1406234" y="2954245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8" name="Density voxel cell">
              <a:extLst>
                <a:ext uri="{FF2B5EF4-FFF2-40B4-BE49-F238E27FC236}">
                  <a16:creationId xmlns:a16="http://schemas.microsoft.com/office/drawing/2014/main" id="{094997D5-E3E4-5104-D0E8-B2AC28130CA0}"/>
                </a:ext>
              </a:extLst>
            </p:cNvPr>
            <p:cNvSpPr/>
            <p:nvPr/>
          </p:nvSpPr>
          <p:spPr>
            <a:xfrm>
              <a:off x="1180465" y="2973836"/>
              <a:ext cx="20277" cy="17291"/>
            </a:xfrm>
            <a:prstGeom prst="rect">
              <a:avLst/>
            </a:prstGeom>
            <a:solidFill>
              <a:srgbClr val="E4EFF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9" name="Density voxel cell">
              <a:extLst>
                <a:ext uri="{FF2B5EF4-FFF2-40B4-BE49-F238E27FC236}">
                  <a16:creationId xmlns:a16="http://schemas.microsoft.com/office/drawing/2014/main" id="{EE2C12DD-02FF-046F-2A0F-797EA7D614B8}"/>
                </a:ext>
              </a:extLst>
            </p:cNvPr>
            <p:cNvSpPr/>
            <p:nvPr/>
          </p:nvSpPr>
          <p:spPr>
            <a:xfrm>
              <a:off x="1203042" y="2973836"/>
              <a:ext cx="20277" cy="17291"/>
            </a:xfrm>
            <a:prstGeom prst="rect">
              <a:avLst/>
            </a:prstGeom>
            <a:solidFill>
              <a:srgbClr val="C0D9E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0" name="Density voxel cell">
              <a:extLst>
                <a:ext uri="{FF2B5EF4-FFF2-40B4-BE49-F238E27FC236}">
                  <a16:creationId xmlns:a16="http://schemas.microsoft.com/office/drawing/2014/main" id="{B9BBCA64-478C-5BD7-5318-091F2F56B8BD}"/>
                </a:ext>
              </a:extLst>
            </p:cNvPr>
            <p:cNvSpPr/>
            <p:nvPr/>
          </p:nvSpPr>
          <p:spPr>
            <a:xfrm>
              <a:off x="1225619" y="2973836"/>
              <a:ext cx="20277" cy="17291"/>
            </a:xfrm>
            <a:prstGeom prst="rect">
              <a:avLst/>
            </a:prstGeom>
            <a:solidFill>
              <a:srgbClr val="8BB8D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1" name="Density voxel cell">
              <a:extLst>
                <a:ext uri="{FF2B5EF4-FFF2-40B4-BE49-F238E27FC236}">
                  <a16:creationId xmlns:a16="http://schemas.microsoft.com/office/drawing/2014/main" id="{328B4C68-24A7-4D3A-1162-518030C1CCD3}"/>
                </a:ext>
              </a:extLst>
            </p:cNvPr>
            <p:cNvSpPr/>
            <p:nvPr/>
          </p:nvSpPr>
          <p:spPr>
            <a:xfrm>
              <a:off x="1248195" y="2973836"/>
              <a:ext cx="20277" cy="17291"/>
            </a:xfrm>
            <a:prstGeom prst="rect">
              <a:avLst/>
            </a:prstGeom>
            <a:solidFill>
              <a:srgbClr val="64A0C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2" name="Density voxel cell">
              <a:extLst>
                <a:ext uri="{FF2B5EF4-FFF2-40B4-BE49-F238E27FC236}">
                  <a16:creationId xmlns:a16="http://schemas.microsoft.com/office/drawing/2014/main" id="{4B15846C-2FE4-F7D5-05E5-91EC8565AA11}"/>
                </a:ext>
              </a:extLst>
            </p:cNvPr>
            <p:cNvSpPr/>
            <p:nvPr/>
          </p:nvSpPr>
          <p:spPr>
            <a:xfrm>
              <a:off x="1270772" y="2973836"/>
              <a:ext cx="20277" cy="17291"/>
            </a:xfrm>
            <a:prstGeom prst="rect">
              <a:avLst/>
            </a:prstGeom>
            <a:solidFill>
              <a:srgbClr val="6BA4C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3" name="Density voxel cell">
              <a:extLst>
                <a:ext uri="{FF2B5EF4-FFF2-40B4-BE49-F238E27FC236}">
                  <a16:creationId xmlns:a16="http://schemas.microsoft.com/office/drawing/2014/main" id="{CA5A2E20-5928-DB07-7696-7A70F5C87BBA}"/>
                </a:ext>
              </a:extLst>
            </p:cNvPr>
            <p:cNvSpPr/>
            <p:nvPr/>
          </p:nvSpPr>
          <p:spPr>
            <a:xfrm>
              <a:off x="1293349" y="2973836"/>
              <a:ext cx="20277" cy="17291"/>
            </a:xfrm>
            <a:prstGeom prst="rect">
              <a:avLst/>
            </a:prstGeom>
            <a:solidFill>
              <a:srgbClr val="9CC2D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4" name="Density voxel cell">
              <a:extLst>
                <a:ext uri="{FF2B5EF4-FFF2-40B4-BE49-F238E27FC236}">
                  <a16:creationId xmlns:a16="http://schemas.microsoft.com/office/drawing/2014/main" id="{D26E1A62-30DE-618F-0941-BEEDFE91EFFD}"/>
                </a:ext>
              </a:extLst>
            </p:cNvPr>
            <p:cNvSpPr/>
            <p:nvPr/>
          </p:nvSpPr>
          <p:spPr>
            <a:xfrm>
              <a:off x="1315926" y="2973836"/>
              <a:ext cx="20277" cy="17291"/>
            </a:xfrm>
            <a:prstGeom prst="rect">
              <a:avLst/>
            </a:prstGeom>
            <a:solidFill>
              <a:srgbClr val="CDE1E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5" name="Density voxel cell">
              <a:extLst>
                <a:ext uri="{FF2B5EF4-FFF2-40B4-BE49-F238E27FC236}">
                  <a16:creationId xmlns:a16="http://schemas.microsoft.com/office/drawing/2014/main" id="{D7EA461D-7C3B-D215-8C6C-D3015AB487A9}"/>
                </a:ext>
              </a:extLst>
            </p:cNvPr>
            <p:cNvSpPr/>
            <p:nvPr/>
          </p:nvSpPr>
          <p:spPr>
            <a:xfrm>
              <a:off x="1338503" y="2973836"/>
              <a:ext cx="20277" cy="17291"/>
            </a:xfrm>
            <a:prstGeom prst="rect">
              <a:avLst/>
            </a:prstGeom>
            <a:solidFill>
              <a:srgbClr val="EAF3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6" name="Density voxel cell">
              <a:extLst>
                <a:ext uri="{FF2B5EF4-FFF2-40B4-BE49-F238E27FC236}">
                  <a16:creationId xmlns:a16="http://schemas.microsoft.com/office/drawing/2014/main" id="{3B6CE279-F093-9188-AF2B-3914C0F2C10D}"/>
                </a:ext>
              </a:extLst>
            </p:cNvPr>
            <p:cNvSpPr/>
            <p:nvPr/>
          </p:nvSpPr>
          <p:spPr>
            <a:xfrm>
              <a:off x="1361080" y="2973836"/>
              <a:ext cx="20277" cy="17291"/>
            </a:xfrm>
            <a:prstGeom prst="rect">
              <a:avLst/>
            </a:prstGeom>
            <a:solidFill>
              <a:srgbClr val="F4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7" name="Density voxel cell">
              <a:extLst>
                <a:ext uri="{FF2B5EF4-FFF2-40B4-BE49-F238E27FC236}">
                  <a16:creationId xmlns:a16="http://schemas.microsoft.com/office/drawing/2014/main" id="{16D79E8C-A282-9C8D-5C2E-9A1CEE7DCB3C}"/>
                </a:ext>
              </a:extLst>
            </p:cNvPr>
            <p:cNvSpPr/>
            <p:nvPr/>
          </p:nvSpPr>
          <p:spPr>
            <a:xfrm>
              <a:off x="1383657" y="2973836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8" name="Density voxel cell">
              <a:extLst>
                <a:ext uri="{FF2B5EF4-FFF2-40B4-BE49-F238E27FC236}">
                  <a16:creationId xmlns:a16="http://schemas.microsoft.com/office/drawing/2014/main" id="{C6BC222C-5D8E-5651-056E-8FBF2D1C8081}"/>
                </a:ext>
              </a:extLst>
            </p:cNvPr>
            <p:cNvSpPr/>
            <p:nvPr/>
          </p:nvSpPr>
          <p:spPr>
            <a:xfrm>
              <a:off x="1406234" y="2973836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9" name="Density voxel cell">
              <a:extLst>
                <a:ext uri="{FF2B5EF4-FFF2-40B4-BE49-F238E27FC236}">
                  <a16:creationId xmlns:a16="http://schemas.microsoft.com/office/drawing/2014/main" id="{29FDEF44-D407-471E-31F0-9ECD70E8B9F1}"/>
                </a:ext>
              </a:extLst>
            </p:cNvPr>
            <p:cNvSpPr/>
            <p:nvPr/>
          </p:nvSpPr>
          <p:spPr>
            <a:xfrm>
              <a:off x="1180465" y="2993426"/>
              <a:ext cx="20277" cy="17291"/>
            </a:xfrm>
            <a:prstGeom prst="rect">
              <a:avLst/>
            </a:prstGeom>
            <a:solidFill>
              <a:srgbClr val="E0ECF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0" name="Density voxel cell">
              <a:extLst>
                <a:ext uri="{FF2B5EF4-FFF2-40B4-BE49-F238E27FC236}">
                  <a16:creationId xmlns:a16="http://schemas.microsoft.com/office/drawing/2014/main" id="{AFF7AAFF-AD23-F9E9-BD44-B1FAB0671920}"/>
                </a:ext>
              </a:extLst>
            </p:cNvPr>
            <p:cNvSpPr/>
            <p:nvPr/>
          </p:nvSpPr>
          <p:spPr>
            <a:xfrm>
              <a:off x="1203042" y="2993426"/>
              <a:ext cx="20277" cy="17291"/>
            </a:xfrm>
            <a:prstGeom prst="rect">
              <a:avLst/>
            </a:prstGeom>
            <a:solidFill>
              <a:srgbClr val="B4D2E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1" name="Density voxel cell">
              <a:extLst>
                <a:ext uri="{FF2B5EF4-FFF2-40B4-BE49-F238E27FC236}">
                  <a16:creationId xmlns:a16="http://schemas.microsoft.com/office/drawing/2014/main" id="{D7F8DD1C-1086-78A9-A4EB-A80D76C7CF6D}"/>
                </a:ext>
              </a:extLst>
            </p:cNvPr>
            <p:cNvSpPr/>
            <p:nvPr/>
          </p:nvSpPr>
          <p:spPr>
            <a:xfrm>
              <a:off x="1225619" y="2993426"/>
              <a:ext cx="20277" cy="17291"/>
            </a:xfrm>
            <a:prstGeom prst="rect">
              <a:avLst/>
            </a:prstGeom>
            <a:solidFill>
              <a:srgbClr val="73A9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2" name="Density voxel cell">
              <a:extLst>
                <a:ext uri="{FF2B5EF4-FFF2-40B4-BE49-F238E27FC236}">
                  <a16:creationId xmlns:a16="http://schemas.microsoft.com/office/drawing/2014/main" id="{DCFFE912-BA8C-160E-1379-617364030841}"/>
                </a:ext>
              </a:extLst>
            </p:cNvPr>
            <p:cNvSpPr/>
            <p:nvPr/>
          </p:nvSpPr>
          <p:spPr>
            <a:xfrm>
              <a:off x="1248195" y="2993426"/>
              <a:ext cx="20277" cy="17291"/>
            </a:xfrm>
            <a:prstGeom prst="rect">
              <a:avLst/>
            </a:prstGeom>
            <a:solidFill>
              <a:srgbClr val="458DB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3" name="Density voxel cell">
              <a:extLst>
                <a:ext uri="{FF2B5EF4-FFF2-40B4-BE49-F238E27FC236}">
                  <a16:creationId xmlns:a16="http://schemas.microsoft.com/office/drawing/2014/main" id="{FF240BE5-31B8-0D82-B584-C61459649583}"/>
                </a:ext>
              </a:extLst>
            </p:cNvPr>
            <p:cNvSpPr/>
            <p:nvPr/>
          </p:nvSpPr>
          <p:spPr>
            <a:xfrm>
              <a:off x="1270772" y="2993426"/>
              <a:ext cx="20277" cy="17291"/>
            </a:xfrm>
            <a:prstGeom prst="rect">
              <a:avLst/>
            </a:prstGeom>
            <a:solidFill>
              <a:srgbClr val="4C91C2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4" name="Density voxel cell">
              <a:extLst>
                <a:ext uri="{FF2B5EF4-FFF2-40B4-BE49-F238E27FC236}">
                  <a16:creationId xmlns:a16="http://schemas.microsoft.com/office/drawing/2014/main" id="{9318405E-D2F4-F1DD-2995-771F58D17300}"/>
                </a:ext>
              </a:extLst>
            </p:cNvPr>
            <p:cNvSpPr/>
            <p:nvPr/>
          </p:nvSpPr>
          <p:spPr>
            <a:xfrm>
              <a:off x="1293349" y="2993426"/>
              <a:ext cx="20277" cy="17291"/>
            </a:xfrm>
            <a:prstGeom prst="rect">
              <a:avLst/>
            </a:prstGeom>
            <a:solidFill>
              <a:srgbClr val="87B6D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5" name="Density voxel cell">
              <a:extLst>
                <a:ext uri="{FF2B5EF4-FFF2-40B4-BE49-F238E27FC236}">
                  <a16:creationId xmlns:a16="http://schemas.microsoft.com/office/drawing/2014/main" id="{41759856-FB43-40FB-DE97-D8EC0CA676BC}"/>
                </a:ext>
              </a:extLst>
            </p:cNvPr>
            <p:cNvSpPr/>
            <p:nvPr/>
          </p:nvSpPr>
          <p:spPr>
            <a:xfrm>
              <a:off x="1315926" y="2993426"/>
              <a:ext cx="20277" cy="17291"/>
            </a:xfrm>
            <a:prstGeom prst="rect">
              <a:avLst/>
            </a:prstGeom>
            <a:solidFill>
              <a:srgbClr val="C4DBE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6" name="Density voxel cell">
              <a:extLst>
                <a:ext uri="{FF2B5EF4-FFF2-40B4-BE49-F238E27FC236}">
                  <a16:creationId xmlns:a16="http://schemas.microsoft.com/office/drawing/2014/main" id="{B2D45D46-B054-3666-1A2D-8F4369758C8D}"/>
                </a:ext>
              </a:extLst>
            </p:cNvPr>
            <p:cNvSpPr/>
            <p:nvPr/>
          </p:nvSpPr>
          <p:spPr>
            <a:xfrm>
              <a:off x="1338503" y="2993426"/>
              <a:ext cx="20277" cy="17291"/>
            </a:xfrm>
            <a:prstGeom prst="rect">
              <a:avLst/>
            </a:prstGeom>
            <a:solidFill>
              <a:srgbClr val="E7F1F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7" name="Density voxel cell">
              <a:extLst>
                <a:ext uri="{FF2B5EF4-FFF2-40B4-BE49-F238E27FC236}">
                  <a16:creationId xmlns:a16="http://schemas.microsoft.com/office/drawing/2014/main" id="{AB84AB3F-F61A-0E19-6BC4-0B1CDFF16E7A}"/>
                </a:ext>
              </a:extLst>
            </p:cNvPr>
            <p:cNvSpPr/>
            <p:nvPr/>
          </p:nvSpPr>
          <p:spPr>
            <a:xfrm>
              <a:off x="1361080" y="2993426"/>
              <a:ext cx="20277" cy="17291"/>
            </a:xfrm>
            <a:prstGeom prst="rect">
              <a:avLst/>
            </a:prstGeom>
            <a:solidFill>
              <a:srgbClr val="F3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8" name="Density voxel cell">
              <a:extLst>
                <a:ext uri="{FF2B5EF4-FFF2-40B4-BE49-F238E27FC236}">
                  <a16:creationId xmlns:a16="http://schemas.microsoft.com/office/drawing/2014/main" id="{DBB8CA3A-B5F3-298F-C7DA-D5A02CB9F963}"/>
                </a:ext>
              </a:extLst>
            </p:cNvPr>
            <p:cNvSpPr/>
            <p:nvPr/>
          </p:nvSpPr>
          <p:spPr>
            <a:xfrm>
              <a:off x="1383657" y="2993426"/>
              <a:ext cx="20277" cy="17291"/>
            </a:xfrm>
            <a:prstGeom prst="rect">
              <a:avLst/>
            </a:prstGeom>
            <a:solidFill>
              <a:srgbClr val="F6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9" name="Density voxel cell">
              <a:extLst>
                <a:ext uri="{FF2B5EF4-FFF2-40B4-BE49-F238E27FC236}">
                  <a16:creationId xmlns:a16="http://schemas.microsoft.com/office/drawing/2014/main" id="{AF0D0C5C-EE51-C6D2-F0BE-AF0563DECEAD}"/>
                </a:ext>
              </a:extLst>
            </p:cNvPr>
            <p:cNvSpPr/>
            <p:nvPr/>
          </p:nvSpPr>
          <p:spPr>
            <a:xfrm>
              <a:off x="1406234" y="2993426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0" name="Density voxel cell">
              <a:extLst>
                <a:ext uri="{FF2B5EF4-FFF2-40B4-BE49-F238E27FC236}">
                  <a16:creationId xmlns:a16="http://schemas.microsoft.com/office/drawing/2014/main" id="{CF5045B6-EFCE-7D6C-B2F1-E33597D00C9C}"/>
                </a:ext>
              </a:extLst>
            </p:cNvPr>
            <p:cNvSpPr/>
            <p:nvPr/>
          </p:nvSpPr>
          <p:spPr>
            <a:xfrm>
              <a:off x="1180465" y="3013017"/>
              <a:ext cx="20277" cy="17291"/>
            </a:xfrm>
            <a:prstGeom prst="rect">
              <a:avLst/>
            </a:prstGeom>
            <a:solidFill>
              <a:srgbClr val="E0EDF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1" name="Density voxel cell">
              <a:extLst>
                <a:ext uri="{FF2B5EF4-FFF2-40B4-BE49-F238E27FC236}">
                  <a16:creationId xmlns:a16="http://schemas.microsoft.com/office/drawing/2014/main" id="{D63D7054-2E53-5AC5-0097-0387F842EDA9}"/>
                </a:ext>
              </a:extLst>
            </p:cNvPr>
            <p:cNvSpPr/>
            <p:nvPr/>
          </p:nvSpPr>
          <p:spPr>
            <a:xfrm>
              <a:off x="1203042" y="3013017"/>
              <a:ext cx="20277" cy="17291"/>
            </a:xfrm>
            <a:prstGeom prst="rect">
              <a:avLst/>
            </a:prstGeom>
            <a:solidFill>
              <a:srgbClr val="B6D3E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2" name="Density voxel cell">
              <a:extLst>
                <a:ext uri="{FF2B5EF4-FFF2-40B4-BE49-F238E27FC236}">
                  <a16:creationId xmlns:a16="http://schemas.microsoft.com/office/drawing/2014/main" id="{5CAA6197-9453-7B21-0C08-24A19B30CBF8}"/>
                </a:ext>
              </a:extLst>
            </p:cNvPr>
            <p:cNvSpPr/>
            <p:nvPr/>
          </p:nvSpPr>
          <p:spPr>
            <a:xfrm>
              <a:off x="1225619" y="3013017"/>
              <a:ext cx="20277" cy="17291"/>
            </a:xfrm>
            <a:prstGeom prst="rect">
              <a:avLst/>
            </a:prstGeom>
            <a:solidFill>
              <a:srgbClr val="78ACD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3" name="Density voxel cell">
              <a:extLst>
                <a:ext uri="{FF2B5EF4-FFF2-40B4-BE49-F238E27FC236}">
                  <a16:creationId xmlns:a16="http://schemas.microsoft.com/office/drawing/2014/main" id="{13E6F680-305F-6F27-2D70-E1C6C47E8153}"/>
                </a:ext>
              </a:extLst>
            </p:cNvPr>
            <p:cNvSpPr/>
            <p:nvPr/>
          </p:nvSpPr>
          <p:spPr>
            <a:xfrm>
              <a:off x="1248195" y="3013017"/>
              <a:ext cx="20277" cy="17291"/>
            </a:xfrm>
            <a:prstGeom prst="rect">
              <a:avLst/>
            </a:prstGeom>
            <a:solidFill>
              <a:srgbClr val="498FC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4" name="Density voxel cell">
              <a:extLst>
                <a:ext uri="{FF2B5EF4-FFF2-40B4-BE49-F238E27FC236}">
                  <a16:creationId xmlns:a16="http://schemas.microsoft.com/office/drawing/2014/main" id="{947EEB47-6B02-0572-AC93-096BBD62465F}"/>
                </a:ext>
              </a:extLst>
            </p:cNvPr>
            <p:cNvSpPr/>
            <p:nvPr/>
          </p:nvSpPr>
          <p:spPr>
            <a:xfrm>
              <a:off x="1270772" y="3013017"/>
              <a:ext cx="20277" cy="17291"/>
            </a:xfrm>
            <a:prstGeom prst="rect">
              <a:avLst/>
            </a:prstGeom>
            <a:solidFill>
              <a:srgbClr val="5295C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5" name="Density voxel cell">
              <a:extLst>
                <a:ext uri="{FF2B5EF4-FFF2-40B4-BE49-F238E27FC236}">
                  <a16:creationId xmlns:a16="http://schemas.microsoft.com/office/drawing/2014/main" id="{5C0E8D5A-2402-F860-B80A-808D1F874329}"/>
                </a:ext>
              </a:extLst>
            </p:cNvPr>
            <p:cNvSpPr/>
            <p:nvPr/>
          </p:nvSpPr>
          <p:spPr>
            <a:xfrm>
              <a:off x="1293349" y="3013017"/>
              <a:ext cx="20277" cy="17291"/>
            </a:xfrm>
            <a:prstGeom prst="rect">
              <a:avLst/>
            </a:prstGeom>
            <a:solidFill>
              <a:srgbClr val="8AB7D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6" name="Density voxel cell">
              <a:extLst>
                <a:ext uri="{FF2B5EF4-FFF2-40B4-BE49-F238E27FC236}">
                  <a16:creationId xmlns:a16="http://schemas.microsoft.com/office/drawing/2014/main" id="{1936F1B8-C24F-60A2-7EE7-6C2382C21BBC}"/>
                </a:ext>
              </a:extLst>
            </p:cNvPr>
            <p:cNvSpPr/>
            <p:nvPr/>
          </p:nvSpPr>
          <p:spPr>
            <a:xfrm>
              <a:off x="1315926" y="3013017"/>
              <a:ext cx="20277" cy="17291"/>
            </a:xfrm>
            <a:prstGeom prst="rect">
              <a:avLst/>
            </a:prstGeom>
            <a:solidFill>
              <a:srgbClr val="C3DBE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7" name="Density voxel cell">
              <a:extLst>
                <a:ext uri="{FF2B5EF4-FFF2-40B4-BE49-F238E27FC236}">
                  <a16:creationId xmlns:a16="http://schemas.microsoft.com/office/drawing/2014/main" id="{D60497D2-B940-473C-5DEE-E5F8DFCF1E67}"/>
                </a:ext>
              </a:extLst>
            </p:cNvPr>
            <p:cNvSpPr/>
            <p:nvPr/>
          </p:nvSpPr>
          <p:spPr>
            <a:xfrm>
              <a:off x="1338503" y="3013017"/>
              <a:ext cx="20277" cy="17291"/>
            </a:xfrm>
            <a:prstGeom prst="rect">
              <a:avLst/>
            </a:prstGeom>
            <a:solidFill>
              <a:srgbClr val="E4EFF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8" name="Density voxel cell">
              <a:extLst>
                <a:ext uri="{FF2B5EF4-FFF2-40B4-BE49-F238E27FC236}">
                  <a16:creationId xmlns:a16="http://schemas.microsoft.com/office/drawing/2014/main" id="{E6F990AC-8B59-38D8-DA66-33F71DE0D1E1}"/>
                </a:ext>
              </a:extLst>
            </p:cNvPr>
            <p:cNvSpPr/>
            <p:nvPr/>
          </p:nvSpPr>
          <p:spPr>
            <a:xfrm>
              <a:off x="1361080" y="3013017"/>
              <a:ext cx="20277" cy="17291"/>
            </a:xfrm>
            <a:prstGeom prst="rect">
              <a:avLst/>
            </a:prstGeom>
            <a:solidFill>
              <a:srgbClr val="F1F7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9" name="Density voxel cell">
              <a:extLst>
                <a:ext uri="{FF2B5EF4-FFF2-40B4-BE49-F238E27FC236}">
                  <a16:creationId xmlns:a16="http://schemas.microsoft.com/office/drawing/2014/main" id="{20DB01DE-99E1-473C-EF92-1090C6B1A2CD}"/>
                </a:ext>
              </a:extLst>
            </p:cNvPr>
            <p:cNvSpPr/>
            <p:nvPr/>
          </p:nvSpPr>
          <p:spPr>
            <a:xfrm>
              <a:off x="1383657" y="3013017"/>
              <a:ext cx="20277" cy="17291"/>
            </a:xfrm>
            <a:prstGeom prst="rect">
              <a:avLst/>
            </a:prstGeom>
            <a:solidFill>
              <a:srgbClr val="F6FA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0" name="Density voxel cell">
              <a:extLst>
                <a:ext uri="{FF2B5EF4-FFF2-40B4-BE49-F238E27FC236}">
                  <a16:creationId xmlns:a16="http://schemas.microsoft.com/office/drawing/2014/main" id="{DF8C4298-EFBC-9938-84E9-FD43361BCAB5}"/>
                </a:ext>
              </a:extLst>
            </p:cNvPr>
            <p:cNvSpPr/>
            <p:nvPr/>
          </p:nvSpPr>
          <p:spPr>
            <a:xfrm>
              <a:off x="1406234" y="3013017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1" name="Density voxel cell">
              <a:extLst>
                <a:ext uri="{FF2B5EF4-FFF2-40B4-BE49-F238E27FC236}">
                  <a16:creationId xmlns:a16="http://schemas.microsoft.com/office/drawing/2014/main" id="{4B5E68ED-FA3B-EE4B-4C1A-08FDC6B90916}"/>
                </a:ext>
              </a:extLst>
            </p:cNvPr>
            <p:cNvSpPr/>
            <p:nvPr/>
          </p:nvSpPr>
          <p:spPr>
            <a:xfrm>
              <a:off x="1180465" y="3032607"/>
              <a:ext cx="20277" cy="17291"/>
            </a:xfrm>
            <a:prstGeom prst="rect">
              <a:avLst/>
            </a:prstGeom>
            <a:solidFill>
              <a:srgbClr val="E6F0F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2" name="Density voxel cell">
              <a:extLst>
                <a:ext uri="{FF2B5EF4-FFF2-40B4-BE49-F238E27FC236}">
                  <a16:creationId xmlns:a16="http://schemas.microsoft.com/office/drawing/2014/main" id="{2C46878B-5D28-6EC0-A85E-F58661601163}"/>
                </a:ext>
              </a:extLst>
            </p:cNvPr>
            <p:cNvSpPr/>
            <p:nvPr/>
          </p:nvSpPr>
          <p:spPr>
            <a:xfrm>
              <a:off x="1203042" y="3032607"/>
              <a:ext cx="20277" cy="17291"/>
            </a:xfrm>
            <a:prstGeom prst="rect">
              <a:avLst/>
            </a:prstGeom>
            <a:solidFill>
              <a:srgbClr val="C6DC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3" name="Density voxel cell">
              <a:extLst>
                <a:ext uri="{FF2B5EF4-FFF2-40B4-BE49-F238E27FC236}">
                  <a16:creationId xmlns:a16="http://schemas.microsoft.com/office/drawing/2014/main" id="{EF6D6C3A-00F3-76CA-CF9B-7AFE3B80D361}"/>
                </a:ext>
              </a:extLst>
            </p:cNvPr>
            <p:cNvSpPr/>
            <p:nvPr/>
          </p:nvSpPr>
          <p:spPr>
            <a:xfrm>
              <a:off x="1225619" y="3032607"/>
              <a:ext cx="20277" cy="17291"/>
            </a:xfrm>
            <a:prstGeom prst="rect">
              <a:avLst/>
            </a:prstGeom>
            <a:solidFill>
              <a:srgbClr val="96BFD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4" name="Density voxel cell">
              <a:extLst>
                <a:ext uri="{FF2B5EF4-FFF2-40B4-BE49-F238E27FC236}">
                  <a16:creationId xmlns:a16="http://schemas.microsoft.com/office/drawing/2014/main" id="{D79F7988-6E54-A275-98D1-5A8597F0CD75}"/>
                </a:ext>
              </a:extLst>
            </p:cNvPr>
            <p:cNvSpPr/>
            <p:nvPr/>
          </p:nvSpPr>
          <p:spPr>
            <a:xfrm>
              <a:off x="1248195" y="3032607"/>
              <a:ext cx="20277" cy="17291"/>
            </a:xfrm>
            <a:prstGeom prst="rect">
              <a:avLst/>
            </a:prstGeom>
            <a:solidFill>
              <a:srgbClr val="72A9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5" name="Density voxel cell">
              <a:extLst>
                <a:ext uri="{FF2B5EF4-FFF2-40B4-BE49-F238E27FC236}">
                  <a16:creationId xmlns:a16="http://schemas.microsoft.com/office/drawing/2014/main" id="{3025CE9C-A45C-236F-9071-2EABD11D38DE}"/>
                </a:ext>
              </a:extLst>
            </p:cNvPr>
            <p:cNvSpPr/>
            <p:nvPr/>
          </p:nvSpPr>
          <p:spPr>
            <a:xfrm>
              <a:off x="1270772" y="3032607"/>
              <a:ext cx="20277" cy="17291"/>
            </a:xfrm>
            <a:prstGeom prst="rect">
              <a:avLst/>
            </a:prstGeom>
            <a:solidFill>
              <a:srgbClr val="78ACD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6" name="Density voxel cell">
              <a:extLst>
                <a:ext uri="{FF2B5EF4-FFF2-40B4-BE49-F238E27FC236}">
                  <a16:creationId xmlns:a16="http://schemas.microsoft.com/office/drawing/2014/main" id="{0AE665CC-128F-FA9F-7B0D-D6A82D94F792}"/>
                </a:ext>
              </a:extLst>
            </p:cNvPr>
            <p:cNvSpPr/>
            <p:nvPr/>
          </p:nvSpPr>
          <p:spPr>
            <a:xfrm>
              <a:off x="1293349" y="3032607"/>
              <a:ext cx="20277" cy="17291"/>
            </a:xfrm>
            <a:prstGeom prst="rect">
              <a:avLst/>
            </a:prstGeom>
            <a:solidFill>
              <a:srgbClr val="9CC3D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7" name="Density voxel cell">
              <a:extLst>
                <a:ext uri="{FF2B5EF4-FFF2-40B4-BE49-F238E27FC236}">
                  <a16:creationId xmlns:a16="http://schemas.microsoft.com/office/drawing/2014/main" id="{FEA6CE90-C862-1C07-1285-808E319995AC}"/>
                </a:ext>
              </a:extLst>
            </p:cNvPr>
            <p:cNvSpPr/>
            <p:nvPr/>
          </p:nvSpPr>
          <p:spPr>
            <a:xfrm>
              <a:off x="1315926" y="3032607"/>
              <a:ext cx="20277" cy="17291"/>
            </a:xfrm>
            <a:prstGeom prst="rect">
              <a:avLst/>
            </a:prstGeom>
            <a:solidFill>
              <a:srgbClr val="BDD7E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8" name="Density voxel cell">
              <a:extLst>
                <a:ext uri="{FF2B5EF4-FFF2-40B4-BE49-F238E27FC236}">
                  <a16:creationId xmlns:a16="http://schemas.microsoft.com/office/drawing/2014/main" id="{5E1D3F84-F19E-6846-EDD1-AA1C15226817}"/>
                </a:ext>
              </a:extLst>
            </p:cNvPr>
            <p:cNvSpPr/>
            <p:nvPr/>
          </p:nvSpPr>
          <p:spPr>
            <a:xfrm>
              <a:off x="1338503" y="3032607"/>
              <a:ext cx="20277" cy="17291"/>
            </a:xfrm>
            <a:prstGeom prst="rect">
              <a:avLst/>
            </a:prstGeom>
            <a:solidFill>
              <a:srgbClr val="D2E4F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9" name="Density voxel cell">
              <a:extLst>
                <a:ext uri="{FF2B5EF4-FFF2-40B4-BE49-F238E27FC236}">
                  <a16:creationId xmlns:a16="http://schemas.microsoft.com/office/drawing/2014/main" id="{E83125CD-EFD0-9BCE-34C6-B07A0A1A52F0}"/>
                </a:ext>
              </a:extLst>
            </p:cNvPr>
            <p:cNvSpPr/>
            <p:nvPr/>
          </p:nvSpPr>
          <p:spPr>
            <a:xfrm>
              <a:off x="1361080" y="3032607"/>
              <a:ext cx="20277" cy="17291"/>
            </a:xfrm>
            <a:prstGeom prst="rect">
              <a:avLst/>
            </a:prstGeom>
            <a:solidFill>
              <a:srgbClr val="E5F0F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0" name="Density voxel cell">
              <a:extLst>
                <a:ext uri="{FF2B5EF4-FFF2-40B4-BE49-F238E27FC236}">
                  <a16:creationId xmlns:a16="http://schemas.microsoft.com/office/drawing/2014/main" id="{C9F65B22-FFBE-3683-2EC3-58135A9810CD}"/>
                </a:ext>
              </a:extLst>
            </p:cNvPr>
            <p:cNvSpPr/>
            <p:nvPr/>
          </p:nvSpPr>
          <p:spPr>
            <a:xfrm>
              <a:off x="1383657" y="3032607"/>
              <a:ext cx="20277" cy="17291"/>
            </a:xfrm>
            <a:prstGeom prst="rect">
              <a:avLst/>
            </a:prstGeom>
            <a:solidFill>
              <a:srgbClr val="F2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1" name="Density voxel cell">
              <a:extLst>
                <a:ext uri="{FF2B5EF4-FFF2-40B4-BE49-F238E27FC236}">
                  <a16:creationId xmlns:a16="http://schemas.microsoft.com/office/drawing/2014/main" id="{2361F1F5-5F63-35A6-52B0-09223E36E208}"/>
                </a:ext>
              </a:extLst>
            </p:cNvPr>
            <p:cNvSpPr/>
            <p:nvPr/>
          </p:nvSpPr>
          <p:spPr>
            <a:xfrm>
              <a:off x="1406234" y="3032607"/>
              <a:ext cx="20277" cy="17291"/>
            </a:xfrm>
            <a:prstGeom prst="rect">
              <a:avLst/>
            </a:prstGeom>
            <a:solidFill>
              <a:srgbClr val="F6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2" name="Density voxel cell">
              <a:extLst>
                <a:ext uri="{FF2B5EF4-FFF2-40B4-BE49-F238E27FC236}">
                  <a16:creationId xmlns:a16="http://schemas.microsoft.com/office/drawing/2014/main" id="{FB84A6FB-0C1A-E1FB-7D56-BEA2E7165FF8}"/>
                </a:ext>
              </a:extLst>
            </p:cNvPr>
            <p:cNvSpPr/>
            <p:nvPr/>
          </p:nvSpPr>
          <p:spPr>
            <a:xfrm>
              <a:off x="1180465" y="3052198"/>
              <a:ext cx="20277" cy="17291"/>
            </a:xfrm>
            <a:prstGeom prst="rect">
              <a:avLst/>
            </a:prstGeom>
            <a:solidFill>
              <a:srgbClr val="EDF5F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3" name="Density voxel cell">
              <a:extLst>
                <a:ext uri="{FF2B5EF4-FFF2-40B4-BE49-F238E27FC236}">
                  <a16:creationId xmlns:a16="http://schemas.microsoft.com/office/drawing/2014/main" id="{0B452EFE-49D3-B8D7-5845-9FF2877FD6E7}"/>
                </a:ext>
              </a:extLst>
            </p:cNvPr>
            <p:cNvSpPr/>
            <p:nvPr/>
          </p:nvSpPr>
          <p:spPr>
            <a:xfrm>
              <a:off x="1203042" y="3052198"/>
              <a:ext cx="20277" cy="17291"/>
            </a:xfrm>
            <a:prstGeom prst="rect">
              <a:avLst/>
            </a:prstGeom>
            <a:solidFill>
              <a:srgbClr val="D9E9F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4" name="Density voxel cell">
              <a:extLst>
                <a:ext uri="{FF2B5EF4-FFF2-40B4-BE49-F238E27FC236}">
                  <a16:creationId xmlns:a16="http://schemas.microsoft.com/office/drawing/2014/main" id="{0FDB8035-0DC0-5DFE-5366-6E292F265FEB}"/>
                </a:ext>
              </a:extLst>
            </p:cNvPr>
            <p:cNvSpPr/>
            <p:nvPr/>
          </p:nvSpPr>
          <p:spPr>
            <a:xfrm>
              <a:off x="1225619" y="3052198"/>
              <a:ext cx="20277" cy="17291"/>
            </a:xfrm>
            <a:prstGeom prst="rect">
              <a:avLst/>
            </a:prstGeom>
            <a:solidFill>
              <a:srgbClr val="BDD7E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5" name="Density voxel cell">
              <a:extLst>
                <a:ext uri="{FF2B5EF4-FFF2-40B4-BE49-F238E27FC236}">
                  <a16:creationId xmlns:a16="http://schemas.microsoft.com/office/drawing/2014/main" id="{A0197778-3C7F-9E6B-47D8-DAC3CE347487}"/>
                </a:ext>
              </a:extLst>
            </p:cNvPr>
            <p:cNvSpPr/>
            <p:nvPr/>
          </p:nvSpPr>
          <p:spPr>
            <a:xfrm>
              <a:off x="1248195" y="3052198"/>
              <a:ext cx="20277" cy="17291"/>
            </a:xfrm>
            <a:prstGeom prst="rect">
              <a:avLst/>
            </a:prstGeom>
            <a:solidFill>
              <a:srgbClr val="A7C9E2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6" name="Density voxel cell">
              <a:extLst>
                <a:ext uri="{FF2B5EF4-FFF2-40B4-BE49-F238E27FC236}">
                  <a16:creationId xmlns:a16="http://schemas.microsoft.com/office/drawing/2014/main" id="{987C99AA-69B9-C9F5-45A6-408AA2C986F3}"/>
                </a:ext>
              </a:extLst>
            </p:cNvPr>
            <p:cNvSpPr/>
            <p:nvPr/>
          </p:nvSpPr>
          <p:spPr>
            <a:xfrm>
              <a:off x="1270772" y="3052198"/>
              <a:ext cx="20277" cy="17291"/>
            </a:xfrm>
            <a:prstGeom prst="rect">
              <a:avLst/>
            </a:prstGeom>
            <a:solidFill>
              <a:srgbClr val="A5C8E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7" name="Density voxel cell">
              <a:extLst>
                <a:ext uri="{FF2B5EF4-FFF2-40B4-BE49-F238E27FC236}">
                  <a16:creationId xmlns:a16="http://schemas.microsoft.com/office/drawing/2014/main" id="{BA4E2FDF-B3FA-147B-FA94-2FD9346B0D93}"/>
                </a:ext>
              </a:extLst>
            </p:cNvPr>
            <p:cNvSpPr/>
            <p:nvPr/>
          </p:nvSpPr>
          <p:spPr>
            <a:xfrm>
              <a:off x="1293349" y="3052198"/>
              <a:ext cx="20277" cy="17291"/>
            </a:xfrm>
            <a:prstGeom prst="rect">
              <a:avLst/>
            </a:prstGeom>
            <a:solidFill>
              <a:srgbClr val="A8CAE2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8" name="Density voxel cell">
              <a:extLst>
                <a:ext uri="{FF2B5EF4-FFF2-40B4-BE49-F238E27FC236}">
                  <a16:creationId xmlns:a16="http://schemas.microsoft.com/office/drawing/2014/main" id="{D46DBE3C-BEA2-20BE-E8E2-2B6AC76CC48F}"/>
                </a:ext>
              </a:extLst>
            </p:cNvPr>
            <p:cNvSpPr/>
            <p:nvPr/>
          </p:nvSpPr>
          <p:spPr>
            <a:xfrm>
              <a:off x="1315926" y="3052198"/>
              <a:ext cx="20277" cy="17291"/>
            </a:xfrm>
            <a:prstGeom prst="rect">
              <a:avLst/>
            </a:prstGeom>
            <a:solidFill>
              <a:srgbClr val="9BC2D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9" name="Density voxel cell">
              <a:extLst>
                <a:ext uri="{FF2B5EF4-FFF2-40B4-BE49-F238E27FC236}">
                  <a16:creationId xmlns:a16="http://schemas.microsoft.com/office/drawing/2014/main" id="{EFBFDB7C-B1C8-DCAC-453D-03D3964A62E7}"/>
                </a:ext>
              </a:extLst>
            </p:cNvPr>
            <p:cNvSpPr/>
            <p:nvPr/>
          </p:nvSpPr>
          <p:spPr>
            <a:xfrm>
              <a:off x="1338503" y="3052198"/>
              <a:ext cx="20277" cy="17291"/>
            </a:xfrm>
            <a:prstGeom prst="rect">
              <a:avLst/>
            </a:prstGeom>
            <a:solidFill>
              <a:srgbClr val="9DC3D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0" name="Density voxel cell">
              <a:extLst>
                <a:ext uri="{FF2B5EF4-FFF2-40B4-BE49-F238E27FC236}">
                  <a16:creationId xmlns:a16="http://schemas.microsoft.com/office/drawing/2014/main" id="{4C47AD83-2EBE-D266-B62C-F4E7DD877691}"/>
                </a:ext>
              </a:extLst>
            </p:cNvPr>
            <p:cNvSpPr/>
            <p:nvPr/>
          </p:nvSpPr>
          <p:spPr>
            <a:xfrm>
              <a:off x="1361080" y="3052198"/>
              <a:ext cx="20277" cy="17291"/>
            </a:xfrm>
            <a:prstGeom prst="rect">
              <a:avLst/>
            </a:prstGeom>
            <a:solidFill>
              <a:srgbClr val="C4DBE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1" name="Density voxel cell">
              <a:extLst>
                <a:ext uri="{FF2B5EF4-FFF2-40B4-BE49-F238E27FC236}">
                  <a16:creationId xmlns:a16="http://schemas.microsoft.com/office/drawing/2014/main" id="{6DDB0CFF-B0B7-4D03-6378-A9A335C2EC35}"/>
                </a:ext>
              </a:extLst>
            </p:cNvPr>
            <p:cNvSpPr/>
            <p:nvPr/>
          </p:nvSpPr>
          <p:spPr>
            <a:xfrm>
              <a:off x="1383657" y="3052198"/>
              <a:ext cx="20277" cy="17291"/>
            </a:xfrm>
            <a:prstGeom prst="rect">
              <a:avLst/>
            </a:prstGeom>
            <a:solidFill>
              <a:srgbClr val="E8F2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2" name="Density voxel cell">
              <a:extLst>
                <a:ext uri="{FF2B5EF4-FFF2-40B4-BE49-F238E27FC236}">
                  <a16:creationId xmlns:a16="http://schemas.microsoft.com/office/drawing/2014/main" id="{ADB639B6-C644-5534-338F-E7CCE2EBCA84}"/>
                </a:ext>
              </a:extLst>
            </p:cNvPr>
            <p:cNvSpPr/>
            <p:nvPr/>
          </p:nvSpPr>
          <p:spPr>
            <a:xfrm>
              <a:off x="1406234" y="3052198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3" name="Density voxel cell">
              <a:extLst>
                <a:ext uri="{FF2B5EF4-FFF2-40B4-BE49-F238E27FC236}">
                  <a16:creationId xmlns:a16="http://schemas.microsoft.com/office/drawing/2014/main" id="{F0FF42AB-4A20-ACEC-842A-C49E1C90F291}"/>
                </a:ext>
              </a:extLst>
            </p:cNvPr>
            <p:cNvSpPr/>
            <p:nvPr/>
          </p:nvSpPr>
          <p:spPr>
            <a:xfrm>
              <a:off x="1180465" y="3071789"/>
              <a:ext cx="20277" cy="17291"/>
            </a:xfrm>
            <a:prstGeom prst="rect">
              <a:avLst/>
            </a:prstGeom>
            <a:solidFill>
              <a:srgbClr val="F2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4" name="Density voxel cell">
              <a:extLst>
                <a:ext uri="{FF2B5EF4-FFF2-40B4-BE49-F238E27FC236}">
                  <a16:creationId xmlns:a16="http://schemas.microsoft.com/office/drawing/2014/main" id="{F76A7C32-7FFE-22DB-BF99-4B80BD3ABCE7}"/>
                </a:ext>
              </a:extLst>
            </p:cNvPr>
            <p:cNvSpPr/>
            <p:nvPr/>
          </p:nvSpPr>
          <p:spPr>
            <a:xfrm>
              <a:off x="1203042" y="3071789"/>
              <a:ext cx="20277" cy="17291"/>
            </a:xfrm>
            <a:prstGeom prst="rect">
              <a:avLst/>
            </a:prstGeom>
            <a:solidFill>
              <a:srgbClr val="E9F2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5" name="Density voxel cell">
              <a:extLst>
                <a:ext uri="{FF2B5EF4-FFF2-40B4-BE49-F238E27FC236}">
                  <a16:creationId xmlns:a16="http://schemas.microsoft.com/office/drawing/2014/main" id="{C390261F-5DB5-7257-F04E-DFB2C1E47954}"/>
                </a:ext>
              </a:extLst>
            </p:cNvPr>
            <p:cNvSpPr/>
            <p:nvPr/>
          </p:nvSpPr>
          <p:spPr>
            <a:xfrm>
              <a:off x="1225619" y="3071789"/>
              <a:ext cx="20277" cy="17291"/>
            </a:xfrm>
            <a:prstGeom prst="rect">
              <a:avLst/>
            </a:prstGeom>
            <a:solidFill>
              <a:srgbClr val="DBEAF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6" name="Density voxel cell">
              <a:extLst>
                <a:ext uri="{FF2B5EF4-FFF2-40B4-BE49-F238E27FC236}">
                  <a16:creationId xmlns:a16="http://schemas.microsoft.com/office/drawing/2014/main" id="{E44EB6DA-5A90-65E6-2332-922FD555C953}"/>
                </a:ext>
              </a:extLst>
            </p:cNvPr>
            <p:cNvSpPr/>
            <p:nvPr/>
          </p:nvSpPr>
          <p:spPr>
            <a:xfrm>
              <a:off x="1248195" y="3071789"/>
              <a:ext cx="20277" cy="17291"/>
            </a:xfrm>
            <a:prstGeom prst="rect">
              <a:avLst/>
            </a:prstGeom>
            <a:solidFill>
              <a:srgbClr val="D0E3F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7" name="Density voxel cell">
              <a:extLst>
                <a:ext uri="{FF2B5EF4-FFF2-40B4-BE49-F238E27FC236}">
                  <a16:creationId xmlns:a16="http://schemas.microsoft.com/office/drawing/2014/main" id="{3B8F5E53-2562-620B-C3DC-EC1CFD4F6BB9}"/>
                </a:ext>
              </a:extLst>
            </p:cNvPr>
            <p:cNvSpPr/>
            <p:nvPr/>
          </p:nvSpPr>
          <p:spPr>
            <a:xfrm>
              <a:off x="1270772" y="3071789"/>
              <a:ext cx="20277" cy="17291"/>
            </a:xfrm>
            <a:prstGeom prst="rect">
              <a:avLst/>
            </a:prstGeom>
            <a:solidFill>
              <a:srgbClr val="C9DEE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8" name="Density voxel cell">
              <a:extLst>
                <a:ext uri="{FF2B5EF4-FFF2-40B4-BE49-F238E27FC236}">
                  <a16:creationId xmlns:a16="http://schemas.microsoft.com/office/drawing/2014/main" id="{233CD169-FEBD-C7E5-0057-F42B230601EB}"/>
                </a:ext>
              </a:extLst>
            </p:cNvPr>
            <p:cNvSpPr/>
            <p:nvPr/>
          </p:nvSpPr>
          <p:spPr>
            <a:xfrm>
              <a:off x="1293349" y="3071789"/>
              <a:ext cx="20277" cy="17291"/>
            </a:xfrm>
            <a:prstGeom prst="rect">
              <a:avLst/>
            </a:prstGeom>
            <a:solidFill>
              <a:srgbClr val="AECDE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59" name="Density voxel cell">
              <a:extLst>
                <a:ext uri="{FF2B5EF4-FFF2-40B4-BE49-F238E27FC236}">
                  <a16:creationId xmlns:a16="http://schemas.microsoft.com/office/drawing/2014/main" id="{A78B04AD-B49C-B575-DB43-6D90B8CA84E8}"/>
                </a:ext>
              </a:extLst>
            </p:cNvPr>
            <p:cNvSpPr/>
            <p:nvPr/>
          </p:nvSpPr>
          <p:spPr>
            <a:xfrm>
              <a:off x="1315926" y="3071789"/>
              <a:ext cx="20277" cy="17291"/>
            </a:xfrm>
            <a:prstGeom prst="rect">
              <a:avLst/>
            </a:prstGeom>
            <a:solidFill>
              <a:srgbClr val="76AB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0" name="Density voxel cell">
              <a:extLst>
                <a:ext uri="{FF2B5EF4-FFF2-40B4-BE49-F238E27FC236}">
                  <a16:creationId xmlns:a16="http://schemas.microsoft.com/office/drawing/2014/main" id="{E373329B-E269-33B9-47CE-CBD9BD567DEE}"/>
                </a:ext>
              </a:extLst>
            </p:cNvPr>
            <p:cNvSpPr/>
            <p:nvPr/>
          </p:nvSpPr>
          <p:spPr>
            <a:xfrm>
              <a:off x="1338503" y="3071789"/>
              <a:ext cx="20277" cy="17291"/>
            </a:xfrm>
            <a:prstGeom prst="rect">
              <a:avLst/>
            </a:prstGeom>
            <a:solidFill>
              <a:srgbClr val="66A1C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1" name="Density voxel cell">
              <a:extLst>
                <a:ext uri="{FF2B5EF4-FFF2-40B4-BE49-F238E27FC236}">
                  <a16:creationId xmlns:a16="http://schemas.microsoft.com/office/drawing/2014/main" id="{89C9FB42-58FB-C06E-EF6F-6A4979B619DD}"/>
                </a:ext>
              </a:extLst>
            </p:cNvPr>
            <p:cNvSpPr/>
            <p:nvPr/>
          </p:nvSpPr>
          <p:spPr>
            <a:xfrm>
              <a:off x="1361080" y="3071789"/>
              <a:ext cx="20277" cy="17291"/>
            </a:xfrm>
            <a:prstGeom prst="rect">
              <a:avLst/>
            </a:prstGeom>
            <a:solidFill>
              <a:srgbClr val="A1C6E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2" name="Density voxel cell">
              <a:extLst>
                <a:ext uri="{FF2B5EF4-FFF2-40B4-BE49-F238E27FC236}">
                  <a16:creationId xmlns:a16="http://schemas.microsoft.com/office/drawing/2014/main" id="{E8E29BAB-F2E0-1C1F-885E-8286115BA070}"/>
                </a:ext>
              </a:extLst>
            </p:cNvPr>
            <p:cNvSpPr/>
            <p:nvPr/>
          </p:nvSpPr>
          <p:spPr>
            <a:xfrm>
              <a:off x="1383657" y="3071789"/>
              <a:ext cx="20277" cy="17291"/>
            </a:xfrm>
            <a:prstGeom prst="rect">
              <a:avLst/>
            </a:prstGeom>
            <a:solidFill>
              <a:srgbClr val="DDEBF5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3" name="Density voxel cell">
              <a:extLst>
                <a:ext uri="{FF2B5EF4-FFF2-40B4-BE49-F238E27FC236}">
                  <a16:creationId xmlns:a16="http://schemas.microsoft.com/office/drawing/2014/main" id="{75D528CE-9C97-1CF6-8C79-C0F9962F0830}"/>
                </a:ext>
              </a:extLst>
            </p:cNvPr>
            <p:cNvSpPr/>
            <p:nvPr/>
          </p:nvSpPr>
          <p:spPr>
            <a:xfrm>
              <a:off x="1406234" y="3071789"/>
              <a:ext cx="20277" cy="17291"/>
            </a:xfrm>
            <a:prstGeom prst="rect">
              <a:avLst/>
            </a:prstGeom>
            <a:solidFill>
              <a:srgbClr val="F3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4" name="Density voxel cell">
              <a:extLst>
                <a:ext uri="{FF2B5EF4-FFF2-40B4-BE49-F238E27FC236}">
                  <a16:creationId xmlns:a16="http://schemas.microsoft.com/office/drawing/2014/main" id="{02428E50-E939-8EF0-A73E-7EFF4C3BBE70}"/>
                </a:ext>
              </a:extLst>
            </p:cNvPr>
            <p:cNvSpPr/>
            <p:nvPr/>
          </p:nvSpPr>
          <p:spPr>
            <a:xfrm>
              <a:off x="1180465" y="3091379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5" name="Density voxel cell">
              <a:extLst>
                <a:ext uri="{FF2B5EF4-FFF2-40B4-BE49-F238E27FC236}">
                  <a16:creationId xmlns:a16="http://schemas.microsoft.com/office/drawing/2014/main" id="{F81743CA-F6DF-D91B-C3E8-BFE02C7351D0}"/>
                </a:ext>
              </a:extLst>
            </p:cNvPr>
            <p:cNvSpPr/>
            <p:nvPr/>
          </p:nvSpPr>
          <p:spPr>
            <a:xfrm>
              <a:off x="1203042" y="3091379"/>
              <a:ext cx="20277" cy="17291"/>
            </a:xfrm>
            <a:prstGeom prst="rect">
              <a:avLst/>
            </a:prstGeom>
            <a:solidFill>
              <a:srgbClr val="F2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6" name="Density voxel cell">
              <a:extLst>
                <a:ext uri="{FF2B5EF4-FFF2-40B4-BE49-F238E27FC236}">
                  <a16:creationId xmlns:a16="http://schemas.microsoft.com/office/drawing/2014/main" id="{567B5E9B-8195-E7C2-DD90-053E494EA712}"/>
                </a:ext>
              </a:extLst>
            </p:cNvPr>
            <p:cNvSpPr/>
            <p:nvPr/>
          </p:nvSpPr>
          <p:spPr>
            <a:xfrm>
              <a:off x="1225619" y="3091379"/>
              <a:ext cx="20277" cy="17291"/>
            </a:xfrm>
            <a:prstGeom prst="rect">
              <a:avLst/>
            </a:prstGeom>
            <a:solidFill>
              <a:srgbClr val="EDF5F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7" name="Density voxel cell">
              <a:extLst>
                <a:ext uri="{FF2B5EF4-FFF2-40B4-BE49-F238E27FC236}">
                  <a16:creationId xmlns:a16="http://schemas.microsoft.com/office/drawing/2014/main" id="{437C888C-5EB4-D1D5-64CD-5B2D31ECBD1C}"/>
                </a:ext>
              </a:extLst>
            </p:cNvPr>
            <p:cNvSpPr/>
            <p:nvPr/>
          </p:nvSpPr>
          <p:spPr>
            <a:xfrm>
              <a:off x="1248195" y="3091379"/>
              <a:ext cx="20277" cy="17291"/>
            </a:xfrm>
            <a:prstGeom prst="rect">
              <a:avLst/>
            </a:prstGeom>
            <a:solidFill>
              <a:srgbClr val="E8F2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8" name="Density voxel cell">
              <a:extLst>
                <a:ext uri="{FF2B5EF4-FFF2-40B4-BE49-F238E27FC236}">
                  <a16:creationId xmlns:a16="http://schemas.microsoft.com/office/drawing/2014/main" id="{67177DD2-52AD-D2DC-6B0C-CE46B5C8AB93}"/>
                </a:ext>
              </a:extLst>
            </p:cNvPr>
            <p:cNvSpPr/>
            <p:nvPr/>
          </p:nvSpPr>
          <p:spPr>
            <a:xfrm>
              <a:off x="1270772" y="3091379"/>
              <a:ext cx="20277" cy="17291"/>
            </a:xfrm>
            <a:prstGeom prst="rect">
              <a:avLst/>
            </a:prstGeom>
            <a:solidFill>
              <a:srgbClr val="E0EDF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69" name="Density voxel cell">
              <a:extLst>
                <a:ext uri="{FF2B5EF4-FFF2-40B4-BE49-F238E27FC236}">
                  <a16:creationId xmlns:a16="http://schemas.microsoft.com/office/drawing/2014/main" id="{390C67CD-39FD-A7A3-FF86-854A079F1972}"/>
                </a:ext>
              </a:extLst>
            </p:cNvPr>
            <p:cNvSpPr/>
            <p:nvPr/>
          </p:nvSpPr>
          <p:spPr>
            <a:xfrm>
              <a:off x="1293349" y="3091379"/>
              <a:ext cx="20277" cy="17291"/>
            </a:xfrm>
            <a:prstGeom prst="rect">
              <a:avLst/>
            </a:prstGeom>
            <a:solidFill>
              <a:srgbClr val="C2DAE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0" name="Density voxel cell">
              <a:extLst>
                <a:ext uri="{FF2B5EF4-FFF2-40B4-BE49-F238E27FC236}">
                  <a16:creationId xmlns:a16="http://schemas.microsoft.com/office/drawing/2014/main" id="{0472FD8B-8575-FB6E-536D-722A71488750}"/>
                </a:ext>
              </a:extLst>
            </p:cNvPr>
            <p:cNvSpPr/>
            <p:nvPr/>
          </p:nvSpPr>
          <p:spPr>
            <a:xfrm>
              <a:off x="1315926" y="3091379"/>
              <a:ext cx="20277" cy="17291"/>
            </a:xfrm>
            <a:prstGeom prst="rect">
              <a:avLst/>
            </a:prstGeom>
            <a:solidFill>
              <a:srgbClr val="8AB8D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1" name="Density voxel cell">
              <a:extLst>
                <a:ext uri="{FF2B5EF4-FFF2-40B4-BE49-F238E27FC236}">
                  <a16:creationId xmlns:a16="http://schemas.microsoft.com/office/drawing/2014/main" id="{1B9485FE-010C-F221-370D-F35EA3A77FD7}"/>
                </a:ext>
              </a:extLst>
            </p:cNvPr>
            <p:cNvSpPr/>
            <p:nvPr/>
          </p:nvSpPr>
          <p:spPr>
            <a:xfrm>
              <a:off x="1338503" y="3091379"/>
              <a:ext cx="20277" cy="17291"/>
            </a:xfrm>
            <a:prstGeom prst="rect">
              <a:avLst/>
            </a:prstGeom>
            <a:solidFill>
              <a:srgbClr val="78ACD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2" name="Density voxel cell">
              <a:extLst>
                <a:ext uri="{FF2B5EF4-FFF2-40B4-BE49-F238E27FC236}">
                  <a16:creationId xmlns:a16="http://schemas.microsoft.com/office/drawing/2014/main" id="{E4F281DC-25B5-EEB5-0A4C-71BF432C1AF2}"/>
                </a:ext>
              </a:extLst>
            </p:cNvPr>
            <p:cNvSpPr/>
            <p:nvPr/>
          </p:nvSpPr>
          <p:spPr>
            <a:xfrm>
              <a:off x="1361080" y="3091379"/>
              <a:ext cx="20277" cy="17291"/>
            </a:xfrm>
            <a:prstGeom prst="rect">
              <a:avLst/>
            </a:prstGeom>
            <a:solidFill>
              <a:srgbClr val="ABCCE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3" name="Density voxel cell">
              <a:extLst>
                <a:ext uri="{FF2B5EF4-FFF2-40B4-BE49-F238E27FC236}">
                  <a16:creationId xmlns:a16="http://schemas.microsoft.com/office/drawing/2014/main" id="{FBA1F386-8BED-0209-20FD-A492341E9C24}"/>
                </a:ext>
              </a:extLst>
            </p:cNvPr>
            <p:cNvSpPr/>
            <p:nvPr/>
          </p:nvSpPr>
          <p:spPr>
            <a:xfrm>
              <a:off x="1383657" y="3091379"/>
              <a:ext cx="20277" cy="17291"/>
            </a:xfrm>
            <a:prstGeom prst="rect">
              <a:avLst/>
            </a:prstGeom>
            <a:solidFill>
              <a:srgbClr val="E0EDF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4" name="Density voxel cell">
              <a:extLst>
                <a:ext uri="{FF2B5EF4-FFF2-40B4-BE49-F238E27FC236}">
                  <a16:creationId xmlns:a16="http://schemas.microsoft.com/office/drawing/2014/main" id="{BD2320C7-2820-4F0E-0BAA-C704E661014C}"/>
                </a:ext>
              </a:extLst>
            </p:cNvPr>
            <p:cNvSpPr/>
            <p:nvPr/>
          </p:nvSpPr>
          <p:spPr>
            <a:xfrm>
              <a:off x="1406234" y="3091379"/>
              <a:ext cx="20277" cy="17291"/>
            </a:xfrm>
            <a:prstGeom prst="rect">
              <a:avLst/>
            </a:prstGeom>
            <a:solidFill>
              <a:srgbClr val="F4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5" name="Density voxel cell">
              <a:extLst>
                <a:ext uri="{FF2B5EF4-FFF2-40B4-BE49-F238E27FC236}">
                  <a16:creationId xmlns:a16="http://schemas.microsoft.com/office/drawing/2014/main" id="{791DA4EC-F207-4355-726B-29C7909419F2}"/>
                </a:ext>
              </a:extLst>
            </p:cNvPr>
            <p:cNvSpPr/>
            <p:nvPr/>
          </p:nvSpPr>
          <p:spPr>
            <a:xfrm>
              <a:off x="1180465" y="3110970"/>
              <a:ext cx="20277" cy="17291"/>
            </a:xfrm>
            <a:prstGeom prst="rect">
              <a:avLst/>
            </a:prstGeom>
            <a:solidFill>
              <a:srgbClr val="F6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6" name="Density voxel cell">
              <a:extLst>
                <a:ext uri="{FF2B5EF4-FFF2-40B4-BE49-F238E27FC236}">
                  <a16:creationId xmlns:a16="http://schemas.microsoft.com/office/drawing/2014/main" id="{C5200CDC-C1AD-5612-A9E5-92C188E339A4}"/>
                </a:ext>
              </a:extLst>
            </p:cNvPr>
            <p:cNvSpPr/>
            <p:nvPr/>
          </p:nvSpPr>
          <p:spPr>
            <a:xfrm>
              <a:off x="1203042" y="3110970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7" name="Density voxel cell">
              <a:extLst>
                <a:ext uri="{FF2B5EF4-FFF2-40B4-BE49-F238E27FC236}">
                  <a16:creationId xmlns:a16="http://schemas.microsoft.com/office/drawing/2014/main" id="{F20B94B5-E3AC-3C4A-E435-6361A575B5C7}"/>
                </a:ext>
              </a:extLst>
            </p:cNvPr>
            <p:cNvSpPr/>
            <p:nvPr/>
          </p:nvSpPr>
          <p:spPr>
            <a:xfrm>
              <a:off x="1225619" y="3110970"/>
              <a:ext cx="20277" cy="17291"/>
            </a:xfrm>
            <a:prstGeom prst="rect">
              <a:avLst/>
            </a:prstGeom>
            <a:solidFill>
              <a:srgbClr val="F4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8" name="Density voxel cell">
              <a:extLst>
                <a:ext uri="{FF2B5EF4-FFF2-40B4-BE49-F238E27FC236}">
                  <a16:creationId xmlns:a16="http://schemas.microsoft.com/office/drawing/2014/main" id="{C9F49614-963A-B610-A044-90733889FB62}"/>
                </a:ext>
              </a:extLst>
            </p:cNvPr>
            <p:cNvSpPr/>
            <p:nvPr/>
          </p:nvSpPr>
          <p:spPr>
            <a:xfrm>
              <a:off x="1248195" y="3110970"/>
              <a:ext cx="20277" cy="17291"/>
            </a:xfrm>
            <a:prstGeom prst="rect">
              <a:avLst/>
            </a:prstGeom>
            <a:solidFill>
              <a:srgbClr val="F2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79" name="Density voxel cell">
              <a:extLst>
                <a:ext uri="{FF2B5EF4-FFF2-40B4-BE49-F238E27FC236}">
                  <a16:creationId xmlns:a16="http://schemas.microsoft.com/office/drawing/2014/main" id="{485F27DA-74DA-5260-DC15-A5EF7BC77E08}"/>
                </a:ext>
              </a:extLst>
            </p:cNvPr>
            <p:cNvSpPr/>
            <p:nvPr/>
          </p:nvSpPr>
          <p:spPr>
            <a:xfrm>
              <a:off x="1270772" y="3110970"/>
              <a:ext cx="20277" cy="17291"/>
            </a:xfrm>
            <a:prstGeom prst="rect">
              <a:avLst/>
            </a:prstGeom>
            <a:solidFill>
              <a:srgbClr val="EFF6F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0" name="Density voxel cell">
              <a:extLst>
                <a:ext uri="{FF2B5EF4-FFF2-40B4-BE49-F238E27FC236}">
                  <a16:creationId xmlns:a16="http://schemas.microsoft.com/office/drawing/2014/main" id="{3BD24B1C-E57B-608E-2846-BEC2E7789BF8}"/>
                </a:ext>
              </a:extLst>
            </p:cNvPr>
            <p:cNvSpPr/>
            <p:nvPr/>
          </p:nvSpPr>
          <p:spPr>
            <a:xfrm>
              <a:off x="1293349" y="3110970"/>
              <a:ext cx="20277" cy="17291"/>
            </a:xfrm>
            <a:prstGeom prst="rect">
              <a:avLst/>
            </a:prstGeom>
            <a:solidFill>
              <a:srgbClr val="E0EDF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1" name="Density voxel cell">
              <a:extLst>
                <a:ext uri="{FF2B5EF4-FFF2-40B4-BE49-F238E27FC236}">
                  <a16:creationId xmlns:a16="http://schemas.microsoft.com/office/drawing/2014/main" id="{ABDD6ABC-C670-F257-1D49-85B687DE86C2}"/>
                </a:ext>
              </a:extLst>
            </p:cNvPr>
            <p:cNvSpPr/>
            <p:nvPr/>
          </p:nvSpPr>
          <p:spPr>
            <a:xfrm>
              <a:off x="1315926" y="3110970"/>
              <a:ext cx="20277" cy="17291"/>
            </a:xfrm>
            <a:prstGeom prst="rect">
              <a:avLst/>
            </a:prstGeom>
            <a:solidFill>
              <a:srgbClr val="C6DD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2" name="Density voxel cell">
              <a:extLst>
                <a:ext uri="{FF2B5EF4-FFF2-40B4-BE49-F238E27FC236}">
                  <a16:creationId xmlns:a16="http://schemas.microsoft.com/office/drawing/2014/main" id="{5E004E6D-80D3-24E8-9F61-965C40CDCA94}"/>
                </a:ext>
              </a:extLst>
            </p:cNvPr>
            <p:cNvSpPr/>
            <p:nvPr/>
          </p:nvSpPr>
          <p:spPr>
            <a:xfrm>
              <a:off x="1338503" y="3110970"/>
              <a:ext cx="20277" cy="17291"/>
            </a:xfrm>
            <a:prstGeom prst="rect">
              <a:avLst/>
            </a:prstGeom>
            <a:solidFill>
              <a:srgbClr val="BED7E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3" name="Density voxel cell">
              <a:extLst>
                <a:ext uri="{FF2B5EF4-FFF2-40B4-BE49-F238E27FC236}">
                  <a16:creationId xmlns:a16="http://schemas.microsoft.com/office/drawing/2014/main" id="{E4EAEBA9-4BDB-13A2-2DF8-9B02FCB0E0E3}"/>
                </a:ext>
              </a:extLst>
            </p:cNvPr>
            <p:cNvSpPr/>
            <p:nvPr/>
          </p:nvSpPr>
          <p:spPr>
            <a:xfrm>
              <a:off x="1361080" y="3110970"/>
              <a:ext cx="20277" cy="17291"/>
            </a:xfrm>
            <a:prstGeom prst="rect">
              <a:avLst/>
            </a:prstGeom>
            <a:solidFill>
              <a:srgbClr val="D5E6F2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4" name="Density voxel cell">
              <a:extLst>
                <a:ext uri="{FF2B5EF4-FFF2-40B4-BE49-F238E27FC236}">
                  <a16:creationId xmlns:a16="http://schemas.microsoft.com/office/drawing/2014/main" id="{C55EF68D-47DE-6970-D285-BA41F8F84F61}"/>
                </a:ext>
              </a:extLst>
            </p:cNvPr>
            <p:cNvSpPr/>
            <p:nvPr/>
          </p:nvSpPr>
          <p:spPr>
            <a:xfrm>
              <a:off x="1383657" y="3110970"/>
              <a:ext cx="20277" cy="17291"/>
            </a:xfrm>
            <a:prstGeom prst="rect">
              <a:avLst/>
            </a:prstGeom>
            <a:solidFill>
              <a:srgbClr val="EDF5F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5" name="Density voxel cell">
              <a:extLst>
                <a:ext uri="{FF2B5EF4-FFF2-40B4-BE49-F238E27FC236}">
                  <a16:creationId xmlns:a16="http://schemas.microsoft.com/office/drawing/2014/main" id="{698EE93B-CD3D-2BF2-C390-AEB56B50AA1C}"/>
                </a:ext>
              </a:extLst>
            </p:cNvPr>
            <p:cNvSpPr/>
            <p:nvPr/>
          </p:nvSpPr>
          <p:spPr>
            <a:xfrm>
              <a:off x="1406234" y="3110970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6" name="Density voxel cell">
              <a:extLst>
                <a:ext uri="{FF2B5EF4-FFF2-40B4-BE49-F238E27FC236}">
                  <a16:creationId xmlns:a16="http://schemas.microsoft.com/office/drawing/2014/main" id="{6834CA26-32C8-D962-7881-DCBF2125F1E7}"/>
                </a:ext>
              </a:extLst>
            </p:cNvPr>
            <p:cNvSpPr/>
            <p:nvPr/>
          </p:nvSpPr>
          <p:spPr>
            <a:xfrm>
              <a:off x="1180465" y="3130560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7" name="Density voxel cell">
              <a:extLst>
                <a:ext uri="{FF2B5EF4-FFF2-40B4-BE49-F238E27FC236}">
                  <a16:creationId xmlns:a16="http://schemas.microsoft.com/office/drawing/2014/main" id="{5E3D5964-6562-BB5A-F8FD-57ED28074506}"/>
                </a:ext>
              </a:extLst>
            </p:cNvPr>
            <p:cNvSpPr/>
            <p:nvPr/>
          </p:nvSpPr>
          <p:spPr>
            <a:xfrm>
              <a:off x="1203042" y="3130560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8" name="Density voxel cell">
              <a:extLst>
                <a:ext uri="{FF2B5EF4-FFF2-40B4-BE49-F238E27FC236}">
                  <a16:creationId xmlns:a16="http://schemas.microsoft.com/office/drawing/2014/main" id="{D5DC6309-4FE2-3123-0FE9-5EC8935B910C}"/>
                </a:ext>
              </a:extLst>
            </p:cNvPr>
            <p:cNvSpPr/>
            <p:nvPr/>
          </p:nvSpPr>
          <p:spPr>
            <a:xfrm>
              <a:off x="1225619" y="3130560"/>
              <a:ext cx="20277" cy="17291"/>
            </a:xfrm>
            <a:prstGeom prst="rect">
              <a:avLst/>
            </a:prstGeom>
            <a:solidFill>
              <a:srgbClr val="F6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89" name="Density voxel cell">
              <a:extLst>
                <a:ext uri="{FF2B5EF4-FFF2-40B4-BE49-F238E27FC236}">
                  <a16:creationId xmlns:a16="http://schemas.microsoft.com/office/drawing/2014/main" id="{4A4FADAD-B80D-5ACA-405F-56868FB8E113}"/>
                </a:ext>
              </a:extLst>
            </p:cNvPr>
            <p:cNvSpPr/>
            <p:nvPr/>
          </p:nvSpPr>
          <p:spPr>
            <a:xfrm>
              <a:off x="1248195" y="3130560"/>
              <a:ext cx="20277" cy="17291"/>
            </a:xfrm>
            <a:prstGeom prst="rect">
              <a:avLst/>
            </a:prstGeom>
            <a:solidFill>
              <a:srgbClr val="F6FA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0" name="Density voxel cell">
              <a:extLst>
                <a:ext uri="{FF2B5EF4-FFF2-40B4-BE49-F238E27FC236}">
                  <a16:creationId xmlns:a16="http://schemas.microsoft.com/office/drawing/2014/main" id="{583E2E26-C6D8-4638-2637-9FAF28C59D06}"/>
                </a:ext>
              </a:extLst>
            </p:cNvPr>
            <p:cNvSpPr/>
            <p:nvPr/>
          </p:nvSpPr>
          <p:spPr>
            <a:xfrm>
              <a:off x="1270772" y="3130560"/>
              <a:ext cx="20277" cy="17291"/>
            </a:xfrm>
            <a:prstGeom prst="rect">
              <a:avLst/>
            </a:prstGeom>
            <a:solidFill>
              <a:srgbClr val="F5FA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1" name="Density voxel cell">
              <a:extLst>
                <a:ext uri="{FF2B5EF4-FFF2-40B4-BE49-F238E27FC236}">
                  <a16:creationId xmlns:a16="http://schemas.microsoft.com/office/drawing/2014/main" id="{B0846FD2-5DE6-0BF0-221C-6B05EFC57C34}"/>
                </a:ext>
              </a:extLst>
            </p:cNvPr>
            <p:cNvSpPr/>
            <p:nvPr/>
          </p:nvSpPr>
          <p:spPr>
            <a:xfrm>
              <a:off x="1293349" y="3130560"/>
              <a:ext cx="20277" cy="17291"/>
            </a:xfrm>
            <a:prstGeom prst="rect">
              <a:avLst/>
            </a:prstGeom>
            <a:solidFill>
              <a:srgbClr val="F2F8F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2" name="Density voxel cell">
              <a:extLst>
                <a:ext uri="{FF2B5EF4-FFF2-40B4-BE49-F238E27FC236}">
                  <a16:creationId xmlns:a16="http://schemas.microsoft.com/office/drawing/2014/main" id="{D6A26C51-95BC-A1E2-FFF2-6C4B262754AD}"/>
                </a:ext>
              </a:extLst>
            </p:cNvPr>
            <p:cNvSpPr/>
            <p:nvPr/>
          </p:nvSpPr>
          <p:spPr>
            <a:xfrm>
              <a:off x="1315926" y="3130560"/>
              <a:ext cx="20277" cy="17291"/>
            </a:xfrm>
            <a:prstGeom prst="rect">
              <a:avLst/>
            </a:prstGeom>
            <a:solidFill>
              <a:srgbClr val="ECF4F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3" name="Density voxel cell">
              <a:extLst>
                <a:ext uri="{FF2B5EF4-FFF2-40B4-BE49-F238E27FC236}">
                  <a16:creationId xmlns:a16="http://schemas.microsoft.com/office/drawing/2014/main" id="{5E08E8A1-D274-5576-92AC-83416D91C2AF}"/>
                </a:ext>
              </a:extLst>
            </p:cNvPr>
            <p:cNvSpPr/>
            <p:nvPr/>
          </p:nvSpPr>
          <p:spPr>
            <a:xfrm>
              <a:off x="1338503" y="3130560"/>
              <a:ext cx="20277" cy="17291"/>
            </a:xfrm>
            <a:prstGeom prst="rect">
              <a:avLst/>
            </a:prstGeom>
            <a:solidFill>
              <a:srgbClr val="EAF3F9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4" name="Density voxel cell">
              <a:extLst>
                <a:ext uri="{FF2B5EF4-FFF2-40B4-BE49-F238E27FC236}">
                  <a16:creationId xmlns:a16="http://schemas.microsoft.com/office/drawing/2014/main" id="{1703A6D7-7C4E-382A-0AB4-BF738D09CAE8}"/>
                </a:ext>
              </a:extLst>
            </p:cNvPr>
            <p:cNvSpPr/>
            <p:nvPr/>
          </p:nvSpPr>
          <p:spPr>
            <a:xfrm>
              <a:off x="1361080" y="3130560"/>
              <a:ext cx="20277" cy="17291"/>
            </a:xfrm>
            <a:prstGeom prst="rect">
              <a:avLst/>
            </a:prstGeom>
            <a:solidFill>
              <a:srgbClr val="EFF6F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5" name="Density voxel cell">
              <a:extLst>
                <a:ext uri="{FF2B5EF4-FFF2-40B4-BE49-F238E27FC236}">
                  <a16:creationId xmlns:a16="http://schemas.microsoft.com/office/drawing/2014/main" id="{1F3C729F-004A-3286-EC69-46BAC4BF26A1}"/>
                </a:ext>
              </a:extLst>
            </p:cNvPr>
            <p:cNvSpPr/>
            <p:nvPr/>
          </p:nvSpPr>
          <p:spPr>
            <a:xfrm>
              <a:off x="1383657" y="3130560"/>
              <a:ext cx="20277" cy="17291"/>
            </a:xfrm>
            <a:prstGeom prst="rect">
              <a:avLst/>
            </a:prstGeom>
            <a:solidFill>
              <a:srgbClr val="F5F9F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96" name="Density voxel cell">
              <a:extLst>
                <a:ext uri="{FF2B5EF4-FFF2-40B4-BE49-F238E27FC236}">
                  <a16:creationId xmlns:a16="http://schemas.microsoft.com/office/drawing/2014/main" id="{FE168EEC-3163-0F93-F72E-A96C3EE67157}"/>
                </a:ext>
              </a:extLst>
            </p:cNvPr>
            <p:cNvSpPr/>
            <p:nvPr/>
          </p:nvSpPr>
          <p:spPr>
            <a:xfrm>
              <a:off x="1406234" y="3130560"/>
              <a:ext cx="20277" cy="17291"/>
            </a:xfrm>
            <a:prstGeom prst="rect">
              <a:avLst/>
            </a:prstGeom>
            <a:solidFill>
              <a:srgbClr val="F7FBF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497" name="path_2494">
              <a:extLst>
                <a:ext uri="{FF2B5EF4-FFF2-40B4-BE49-F238E27FC236}">
                  <a16:creationId xmlns:a16="http://schemas.microsoft.com/office/drawing/2014/main" id="{799387D9-7A49-9398-861C-D424E0DF0775}"/>
                </a:ext>
              </a:extLst>
            </p:cNvPr>
            <p:cNvCxnSpPr/>
            <p:nvPr/>
          </p:nvCxnSpPr>
          <p:spPr>
            <a:xfrm>
              <a:off x="1179315" y="2933505"/>
              <a:ext cx="248346" cy="0"/>
            </a:xfrm>
            <a:prstGeom prst="line">
              <a:avLst/>
            </a:prstGeom>
            <a:noFill/>
            <a:ln w="2628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8" name="path_2495">
              <a:extLst>
                <a:ext uri="{FF2B5EF4-FFF2-40B4-BE49-F238E27FC236}">
                  <a16:creationId xmlns:a16="http://schemas.microsoft.com/office/drawing/2014/main" id="{D7DB86AF-B33F-58B0-7CE4-8F9B0CEBDC47}"/>
                </a:ext>
              </a:extLst>
            </p:cNvPr>
            <p:cNvCxnSpPr/>
            <p:nvPr/>
          </p:nvCxnSpPr>
          <p:spPr>
            <a:xfrm>
              <a:off x="1427661" y="2933505"/>
              <a:ext cx="0" cy="215496"/>
            </a:xfrm>
            <a:prstGeom prst="line">
              <a:avLst/>
            </a:prstGeom>
            <a:noFill/>
            <a:ln w="2628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" name="Text | 48³ crop">
            <a:extLst>
              <a:ext uri="{FF2B5EF4-FFF2-40B4-BE49-F238E27FC236}">
                <a16:creationId xmlns:a16="http://schemas.microsoft.com/office/drawing/2014/main" id="{157932E1-7F8B-F622-EFA0-E8B5C1E29D86}"/>
              </a:ext>
            </a:extLst>
          </p:cNvPr>
          <p:cNvSpPr txBox="1"/>
          <p:nvPr/>
        </p:nvSpPr>
        <p:spPr>
          <a:xfrm>
            <a:off x="699656" y="2747252"/>
            <a:ext cx="356890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48³ crop</a:t>
            </a:r>
            <a:endParaRPr lang="en-US" sz="621"/>
          </a:p>
        </p:txBody>
      </p:sp>
      <p:grpSp>
        <p:nvGrpSpPr>
          <p:cNvPr id="12" name="Arrow | shared_input → match_crop">
            <a:extLst>
              <a:ext uri="{FF2B5EF4-FFF2-40B4-BE49-F238E27FC236}">
                <a16:creationId xmlns:a16="http://schemas.microsoft.com/office/drawing/2014/main" id="{BB9463CB-5367-1B13-6C17-E812B1C6737C}"/>
              </a:ext>
            </a:extLst>
          </p:cNvPr>
          <p:cNvGrpSpPr/>
          <p:nvPr/>
        </p:nvGrpSpPr>
        <p:grpSpPr>
          <a:xfrm>
            <a:off x="526606" y="2578518"/>
            <a:ext cx="180675" cy="28678"/>
            <a:chOff x="959220" y="3037426"/>
            <a:chExt cx="180675" cy="28678"/>
          </a:xfrm>
        </p:grpSpPr>
        <p:cxnSp>
          <p:nvCxnSpPr>
            <p:cNvPr id="371" name="Arrow | shared_input → match_crop | path">
              <a:extLst>
                <a:ext uri="{FF2B5EF4-FFF2-40B4-BE49-F238E27FC236}">
                  <a16:creationId xmlns:a16="http://schemas.microsoft.com/office/drawing/2014/main" id="{2736BE4D-4DC4-E569-A987-C4515344F7FF}"/>
                </a:ext>
              </a:extLst>
            </p:cNvPr>
            <p:cNvCxnSpPr/>
            <p:nvPr/>
          </p:nvCxnSpPr>
          <p:spPr>
            <a:xfrm>
              <a:off x="959220" y="3051765"/>
              <a:ext cx="180675" cy="0"/>
            </a:xfrm>
            <a:prstGeom prst="line">
              <a:avLst/>
            </a:prstGeom>
            <a:noFill/>
            <a:ln w="6898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2" name="Arrow | shared_input → match_crop | editable arrowhead">
              <a:extLst>
                <a:ext uri="{FF2B5EF4-FFF2-40B4-BE49-F238E27FC236}">
                  <a16:creationId xmlns:a16="http://schemas.microsoft.com/office/drawing/2014/main" id="{9A12E7CB-30D9-EF0B-D433-065EE4D351BA}"/>
                </a:ext>
              </a:extLst>
            </p:cNvPr>
            <p:cNvSpPr/>
            <p:nvPr/>
          </p:nvSpPr>
          <p:spPr>
            <a:xfrm>
              <a:off x="1106552" y="3037426"/>
              <a:ext cx="33343" cy="28678"/>
            </a:xfrm>
            <a:custGeom>
              <a:avLst/>
              <a:gdLst/>
              <a:ahLst/>
              <a:cxnLst/>
              <a:rect l="0" t="0" r="w" b="h"/>
              <a:pathLst>
                <a:path w="33343" h="28678" stroke="0" extrusionOk="0">
                  <a:moveTo>
                    <a:pt x="33343" y="14339"/>
                  </a:moveTo>
                  <a:lnTo>
                    <a:pt x="0" y="28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3" name="Arrow | match_crop → match_unet">
            <a:extLst>
              <a:ext uri="{FF2B5EF4-FFF2-40B4-BE49-F238E27FC236}">
                <a16:creationId xmlns:a16="http://schemas.microsoft.com/office/drawing/2014/main" id="{4F41E1E2-9C81-92B5-0E3F-A72F10D1D57F}"/>
              </a:ext>
            </a:extLst>
          </p:cNvPr>
          <p:cNvGrpSpPr/>
          <p:nvPr/>
        </p:nvGrpSpPr>
        <p:grpSpPr>
          <a:xfrm>
            <a:off x="1071916" y="2578732"/>
            <a:ext cx="154395" cy="28251"/>
            <a:chOff x="1504530" y="3037640"/>
            <a:chExt cx="154395" cy="28251"/>
          </a:xfrm>
        </p:grpSpPr>
        <p:cxnSp>
          <p:nvCxnSpPr>
            <p:cNvPr id="369" name="Arrow | match_crop → match_unet | path">
              <a:extLst>
                <a:ext uri="{FF2B5EF4-FFF2-40B4-BE49-F238E27FC236}">
                  <a16:creationId xmlns:a16="http://schemas.microsoft.com/office/drawing/2014/main" id="{081EB11A-3B60-E81E-7678-7BD7C8FAA328}"/>
                </a:ext>
              </a:extLst>
            </p:cNvPr>
            <p:cNvCxnSpPr/>
            <p:nvPr/>
          </p:nvCxnSpPr>
          <p:spPr>
            <a:xfrm>
              <a:off x="1504530" y="3051765"/>
              <a:ext cx="154395" cy="0"/>
            </a:xfrm>
            <a:prstGeom prst="line">
              <a:avLst/>
            </a:prstGeom>
            <a:noFill/>
            <a:ln w="65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0" name="Arrow | match_crop → match_unet | editable arrowhead">
              <a:extLst>
                <a:ext uri="{FF2B5EF4-FFF2-40B4-BE49-F238E27FC236}">
                  <a16:creationId xmlns:a16="http://schemas.microsoft.com/office/drawing/2014/main" id="{6ECCBA49-4354-2CB2-75A5-549EE41164C0}"/>
                </a:ext>
              </a:extLst>
            </p:cNvPr>
            <p:cNvSpPr/>
            <p:nvPr/>
          </p:nvSpPr>
          <p:spPr>
            <a:xfrm>
              <a:off x="1626075" y="3037640"/>
              <a:ext cx="32850" cy="28251"/>
            </a:xfrm>
            <a:custGeom>
              <a:avLst/>
              <a:gdLst/>
              <a:ahLst/>
              <a:cxnLst/>
              <a:rect l="0" t="0" r="w" b="h"/>
              <a:pathLst>
                <a:path w="32850" h="28251" stroke="0" extrusionOk="0">
                  <a:moveTo>
                    <a:pt x="32850" y="14125"/>
                  </a:moveTo>
                  <a:lnTo>
                    <a:pt x="0" y="28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4" name="Match | compact U-Net operator">
            <a:extLst>
              <a:ext uri="{FF2B5EF4-FFF2-40B4-BE49-F238E27FC236}">
                <a16:creationId xmlns:a16="http://schemas.microsoft.com/office/drawing/2014/main" id="{6128B88F-43E7-0942-7C4A-9552DEAED3C7}"/>
              </a:ext>
            </a:extLst>
          </p:cNvPr>
          <p:cNvGrpSpPr/>
          <p:nvPr/>
        </p:nvGrpSpPr>
        <p:grpSpPr>
          <a:xfrm>
            <a:off x="1247945" y="2461457"/>
            <a:ext cx="333146" cy="216810"/>
            <a:chOff x="1680559" y="2920365"/>
            <a:chExt cx="333146" cy="216810"/>
          </a:xfrm>
        </p:grpSpPr>
        <p:sp>
          <p:nvSpPr>
            <p:cNvPr id="365" name="rect_2499">
              <a:extLst>
                <a:ext uri="{FF2B5EF4-FFF2-40B4-BE49-F238E27FC236}">
                  <a16:creationId xmlns:a16="http://schemas.microsoft.com/office/drawing/2014/main" id="{EA8A9DBE-7A55-2477-6B9B-D1AF7B973F59}"/>
                </a:ext>
              </a:extLst>
            </p:cNvPr>
            <p:cNvSpPr/>
            <p:nvPr/>
          </p:nvSpPr>
          <p:spPr>
            <a:xfrm>
              <a:off x="1757475" y="2920365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6" name="rect_2500">
              <a:extLst>
                <a:ext uri="{FF2B5EF4-FFF2-40B4-BE49-F238E27FC236}">
                  <a16:creationId xmlns:a16="http://schemas.microsoft.com/office/drawing/2014/main" id="{74FC5810-C12E-BEC7-522E-2688E68CB9AB}"/>
                </a:ext>
              </a:extLst>
            </p:cNvPr>
            <p:cNvSpPr/>
            <p:nvPr/>
          </p:nvSpPr>
          <p:spPr>
            <a:xfrm>
              <a:off x="1731195" y="2936790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7" name="rect_2501">
              <a:extLst>
                <a:ext uri="{FF2B5EF4-FFF2-40B4-BE49-F238E27FC236}">
                  <a16:creationId xmlns:a16="http://schemas.microsoft.com/office/drawing/2014/main" id="{09AB4D47-BE4F-1476-F0C4-C6489A07AAE5}"/>
                </a:ext>
              </a:extLst>
            </p:cNvPr>
            <p:cNvSpPr/>
            <p:nvPr/>
          </p:nvSpPr>
          <p:spPr>
            <a:xfrm>
              <a:off x="1704915" y="2953215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8" name="Text | U-Net">
              <a:extLst>
                <a:ext uri="{FF2B5EF4-FFF2-40B4-BE49-F238E27FC236}">
                  <a16:creationId xmlns:a16="http://schemas.microsoft.com/office/drawing/2014/main" id="{6577FB68-AC88-51AF-1B52-0FA4D9D6F355}"/>
                </a:ext>
              </a:extLst>
            </p:cNvPr>
            <p:cNvSpPr txBox="1"/>
            <p:nvPr/>
          </p:nvSpPr>
          <p:spPr>
            <a:xfrm>
              <a:off x="1680559" y="2989350"/>
              <a:ext cx="304942" cy="121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73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U-Net</a:t>
              </a:r>
              <a:endParaRPr lang="en-US" sz="673"/>
            </a:p>
          </p:txBody>
        </p:sp>
      </p:grpSp>
      <p:grpSp>
        <p:nvGrpSpPr>
          <p:cNvPr id="15" name="Arrow | match_unet → hvox">
            <a:extLst>
              <a:ext uri="{FF2B5EF4-FFF2-40B4-BE49-F238E27FC236}">
                <a16:creationId xmlns:a16="http://schemas.microsoft.com/office/drawing/2014/main" id="{D7EE54E8-4599-C15E-A92B-581203BF267F}"/>
              </a:ext>
            </a:extLst>
          </p:cNvPr>
          <p:cNvGrpSpPr/>
          <p:nvPr/>
        </p:nvGrpSpPr>
        <p:grpSpPr>
          <a:xfrm>
            <a:off x="1590946" y="2578304"/>
            <a:ext cx="328500" cy="29105"/>
            <a:chOff x="2023560" y="3037212"/>
            <a:chExt cx="328500" cy="29105"/>
          </a:xfrm>
        </p:grpSpPr>
        <p:cxnSp>
          <p:nvCxnSpPr>
            <p:cNvPr id="363" name="Arrow | match_unet → hvox | path">
              <a:extLst>
                <a:ext uri="{FF2B5EF4-FFF2-40B4-BE49-F238E27FC236}">
                  <a16:creationId xmlns:a16="http://schemas.microsoft.com/office/drawing/2014/main" id="{EC65F68A-CE05-949E-5A81-E025CC39C669}"/>
                </a:ext>
              </a:extLst>
            </p:cNvPr>
            <p:cNvCxnSpPr/>
            <p:nvPr/>
          </p:nvCxnSpPr>
          <p:spPr>
            <a:xfrm>
              <a:off x="2023560" y="3051765"/>
              <a:ext cx="328500" cy="0"/>
            </a:xfrm>
            <a:prstGeom prst="line">
              <a:avLst/>
            </a:prstGeom>
            <a:noFill/>
            <a:ln w="7227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4" name="Arrow | match_unet → hvox | editable arrowhead">
              <a:extLst>
                <a:ext uri="{FF2B5EF4-FFF2-40B4-BE49-F238E27FC236}">
                  <a16:creationId xmlns:a16="http://schemas.microsoft.com/office/drawing/2014/main" id="{18B078D6-6E50-366F-98DB-C119E59E549E}"/>
                </a:ext>
              </a:extLst>
            </p:cNvPr>
            <p:cNvSpPr/>
            <p:nvPr/>
          </p:nvSpPr>
          <p:spPr>
            <a:xfrm>
              <a:off x="2318224" y="3037212"/>
              <a:ext cx="33835" cy="29105"/>
            </a:xfrm>
            <a:custGeom>
              <a:avLst/>
              <a:gdLst/>
              <a:ahLst/>
              <a:cxnLst/>
              <a:rect l="0" t="0" r="w" b="h"/>
              <a:pathLst>
                <a:path w="33835" h="29105" stroke="0" extrusionOk="0">
                  <a:moveTo>
                    <a:pt x="33835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" name="Base voxel summary h_j^vox">
            <a:extLst>
              <a:ext uri="{FF2B5EF4-FFF2-40B4-BE49-F238E27FC236}">
                <a16:creationId xmlns:a16="http://schemas.microsoft.com/office/drawing/2014/main" id="{79AC2BE8-FFB5-CB34-4DD1-EB168FB65885}"/>
              </a:ext>
            </a:extLst>
          </p:cNvPr>
          <p:cNvGrpSpPr/>
          <p:nvPr/>
        </p:nvGrpSpPr>
        <p:grpSpPr>
          <a:xfrm>
            <a:off x="1942441" y="2553437"/>
            <a:ext cx="400770" cy="78840"/>
            <a:chOff x="2375055" y="3012345"/>
            <a:chExt cx="400770" cy="78840"/>
          </a:xfrm>
        </p:grpSpPr>
        <p:sp>
          <p:nvSpPr>
            <p:cNvPr id="356" name="feature_1">
              <a:extLst>
                <a:ext uri="{FF2B5EF4-FFF2-40B4-BE49-F238E27FC236}">
                  <a16:creationId xmlns:a16="http://schemas.microsoft.com/office/drawing/2014/main" id="{29394FE3-BC56-B2A3-2353-E9A847D61D45}"/>
                </a:ext>
              </a:extLst>
            </p:cNvPr>
            <p:cNvSpPr/>
            <p:nvPr/>
          </p:nvSpPr>
          <p:spPr>
            <a:xfrm>
              <a:off x="2375055" y="3012345"/>
              <a:ext cx="54437" cy="78840"/>
            </a:xfrm>
            <a:prstGeom prst="rect">
              <a:avLst/>
            </a:prstGeom>
            <a:solidFill>
              <a:srgbClr val="367FB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7" name="feature_2">
              <a:extLst>
                <a:ext uri="{FF2B5EF4-FFF2-40B4-BE49-F238E27FC236}">
                  <a16:creationId xmlns:a16="http://schemas.microsoft.com/office/drawing/2014/main" id="{6B847FE5-7D0C-46AE-D6A6-0B429D9C70ED}"/>
                </a:ext>
              </a:extLst>
            </p:cNvPr>
            <p:cNvSpPr/>
            <p:nvPr/>
          </p:nvSpPr>
          <p:spPr>
            <a:xfrm>
              <a:off x="2432777" y="3012345"/>
              <a:ext cx="54437" cy="78840"/>
            </a:xfrm>
            <a:prstGeom prst="rect">
              <a:avLst/>
            </a:prstGeom>
            <a:solidFill>
              <a:srgbClr val="7EAE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8" name="feature_3">
              <a:extLst>
                <a:ext uri="{FF2B5EF4-FFF2-40B4-BE49-F238E27FC236}">
                  <a16:creationId xmlns:a16="http://schemas.microsoft.com/office/drawing/2014/main" id="{ECA431BA-AB44-4006-5FA2-541B286DFEC3}"/>
                </a:ext>
              </a:extLst>
            </p:cNvPr>
            <p:cNvSpPr/>
            <p:nvPr/>
          </p:nvSpPr>
          <p:spPr>
            <a:xfrm>
              <a:off x="2490499" y="3012345"/>
              <a:ext cx="54437" cy="78840"/>
            </a:xfrm>
            <a:prstGeom prst="rect">
              <a:avLst/>
            </a:prstGeom>
            <a:solidFill>
              <a:srgbClr val="BCD8E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9" name="feature_4">
              <a:extLst>
                <a:ext uri="{FF2B5EF4-FFF2-40B4-BE49-F238E27FC236}">
                  <a16:creationId xmlns:a16="http://schemas.microsoft.com/office/drawing/2014/main" id="{6B29FB8D-B3FE-A122-980E-845475951D94}"/>
                </a:ext>
              </a:extLst>
            </p:cNvPr>
            <p:cNvSpPr/>
            <p:nvPr/>
          </p:nvSpPr>
          <p:spPr>
            <a:xfrm>
              <a:off x="2548221" y="3012345"/>
              <a:ext cx="54437" cy="78840"/>
            </a:xfrm>
            <a:prstGeom prst="rect">
              <a:avLst/>
            </a:prstGeom>
            <a:solidFill>
              <a:srgbClr val="88C3B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0" name="feature_5">
              <a:extLst>
                <a:ext uri="{FF2B5EF4-FFF2-40B4-BE49-F238E27FC236}">
                  <a16:creationId xmlns:a16="http://schemas.microsoft.com/office/drawing/2014/main" id="{F59B3894-1B47-2C50-5364-F7CEB5D830B6}"/>
                </a:ext>
              </a:extLst>
            </p:cNvPr>
            <p:cNvSpPr/>
            <p:nvPr/>
          </p:nvSpPr>
          <p:spPr>
            <a:xfrm>
              <a:off x="2605944" y="3012345"/>
              <a:ext cx="54437" cy="78840"/>
            </a:xfrm>
            <a:prstGeom prst="rect">
              <a:avLst/>
            </a:prstGeom>
            <a:solidFill>
              <a:srgbClr val="23877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1" name="feature_6">
              <a:extLst>
                <a:ext uri="{FF2B5EF4-FFF2-40B4-BE49-F238E27FC236}">
                  <a16:creationId xmlns:a16="http://schemas.microsoft.com/office/drawing/2014/main" id="{58333F02-3010-74DD-0039-DCC5A70C8F96}"/>
                </a:ext>
              </a:extLst>
            </p:cNvPr>
            <p:cNvSpPr/>
            <p:nvPr/>
          </p:nvSpPr>
          <p:spPr>
            <a:xfrm>
              <a:off x="2663666" y="3012345"/>
              <a:ext cx="54437" cy="78840"/>
            </a:xfrm>
            <a:prstGeom prst="rect">
              <a:avLst/>
            </a:prstGeom>
            <a:solidFill>
              <a:srgbClr val="B1A4C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2" name="feature_7">
              <a:extLst>
                <a:ext uri="{FF2B5EF4-FFF2-40B4-BE49-F238E27FC236}">
                  <a16:creationId xmlns:a16="http://schemas.microsoft.com/office/drawing/2014/main" id="{5453F6F6-9116-A69E-A408-A0B9D7EC45C0}"/>
                </a:ext>
              </a:extLst>
            </p:cNvPr>
            <p:cNvSpPr/>
            <p:nvPr/>
          </p:nvSpPr>
          <p:spPr>
            <a:xfrm>
              <a:off x="2721388" y="3012345"/>
              <a:ext cx="54437" cy="78840"/>
            </a:xfrm>
            <a:prstGeom prst="rect">
              <a:avLst/>
            </a:prstGeom>
            <a:solidFill>
              <a:srgbClr val="D4CBE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" name="Formula | h_j^vox">
            <a:extLst>
              <a:ext uri="{FF2B5EF4-FFF2-40B4-BE49-F238E27FC236}">
                <a16:creationId xmlns:a16="http://schemas.microsoft.com/office/drawing/2014/main" id="{7A518F2E-3B74-1891-F473-5CEAB18B4E07}"/>
              </a:ext>
            </a:extLst>
          </p:cNvPr>
          <p:cNvGrpSpPr/>
          <p:nvPr/>
        </p:nvGrpSpPr>
        <p:grpSpPr>
          <a:xfrm>
            <a:off x="2039153" y="2365141"/>
            <a:ext cx="201989" cy="155620"/>
            <a:chOff x="2471767" y="2824049"/>
            <a:chExt cx="201989" cy="155620"/>
          </a:xfrm>
        </p:grpSpPr>
        <p:sp>
          <p:nvSpPr>
            <p:cNvPr id="353" name="Text | h">
              <a:extLst>
                <a:ext uri="{FF2B5EF4-FFF2-40B4-BE49-F238E27FC236}">
                  <a16:creationId xmlns:a16="http://schemas.microsoft.com/office/drawing/2014/main" id="{B5529D13-9838-7EE0-1483-D6EC4BE55B07}"/>
                </a:ext>
              </a:extLst>
            </p:cNvPr>
            <p:cNvSpPr txBox="1"/>
            <p:nvPr/>
          </p:nvSpPr>
          <p:spPr>
            <a:xfrm>
              <a:off x="2471767" y="2825100"/>
              <a:ext cx="103416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h</a:t>
              </a:r>
              <a:endParaRPr lang="en-US" sz="828"/>
            </a:p>
          </p:txBody>
        </p:sp>
        <p:sp>
          <p:nvSpPr>
            <p:cNvPr id="354" name="Text | j">
              <a:extLst>
                <a:ext uri="{FF2B5EF4-FFF2-40B4-BE49-F238E27FC236}">
                  <a16:creationId xmlns:a16="http://schemas.microsoft.com/office/drawing/2014/main" id="{DAC0BF78-3D8C-6F72-D297-75F22448596A}"/>
                </a:ext>
              </a:extLst>
            </p:cNvPr>
            <p:cNvSpPr txBox="1"/>
            <p:nvPr/>
          </p:nvSpPr>
          <p:spPr>
            <a:xfrm>
              <a:off x="2538391" y="2887121"/>
              <a:ext cx="44418" cy="9254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3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j</a:t>
              </a:r>
              <a:endParaRPr lang="en-US" sz="513"/>
            </a:p>
          </p:txBody>
        </p:sp>
        <p:sp>
          <p:nvSpPr>
            <p:cNvPr id="355" name="Text | vox">
              <a:extLst>
                <a:ext uri="{FF2B5EF4-FFF2-40B4-BE49-F238E27FC236}">
                  <a16:creationId xmlns:a16="http://schemas.microsoft.com/office/drawing/2014/main" id="{E584C4D7-DDB8-92E8-FDB9-6A7CBC0B177F}"/>
                </a:ext>
              </a:extLst>
            </p:cNvPr>
            <p:cNvSpPr txBox="1"/>
            <p:nvPr/>
          </p:nvSpPr>
          <p:spPr>
            <a:xfrm>
              <a:off x="2541676" y="2824049"/>
              <a:ext cx="132080" cy="850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2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vox</a:t>
              </a:r>
              <a:endParaRPr lang="en-US" sz="472"/>
            </a:p>
          </p:txBody>
        </p:sp>
      </p:grpSp>
      <p:sp>
        <p:nvSpPr>
          <p:cNvPr id="18" name="Text | Base summary">
            <a:extLst>
              <a:ext uri="{FF2B5EF4-FFF2-40B4-BE49-F238E27FC236}">
                <a16:creationId xmlns:a16="http://schemas.microsoft.com/office/drawing/2014/main" id="{89B8F2BD-09E9-151F-4F28-49F080AD8064}"/>
              </a:ext>
            </a:extLst>
          </p:cNvPr>
          <p:cNvSpPr txBox="1"/>
          <p:nvPr/>
        </p:nvSpPr>
        <p:spPr>
          <a:xfrm>
            <a:off x="1785592" y="2274212"/>
            <a:ext cx="707898" cy="11661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Base summary</a:t>
            </a:r>
            <a:endParaRPr lang="en-US" sz="647"/>
          </a:p>
        </p:txBody>
      </p:sp>
      <p:grpSp>
        <p:nvGrpSpPr>
          <p:cNvPr id="19" name="Match inputs | pocket independent from local cues">
            <a:extLst>
              <a:ext uri="{FF2B5EF4-FFF2-40B4-BE49-F238E27FC236}">
                <a16:creationId xmlns:a16="http://schemas.microsoft.com/office/drawing/2014/main" id="{6D46F2FA-A204-B063-5635-B45B1C80AB26}"/>
              </a:ext>
            </a:extLst>
          </p:cNvPr>
          <p:cNvGrpSpPr/>
          <p:nvPr/>
        </p:nvGrpSpPr>
        <p:grpSpPr>
          <a:xfrm>
            <a:off x="710566" y="2908217"/>
            <a:ext cx="1582474" cy="532170"/>
            <a:chOff x="1143180" y="3367125"/>
            <a:chExt cx="1582474" cy="532170"/>
          </a:xfrm>
        </p:grpSpPr>
        <p:sp>
          <p:nvSpPr>
            <p:cNvPr id="240" name="rect_2515">
              <a:extLst>
                <a:ext uri="{FF2B5EF4-FFF2-40B4-BE49-F238E27FC236}">
                  <a16:creationId xmlns:a16="http://schemas.microsoft.com/office/drawing/2014/main" id="{A62C75EB-A73B-F917-C907-8A0D42FA72B9}"/>
                </a:ext>
              </a:extLst>
            </p:cNvPr>
            <p:cNvSpPr/>
            <p:nvPr/>
          </p:nvSpPr>
          <p:spPr>
            <a:xfrm>
              <a:off x="1143180" y="3367125"/>
              <a:ext cx="604440" cy="532170"/>
            </a:xfrm>
            <a:prstGeom prst="roundRect">
              <a:avLst>
                <a:gd name="adj" fmla="val 3704"/>
              </a:avLst>
            </a:prstGeom>
            <a:solidFill>
              <a:srgbClr val="FCFEFD"/>
            </a:solidFill>
            <a:ln w="3942" cap="rnd" cmpd="sng" algn="ctr">
              <a:solidFill>
                <a:srgbClr val="C5DE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1" name="Text | Pocket">
              <a:extLst>
                <a:ext uri="{FF2B5EF4-FFF2-40B4-BE49-F238E27FC236}">
                  <a16:creationId xmlns:a16="http://schemas.microsoft.com/office/drawing/2014/main" id="{647F2CCC-97B8-957F-8849-D1816C0276BA}"/>
                </a:ext>
              </a:extLst>
            </p:cNvPr>
            <p:cNvSpPr txBox="1"/>
            <p:nvPr/>
          </p:nvSpPr>
          <p:spPr>
            <a:xfrm>
              <a:off x="1261038" y="3376980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/>
            </a:p>
          </p:txBody>
        </p:sp>
        <p:grpSp>
          <p:nvGrpSpPr>
            <p:cNvPr id="242" name="Local receptor pocket | atom environment">
              <a:extLst>
                <a:ext uri="{FF2B5EF4-FFF2-40B4-BE49-F238E27FC236}">
                  <a16:creationId xmlns:a16="http://schemas.microsoft.com/office/drawing/2014/main" id="{8A546335-9C89-DCEA-5E5B-E281D0EDC93A}"/>
                </a:ext>
              </a:extLst>
            </p:cNvPr>
            <p:cNvGrpSpPr/>
            <p:nvPr/>
          </p:nvGrpSpPr>
          <p:grpSpPr>
            <a:xfrm>
              <a:off x="1295748" y="3525328"/>
              <a:ext cx="304113" cy="219890"/>
              <a:chOff x="1295748" y="3525328"/>
              <a:chExt cx="304113" cy="219890"/>
            </a:xfrm>
          </p:grpSpPr>
          <p:sp>
            <p:nvSpPr>
              <p:cNvPr id="268" name="ellipse_2517">
                <a:extLst>
                  <a:ext uri="{FF2B5EF4-FFF2-40B4-BE49-F238E27FC236}">
                    <a16:creationId xmlns:a16="http://schemas.microsoft.com/office/drawing/2014/main" id="{490F1E75-C64B-41E9-72C1-C7F3991B01D0}"/>
                  </a:ext>
                </a:extLst>
              </p:cNvPr>
              <p:cNvSpPr/>
              <p:nvPr/>
            </p:nvSpPr>
            <p:spPr>
              <a:xfrm>
                <a:off x="1343499" y="3569364"/>
                <a:ext cx="20494" cy="204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9" name="ellipse_2518">
                <a:extLst>
                  <a:ext uri="{FF2B5EF4-FFF2-40B4-BE49-F238E27FC236}">
                    <a16:creationId xmlns:a16="http://schemas.microsoft.com/office/drawing/2014/main" id="{892F2879-C479-A255-F42A-FEFBC395FAAE}"/>
                  </a:ext>
                </a:extLst>
              </p:cNvPr>
              <p:cNvSpPr/>
              <p:nvPr/>
            </p:nvSpPr>
            <p:spPr>
              <a:xfrm>
                <a:off x="1296724" y="3594466"/>
                <a:ext cx="19197" cy="1919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0" name="ellipse_2519">
                <a:extLst>
                  <a:ext uri="{FF2B5EF4-FFF2-40B4-BE49-F238E27FC236}">
                    <a16:creationId xmlns:a16="http://schemas.microsoft.com/office/drawing/2014/main" id="{183D700E-8E04-8CC9-C754-A55CDA7851B7}"/>
                  </a:ext>
                </a:extLst>
              </p:cNvPr>
              <p:cNvSpPr/>
              <p:nvPr/>
            </p:nvSpPr>
            <p:spPr>
              <a:xfrm>
                <a:off x="1438834" y="3720705"/>
                <a:ext cx="24513" cy="245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1" name="ellipse_2520">
                <a:extLst>
                  <a:ext uri="{FF2B5EF4-FFF2-40B4-BE49-F238E27FC236}">
                    <a16:creationId xmlns:a16="http://schemas.microsoft.com/office/drawing/2014/main" id="{1ADF4877-FF02-CD7A-5512-5FE1EEADEC33}"/>
                  </a:ext>
                </a:extLst>
              </p:cNvPr>
              <p:cNvSpPr/>
              <p:nvPr/>
            </p:nvSpPr>
            <p:spPr>
              <a:xfrm>
                <a:off x="1501618" y="3664422"/>
                <a:ext cx="25439" cy="2543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" name="ellipse_2521">
                <a:extLst>
                  <a:ext uri="{FF2B5EF4-FFF2-40B4-BE49-F238E27FC236}">
                    <a16:creationId xmlns:a16="http://schemas.microsoft.com/office/drawing/2014/main" id="{AD4A39CA-B81B-3CE8-18C8-06CC1DA13101}"/>
                  </a:ext>
                </a:extLst>
              </p:cNvPr>
              <p:cNvSpPr/>
              <p:nvPr/>
            </p:nvSpPr>
            <p:spPr>
              <a:xfrm>
                <a:off x="1321281" y="3628338"/>
                <a:ext cx="23115" cy="23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" name="ellipse_2522">
                <a:extLst>
                  <a:ext uri="{FF2B5EF4-FFF2-40B4-BE49-F238E27FC236}">
                    <a16:creationId xmlns:a16="http://schemas.microsoft.com/office/drawing/2014/main" id="{C71B0CFC-6744-0808-6F8F-052B64A931AF}"/>
                  </a:ext>
                </a:extLst>
              </p:cNvPr>
              <p:cNvSpPr/>
              <p:nvPr/>
            </p:nvSpPr>
            <p:spPr>
              <a:xfrm>
                <a:off x="1295748" y="3626085"/>
                <a:ext cx="19345" cy="19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4" name="ellipse_2523">
                <a:extLst>
                  <a:ext uri="{FF2B5EF4-FFF2-40B4-BE49-F238E27FC236}">
                    <a16:creationId xmlns:a16="http://schemas.microsoft.com/office/drawing/2014/main" id="{81B904B4-D981-7D31-114B-C8031DA7E1E2}"/>
                  </a:ext>
                </a:extLst>
              </p:cNvPr>
              <p:cNvSpPr/>
              <p:nvPr/>
            </p:nvSpPr>
            <p:spPr>
              <a:xfrm>
                <a:off x="1338176" y="3604570"/>
                <a:ext cx="23202" cy="232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5" name="ellipse_2524">
                <a:extLst>
                  <a:ext uri="{FF2B5EF4-FFF2-40B4-BE49-F238E27FC236}">
                    <a16:creationId xmlns:a16="http://schemas.microsoft.com/office/drawing/2014/main" id="{5CEC5C9B-6C6D-6ABE-8A4C-F9DFE218A0AD}"/>
                  </a:ext>
                </a:extLst>
              </p:cNvPr>
              <p:cNvSpPr/>
              <p:nvPr/>
            </p:nvSpPr>
            <p:spPr>
              <a:xfrm>
                <a:off x="1349937" y="3578135"/>
                <a:ext cx="25593" cy="2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6" name="ellipse_2525">
                <a:extLst>
                  <a:ext uri="{FF2B5EF4-FFF2-40B4-BE49-F238E27FC236}">
                    <a16:creationId xmlns:a16="http://schemas.microsoft.com/office/drawing/2014/main" id="{26592A73-BCD5-B8D3-5929-96E05DF73040}"/>
                  </a:ext>
                </a:extLst>
              </p:cNvPr>
              <p:cNvSpPr/>
              <p:nvPr/>
            </p:nvSpPr>
            <p:spPr>
              <a:xfrm>
                <a:off x="1391990" y="3698653"/>
                <a:ext cx="18941" cy="189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7" name="ellipse_2526">
                <a:extLst>
                  <a:ext uri="{FF2B5EF4-FFF2-40B4-BE49-F238E27FC236}">
                    <a16:creationId xmlns:a16="http://schemas.microsoft.com/office/drawing/2014/main" id="{C1AD6372-FE11-C8A0-662E-7FCAB201B8B8}"/>
                  </a:ext>
                </a:extLst>
              </p:cNvPr>
              <p:cNvSpPr/>
              <p:nvPr/>
            </p:nvSpPr>
            <p:spPr>
              <a:xfrm>
                <a:off x="1335383" y="3592607"/>
                <a:ext cx="16783" cy="167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" name="ellipse_2527">
                <a:extLst>
                  <a:ext uri="{FF2B5EF4-FFF2-40B4-BE49-F238E27FC236}">
                    <a16:creationId xmlns:a16="http://schemas.microsoft.com/office/drawing/2014/main" id="{B2F41DFF-E9DE-FCEF-8307-67CB513293EF}"/>
                  </a:ext>
                </a:extLst>
              </p:cNvPr>
              <p:cNvSpPr/>
              <p:nvPr/>
            </p:nvSpPr>
            <p:spPr>
              <a:xfrm>
                <a:off x="1421016" y="3723168"/>
                <a:ext cx="20110" cy="201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" name="ellipse_2528">
                <a:extLst>
                  <a:ext uri="{FF2B5EF4-FFF2-40B4-BE49-F238E27FC236}">
                    <a16:creationId xmlns:a16="http://schemas.microsoft.com/office/drawing/2014/main" id="{3A7C2394-B8D2-C5F1-80C2-555C570628AA}"/>
                  </a:ext>
                </a:extLst>
              </p:cNvPr>
              <p:cNvSpPr/>
              <p:nvPr/>
            </p:nvSpPr>
            <p:spPr>
              <a:xfrm>
                <a:off x="1366273" y="3564666"/>
                <a:ext cx="21791" cy="217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0" name="ellipse_2529">
                <a:extLst>
                  <a:ext uri="{FF2B5EF4-FFF2-40B4-BE49-F238E27FC236}">
                    <a16:creationId xmlns:a16="http://schemas.microsoft.com/office/drawing/2014/main" id="{D82D59C4-8258-92F6-372F-552A02221564}"/>
                  </a:ext>
                </a:extLst>
              </p:cNvPr>
              <p:cNvSpPr/>
              <p:nvPr/>
            </p:nvSpPr>
            <p:spPr>
              <a:xfrm>
                <a:off x="1327790" y="3609446"/>
                <a:ext cx="20508" cy="205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1" name="ellipse_2530">
                <a:extLst>
                  <a:ext uri="{FF2B5EF4-FFF2-40B4-BE49-F238E27FC236}">
                    <a16:creationId xmlns:a16="http://schemas.microsoft.com/office/drawing/2014/main" id="{6C0C96E3-2F52-EA25-C9DA-B71EC5622B4C}"/>
                  </a:ext>
                </a:extLst>
              </p:cNvPr>
              <p:cNvSpPr/>
              <p:nvPr/>
            </p:nvSpPr>
            <p:spPr>
              <a:xfrm>
                <a:off x="1408118" y="3688755"/>
                <a:ext cx="22554" cy="2255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2" name="ellipse_2531">
                <a:extLst>
                  <a:ext uri="{FF2B5EF4-FFF2-40B4-BE49-F238E27FC236}">
                    <a16:creationId xmlns:a16="http://schemas.microsoft.com/office/drawing/2014/main" id="{93B3B389-A012-25BA-6F06-EC9DB59C4AFB}"/>
                  </a:ext>
                </a:extLst>
              </p:cNvPr>
              <p:cNvSpPr/>
              <p:nvPr/>
            </p:nvSpPr>
            <p:spPr>
              <a:xfrm>
                <a:off x="1428373" y="3713303"/>
                <a:ext cx="24738" cy="2473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" name="ellipse_2532">
                <a:extLst>
                  <a:ext uri="{FF2B5EF4-FFF2-40B4-BE49-F238E27FC236}">
                    <a16:creationId xmlns:a16="http://schemas.microsoft.com/office/drawing/2014/main" id="{2665C2E6-3081-4A7C-3918-CEE33E8D470F}"/>
                  </a:ext>
                </a:extLst>
              </p:cNvPr>
              <p:cNvSpPr/>
              <p:nvPr/>
            </p:nvSpPr>
            <p:spPr>
              <a:xfrm>
                <a:off x="1547670" y="3653309"/>
                <a:ext cx="21842" cy="2184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" name="ellipse_2533">
                <a:extLst>
                  <a:ext uri="{FF2B5EF4-FFF2-40B4-BE49-F238E27FC236}">
                    <a16:creationId xmlns:a16="http://schemas.microsoft.com/office/drawing/2014/main" id="{397B20B9-05A2-1028-A146-5C34D6D3B38B}"/>
                  </a:ext>
                </a:extLst>
              </p:cNvPr>
              <p:cNvSpPr/>
              <p:nvPr/>
            </p:nvSpPr>
            <p:spPr>
              <a:xfrm>
                <a:off x="1517557" y="3700982"/>
                <a:ext cx="20964" cy="2096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5" name="ellipse_2534">
                <a:extLst>
                  <a:ext uri="{FF2B5EF4-FFF2-40B4-BE49-F238E27FC236}">
                    <a16:creationId xmlns:a16="http://schemas.microsoft.com/office/drawing/2014/main" id="{24BEC070-0982-29B4-3C14-877FC589287C}"/>
                  </a:ext>
                </a:extLst>
              </p:cNvPr>
              <p:cNvSpPr/>
              <p:nvPr/>
            </p:nvSpPr>
            <p:spPr>
              <a:xfrm>
                <a:off x="1535521" y="3630252"/>
                <a:ext cx="17917" cy="179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" name="ellipse_2535">
                <a:extLst>
                  <a:ext uri="{FF2B5EF4-FFF2-40B4-BE49-F238E27FC236}">
                    <a16:creationId xmlns:a16="http://schemas.microsoft.com/office/drawing/2014/main" id="{55DDB44C-FD52-691B-04E4-7F95F52CE81A}"/>
                  </a:ext>
                </a:extLst>
              </p:cNvPr>
              <p:cNvSpPr/>
              <p:nvPr/>
            </p:nvSpPr>
            <p:spPr>
              <a:xfrm>
                <a:off x="1344039" y="3678107"/>
                <a:ext cx="21719" cy="21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" name="ellipse_2536">
                <a:extLst>
                  <a:ext uri="{FF2B5EF4-FFF2-40B4-BE49-F238E27FC236}">
                    <a16:creationId xmlns:a16="http://schemas.microsoft.com/office/drawing/2014/main" id="{DB3B2982-BFEB-6A45-029C-914E51F65C38}"/>
                  </a:ext>
                </a:extLst>
              </p:cNvPr>
              <p:cNvSpPr/>
              <p:nvPr/>
            </p:nvSpPr>
            <p:spPr>
              <a:xfrm>
                <a:off x="1486134" y="3678415"/>
                <a:ext cx="22120" cy="221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8" name="ellipse_2537">
                <a:extLst>
                  <a:ext uri="{FF2B5EF4-FFF2-40B4-BE49-F238E27FC236}">
                    <a16:creationId xmlns:a16="http://schemas.microsoft.com/office/drawing/2014/main" id="{1DCF7FB2-5804-A9AC-7BD3-2FD6484DAE31}"/>
                  </a:ext>
                </a:extLst>
              </p:cNvPr>
              <p:cNvSpPr/>
              <p:nvPr/>
            </p:nvSpPr>
            <p:spPr>
              <a:xfrm>
                <a:off x="1538537" y="3597777"/>
                <a:ext cx="22828" cy="22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9" name="ellipse_2538">
                <a:extLst>
                  <a:ext uri="{FF2B5EF4-FFF2-40B4-BE49-F238E27FC236}">
                    <a16:creationId xmlns:a16="http://schemas.microsoft.com/office/drawing/2014/main" id="{A02474CD-446B-71E2-5988-474DDE931302}"/>
                  </a:ext>
                </a:extLst>
              </p:cNvPr>
              <p:cNvSpPr/>
              <p:nvPr/>
            </p:nvSpPr>
            <p:spPr>
              <a:xfrm>
                <a:off x="1401131" y="3720374"/>
                <a:ext cx="16876" cy="168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0" name="ellipse_2539">
                <a:extLst>
                  <a:ext uri="{FF2B5EF4-FFF2-40B4-BE49-F238E27FC236}">
                    <a16:creationId xmlns:a16="http://schemas.microsoft.com/office/drawing/2014/main" id="{BD2F4409-7EEB-52D8-AAEB-448DFA620366}"/>
                  </a:ext>
                </a:extLst>
              </p:cNvPr>
              <p:cNvSpPr/>
              <p:nvPr/>
            </p:nvSpPr>
            <p:spPr>
              <a:xfrm>
                <a:off x="1525941" y="3593109"/>
                <a:ext cx="21620" cy="216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" name="ellipse_2540">
                <a:extLst>
                  <a:ext uri="{FF2B5EF4-FFF2-40B4-BE49-F238E27FC236}">
                    <a16:creationId xmlns:a16="http://schemas.microsoft.com/office/drawing/2014/main" id="{B046F8B0-10BA-D952-FE90-C1B0C839E19C}"/>
                  </a:ext>
                </a:extLst>
              </p:cNvPr>
              <p:cNvSpPr/>
              <p:nvPr/>
            </p:nvSpPr>
            <p:spPr>
              <a:xfrm>
                <a:off x="1462052" y="3689103"/>
                <a:ext cx="24723" cy="247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" name="ellipse_2541">
                <a:extLst>
                  <a:ext uri="{FF2B5EF4-FFF2-40B4-BE49-F238E27FC236}">
                    <a16:creationId xmlns:a16="http://schemas.microsoft.com/office/drawing/2014/main" id="{6CDD3FDB-8919-EB67-CF24-0BBBB42F1B40}"/>
                  </a:ext>
                </a:extLst>
              </p:cNvPr>
              <p:cNvSpPr/>
              <p:nvPr/>
            </p:nvSpPr>
            <p:spPr>
              <a:xfrm>
                <a:off x="1338003" y="3621442"/>
                <a:ext cx="17209" cy="172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3" name="ellipse_2542">
                <a:extLst>
                  <a:ext uri="{FF2B5EF4-FFF2-40B4-BE49-F238E27FC236}">
                    <a16:creationId xmlns:a16="http://schemas.microsoft.com/office/drawing/2014/main" id="{CFF69E3F-D140-DFDF-D864-A50C0FB1B7E6}"/>
                  </a:ext>
                </a:extLst>
              </p:cNvPr>
              <p:cNvSpPr/>
              <p:nvPr/>
            </p:nvSpPr>
            <p:spPr>
              <a:xfrm>
                <a:off x="1436611" y="3687896"/>
                <a:ext cx="16365" cy="1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" name="ellipse_2543">
                <a:extLst>
                  <a:ext uri="{FF2B5EF4-FFF2-40B4-BE49-F238E27FC236}">
                    <a16:creationId xmlns:a16="http://schemas.microsoft.com/office/drawing/2014/main" id="{B433D9F3-CB47-4D67-4580-C3837455EBB1}"/>
                  </a:ext>
                </a:extLst>
              </p:cNvPr>
              <p:cNvSpPr/>
              <p:nvPr/>
            </p:nvSpPr>
            <p:spPr>
              <a:xfrm>
                <a:off x="1387354" y="3566640"/>
                <a:ext cx="17190" cy="171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" name="ellipse_2544">
                <a:extLst>
                  <a:ext uri="{FF2B5EF4-FFF2-40B4-BE49-F238E27FC236}">
                    <a16:creationId xmlns:a16="http://schemas.microsoft.com/office/drawing/2014/main" id="{391AF5BE-594E-6140-B5B9-411507B66A8E}"/>
                  </a:ext>
                </a:extLst>
              </p:cNvPr>
              <p:cNvSpPr/>
              <p:nvPr/>
            </p:nvSpPr>
            <p:spPr>
              <a:xfrm>
                <a:off x="1453977" y="3540995"/>
                <a:ext cx="18775" cy="18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6" name="ellipse_2545">
                <a:extLst>
                  <a:ext uri="{FF2B5EF4-FFF2-40B4-BE49-F238E27FC236}">
                    <a16:creationId xmlns:a16="http://schemas.microsoft.com/office/drawing/2014/main" id="{7CC3A651-DEF4-1329-531E-5B06B51EB7C0}"/>
                  </a:ext>
                </a:extLst>
              </p:cNvPr>
              <p:cNvSpPr/>
              <p:nvPr/>
            </p:nvSpPr>
            <p:spPr>
              <a:xfrm>
                <a:off x="1487168" y="3548389"/>
                <a:ext cx="16148" cy="1614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" name="ellipse_2546">
                <a:extLst>
                  <a:ext uri="{FF2B5EF4-FFF2-40B4-BE49-F238E27FC236}">
                    <a16:creationId xmlns:a16="http://schemas.microsoft.com/office/drawing/2014/main" id="{4C37BF13-BFF4-3F8C-15E9-FFCE23649A87}"/>
                  </a:ext>
                </a:extLst>
              </p:cNvPr>
              <p:cNvSpPr/>
              <p:nvPr/>
            </p:nvSpPr>
            <p:spPr>
              <a:xfrm>
                <a:off x="1536436" y="3643342"/>
                <a:ext cx="21862" cy="218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" name="ellipse_2547">
                <a:extLst>
                  <a:ext uri="{FF2B5EF4-FFF2-40B4-BE49-F238E27FC236}">
                    <a16:creationId xmlns:a16="http://schemas.microsoft.com/office/drawing/2014/main" id="{15350B39-3D01-138C-1044-103868E6C1E9}"/>
                  </a:ext>
                </a:extLst>
              </p:cNvPr>
              <p:cNvSpPr/>
              <p:nvPr/>
            </p:nvSpPr>
            <p:spPr>
              <a:xfrm>
                <a:off x="1542031" y="3603619"/>
                <a:ext cx="25264" cy="252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" name="ellipse_2548">
                <a:extLst>
                  <a:ext uri="{FF2B5EF4-FFF2-40B4-BE49-F238E27FC236}">
                    <a16:creationId xmlns:a16="http://schemas.microsoft.com/office/drawing/2014/main" id="{E5899459-B525-A733-FDD1-3CBAB3B3CEE2}"/>
                  </a:ext>
                </a:extLst>
              </p:cNvPr>
              <p:cNvSpPr/>
              <p:nvPr/>
            </p:nvSpPr>
            <p:spPr>
              <a:xfrm>
                <a:off x="1434762" y="3711046"/>
                <a:ext cx="16788" cy="167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" name="ellipse_2549">
                <a:extLst>
                  <a:ext uri="{FF2B5EF4-FFF2-40B4-BE49-F238E27FC236}">
                    <a16:creationId xmlns:a16="http://schemas.microsoft.com/office/drawing/2014/main" id="{3EBF023C-14E9-4D4C-75BA-E653CC64E8C0}"/>
                  </a:ext>
                </a:extLst>
              </p:cNvPr>
              <p:cNvSpPr/>
              <p:nvPr/>
            </p:nvSpPr>
            <p:spPr>
              <a:xfrm>
                <a:off x="1543438" y="3672057"/>
                <a:ext cx="23717" cy="2371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" name="ellipse_2550">
                <a:extLst>
                  <a:ext uri="{FF2B5EF4-FFF2-40B4-BE49-F238E27FC236}">
                    <a16:creationId xmlns:a16="http://schemas.microsoft.com/office/drawing/2014/main" id="{6067695C-84D5-EECB-20B9-F27354119662}"/>
                  </a:ext>
                </a:extLst>
              </p:cNvPr>
              <p:cNvSpPr/>
              <p:nvPr/>
            </p:nvSpPr>
            <p:spPr>
              <a:xfrm>
                <a:off x="1529817" y="3654293"/>
                <a:ext cx="15593" cy="1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" name="ellipse_2551">
                <a:extLst>
                  <a:ext uri="{FF2B5EF4-FFF2-40B4-BE49-F238E27FC236}">
                    <a16:creationId xmlns:a16="http://schemas.microsoft.com/office/drawing/2014/main" id="{C98B24CA-1AB6-4100-96AF-C2D6F92CAEDE}"/>
                  </a:ext>
                </a:extLst>
              </p:cNvPr>
              <p:cNvSpPr/>
              <p:nvPr/>
            </p:nvSpPr>
            <p:spPr>
              <a:xfrm>
                <a:off x="1550063" y="3626271"/>
                <a:ext cx="18725" cy="187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" name="ellipse_2552">
                <a:extLst>
                  <a:ext uri="{FF2B5EF4-FFF2-40B4-BE49-F238E27FC236}">
                    <a16:creationId xmlns:a16="http://schemas.microsoft.com/office/drawing/2014/main" id="{A0A6909F-141E-1139-9538-16BE3B9D2B9E}"/>
                  </a:ext>
                </a:extLst>
              </p:cNvPr>
              <p:cNvSpPr/>
              <p:nvPr/>
            </p:nvSpPr>
            <p:spPr>
              <a:xfrm>
                <a:off x="1395088" y="3533435"/>
                <a:ext cx="15948" cy="1594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" name="ellipse_2553">
                <a:extLst>
                  <a:ext uri="{FF2B5EF4-FFF2-40B4-BE49-F238E27FC236}">
                    <a16:creationId xmlns:a16="http://schemas.microsoft.com/office/drawing/2014/main" id="{B51F9887-55B5-C5DF-F28A-983B345D8191}"/>
                  </a:ext>
                </a:extLst>
              </p:cNvPr>
              <p:cNvSpPr/>
              <p:nvPr/>
            </p:nvSpPr>
            <p:spPr>
              <a:xfrm>
                <a:off x="1313742" y="3573420"/>
                <a:ext cx="15496" cy="154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" name="ellipse_2554">
                <a:extLst>
                  <a:ext uri="{FF2B5EF4-FFF2-40B4-BE49-F238E27FC236}">
                    <a16:creationId xmlns:a16="http://schemas.microsoft.com/office/drawing/2014/main" id="{C9DD42D7-1497-EC7C-A5AF-39BDFD768099}"/>
                  </a:ext>
                </a:extLst>
              </p:cNvPr>
              <p:cNvSpPr/>
              <p:nvPr/>
            </p:nvSpPr>
            <p:spPr>
              <a:xfrm>
                <a:off x="1329291" y="3672157"/>
                <a:ext cx="23375" cy="2337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6" name="ellipse_2555">
                <a:extLst>
                  <a:ext uri="{FF2B5EF4-FFF2-40B4-BE49-F238E27FC236}">
                    <a16:creationId xmlns:a16="http://schemas.microsoft.com/office/drawing/2014/main" id="{3F789A2A-09D0-392D-BA7C-1F90338938D1}"/>
                  </a:ext>
                </a:extLst>
              </p:cNvPr>
              <p:cNvSpPr/>
              <p:nvPr/>
            </p:nvSpPr>
            <p:spPr>
              <a:xfrm>
                <a:off x="1307786" y="3621846"/>
                <a:ext cx="22071" cy="2207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" name="ellipse_2556">
                <a:extLst>
                  <a:ext uri="{FF2B5EF4-FFF2-40B4-BE49-F238E27FC236}">
                    <a16:creationId xmlns:a16="http://schemas.microsoft.com/office/drawing/2014/main" id="{CDD4C285-88D5-EB92-4FF3-FBA259B28892}"/>
                  </a:ext>
                </a:extLst>
              </p:cNvPr>
              <p:cNvSpPr/>
              <p:nvPr/>
            </p:nvSpPr>
            <p:spPr>
              <a:xfrm>
                <a:off x="1584475" y="3627694"/>
                <a:ext cx="15386" cy="15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" name="ellipse_2557">
                <a:extLst>
                  <a:ext uri="{FF2B5EF4-FFF2-40B4-BE49-F238E27FC236}">
                    <a16:creationId xmlns:a16="http://schemas.microsoft.com/office/drawing/2014/main" id="{036C5327-B2B8-9796-434A-27EAEA809D16}"/>
                  </a:ext>
                </a:extLst>
              </p:cNvPr>
              <p:cNvSpPr/>
              <p:nvPr/>
            </p:nvSpPr>
            <p:spPr>
              <a:xfrm>
                <a:off x="1453895" y="3558216"/>
                <a:ext cx="24625" cy="246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" name="ellipse_2558">
                <a:extLst>
                  <a:ext uri="{FF2B5EF4-FFF2-40B4-BE49-F238E27FC236}">
                    <a16:creationId xmlns:a16="http://schemas.microsoft.com/office/drawing/2014/main" id="{4378DB49-3909-9476-9010-BB5A947A7C2A}"/>
                  </a:ext>
                </a:extLst>
              </p:cNvPr>
              <p:cNvSpPr/>
              <p:nvPr/>
            </p:nvSpPr>
            <p:spPr>
              <a:xfrm>
                <a:off x="1514397" y="3669171"/>
                <a:ext cx="15296" cy="152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" name="ellipse_2559">
                <a:extLst>
                  <a:ext uri="{FF2B5EF4-FFF2-40B4-BE49-F238E27FC236}">
                    <a16:creationId xmlns:a16="http://schemas.microsoft.com/office/drawing/2014/main" id="{09D4CB75-D7FC-1A97-951D-9CD42B6CC4BF}"/>
                  </a:ext>
                </a:extLst>
              </p:cNvPr>
              <p:cNvSpPr/>
              <p:nvPr/>
            </p:nvSpPr>
            <p:spPr>
              <a:xfrm>
                <a:off x="1502877" y="3686988"/>
                <a:ext cx="19310" cy="19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" name="ellipse_2560">
                <a:extLst>
                  <a:ext uri="{FF2B5EF4-FFF2-40B4-BE49-F238E27FC236}">
                    <a16:creationId xmlns:a16="http://schemas.microsoft.com/office/drawing/2014/main" id="{A7D5DCB9-A475-94C4-BF7C-287AB3E1BAFD}"/>
                  </a:ext>
                </a:extLst>
              </p:cNvPr>
              <p:cNvSpPr/>
              <p:nvPr/>
            </p:nvSpPr>
            <p:spPr>
              <a:xfrm>
                <a:off x="1507745" y="3695631"/>
                <a:ext cx="15466" cy="154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" name="ellipse_2561">
                <a:extLst>
                  <a:ext uri="{FF2B5EF4-FFF2-40B4-BE49-F238E27FC236}">
                    <a16:creationId xmlns:a16="http://schemas.microsoft.com/office/drawing/2014/main" id="{0CA673BF-357C-B01C-31A9-9FB9B19F7DA6}"/>
                  </a:ext>
                </a:extLst>
              </p:cNvPr>
              <p:cNvSpPr/>
              <p:nvPr/>
            </p:nvSpPr>
            <p:spPr>
              <a:xfrm>
                <a:off x="1432818" y="3538051"/>
                <a:ext cx="19094" cy="19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" name="ellipse_2562">
                <a:extLst>
                  <a:ext uri="{FF2B5EF4-FFF2-40B4-BE49-F238E27FC236}">
                    <a16:creationId xmlns:a16="http://schemas.microsoft.com/office/drawing/2014/main" id="{14D7837D-194C-E0A4-16A4-B5F8F1BBDC8D}"/>
                  </a:ext>
                </a:extLst>
              </p:cNvPr>
              <p:cNvSpPr/>
              <p:nvPr/>
            </p:nvSpPr>
            <p:spPr>
              <a:xfrm>
                <a:off x="1511410" y="3670510"/>
                <a:ext cx="18124" cy="18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" name="ellipse_2563">
                <a:extLst>
                  <a:ext uri="{FF2B5EF4-FFF2-40B4-BE49-F238E27FC236}">
                    <a16:creationId xmlns:a16="http://schemas.microsoft.com/office/drawing/2014/main" id="{52EF51FB-802D-1292-5FE0-A46343ADBA16}"/>
                  </a:ext>
                </a:extLst>
              </p:cNvPr>
              <p:cNvSpPr/>
              <p:nvPr/>
            </p:nvSpPr>
            <p:spPr>
              <a:xfrm>
                <a:off x="1465959" y="3697582"/>
                <a:ext cx="20714" cy="2071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" name="ellipse_2564">
                <a:extLst>
                  <a:ext uri="{FF2B5EF4-FFF2-40B4-BE49-F238E27FC236}">
                    <a16:creationId xmlns:a16="http://schemas.microsoft.com/office/drawing/2014/main" id="{AA596AC5-44B7-562E-BE66-331758298370}"/>
                  </a:ext>
                </a:extLst>
              </p:cNvPr>
              <p:cNvSpPr/>
              <p:nvPr/>
            </p:nvSpPr>
            <p:spPr>
              <a:xfrm>
                <a:off x="1421039" y="3688264"/>
                <a:ext cx="20580" cy="2058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" name="ellipse_2565">
                <a:extLst>
                  <a:ext uri="{FF2B5EF4-FFF2-40B4-BE49-F238E27FC236}">
                    <a16:creationId xmlns:a16="http://schemas.microsoft.com/office/drawing/2014/main" id="{36782CF2-34EA-A5F7-ED53-7D6A038E7F34}"/>
                  </a:ext>
                </a:extLst>
              </p:cNvPr>
              <p:cNvSpPr/>
              <p:nvPr/>
            </p:nvSpPr>
            <p:spPr>
              <a:xfrm>
                <a:off x="1317547" y="3643031"/>
                <a:ext cx="24656" cy="246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7" name="ellipse_2566">
                <a:extLst>
                  <a:ext uri="{FF2B5EF4-FFF2-40B4-BE49-F238E27FC236}">
                    <a16:creationId xmlns:a16="http://schemas.microsoft.com/office/drawing/2014/main" id="{91F74E74-C2E5-F844-4C90-9158C8F7F24E}"/>
                  </a:ext>
                </a:extLst>
              </p:cNvPr>
              <p:cNvSpPr/>
              <p:nvPr/>
            </p:nvSpPr>
            <p:spPr>
              <a:xfrm>
                <a:off x="1490146" y="3564893"/>
                <a:ext cx="23114" cy="231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8" name="ellipse_2567">
                <a:extLst>
                  <a:ext uri="{FF2B5EF4-FFF2-40B4-BE49-F238E27FC236}">
                    <a16:creationId xmlns:a16="http://schemas.microsoft.com/office/drawing/2014/main" id="{30CC97B4-48A6-02D8-0F93-B2F921571F2C}"/>
                  </a:ext>
                </a:extLst>
              </p:cNvPr>
              <p:cNvSpPr/>
              <p:nvPr/>
            </p:nvSpPr>
            <p:spPr>
              <a:xfrm>
                <a:off x="1318021" y="3588334"/>
                <a:ext cx="19866" cy="198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9" name="ellipse_2568">
                <a:extLst>
                  <a:ext uri="{FF2B5EF4-FFF2-40B4-BE49-F238E27FC236}">
                    <a16:creationId xmlns:a16="http://schemas.microsoft.com/office/drawing/2014/main" id="{427C21BA-4F52-388F-8A08-05021637FE66}"/>
                  </a:ext>
                </a:extLst>
              </p:cNvPr>
              <p:cNvSpPr/>
              <p:nvPr/>
            </p:nvSpPr>
            <p:spPr>
              <a:xfrm>
                <a:off x="1478242" y="3571021"/>
                <a:ext cx="21106" cy="2110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0" name="ellipse_2569">
                <a:extLst>
                  <a:ext uri="{FF2B5EF4-FFF2-40B4-BE49-F238E27FC236}">
                    <a16:creationId xmlns:a16="http://schemas.microsoft.com/office/drawing/2014/main" id="{202A57B2-4C56-8A50-B31E-918ED56AEA81}"/>
                  </a:ext>
                </a:extLst>
              </p:cNvPr>
              <p:cNvSpPr/>
              <p:nvPr/>
            </p:nvSpPr>
            <p:spPr>
              <a:xfrm>
                <a:off x="1317612" y="3652314"/>
                <a:ext cx="17900" cy="179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1" name="ellipse_2570">
                <a:extLst>
                  <a:ext uri="{FF2B5EF4-FFF2-40B4-BE49-F238E27FC236}">
                    <a16:creationId xmlns:a16="http://schemas.microsoft.com/office/drawing/2014/main" id="{F450F644-39EA-B580-690F-C2B43B177AA9}"/>
                  </a:ext>
                </a:extLst>
              </p:cNvPr>
              <p:cNvSpPr/>
              <p:nvPr/>
            </p:nvSpPr>
            <p:spPr>
              <a:xfrm>
                <a:off x="1437620" y="3709822"/>
                <a:ext cx="15418" cy="1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2" name="ellipse_2571">
                <a:extLst>
                  <a:ext uri="{FF2B5EF4-FFF2-40B4-BE49-F238E27FC236}">
                    <a16:creationId xmlns:a16="http://schemas.microsoft.com/office/drawing/2014/main" id="{04BDA40D-AF67-3544-4DB8-4D61A0831D23}"/>
                  </a:ext>
                </a:extLst>
              </p:cNvPr>
              <p:cNvSpPr/>
              <p:nvPr/>
            </p:nvSpPr>
            <p:spPr>
              <a:xfrm>
                <a:off x="1482151" y="3682518"/>
                <a:ext cx="16703" cy="1670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3" name="ellipse_2572">
                <a:extLst>
                  <a:ext uri="{FF2B5EF4-FFF2-40B4-BE49-F238E27FC236}">
                    <a16:creationId xmlns:a16="http://schemas.microsoft.com/office/drawing/2014/main" id="{6FD6116B-B584-6C99-2635-006146E86C3A}"/>
                  </a:ext>
                </a:extLst>
              </p:cNvPr>
              <p:cNvSpPr/>
              <p:nvPr/>
            </p:nvSpPr>
            <p:spPr>
              <a:xfrm>
                <a:off x="1411116" y="3562784"/>
                <a:ext cx="21423" cy="2142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4" name="ellipse_2573">
                <a:extLst>
                  <a:ext uri="{FF2B5EF4-FFF2-40B4-BE49-F238E27FC236}">
                    <a16:creationId xmlns:a16="http://schemas.microsoft.com/office/drawing/2014/main" id="{408C328A-DC76-75E1-2FC1-91AD0B00FAA2}"/>
                  </a:ext>
                </a:extLst>
              </p:cNvPr>
              <p:cNvSpPr/>
              <p:nvPr/>
            </p:nvSpPr>
            <p:spPr>
              <a:xfrm>
                <a:off x="1454564" y="3537748"/>
                <a:ext cx="19763" cy="19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5" name="ellipse_2574">
                <a:extLst>
                  <a:ext uri="{FF2B5EF4-FFF2-40B4-BE49-F238E27FC236}">
                    <a16:creationId xmlns:a16="http://schemas.microsoft.com/office/drawing/2014/main" id="{E4AA29BE-10CD-DD58-32D2-8B44264F3B03}"/>
                  </a:ext>
                </a:extLst>
              </p:cNvPr>
              <p:cNvSpPr/>
              <p:nvPr/>
            </p:nvSpPr>
            <p:spPr>
              <a:xfrm>
                <a:off x="1516785" y="3654731"/>
                <a:ext cx="21578" cy="2157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6" name="ellipse_2575">
                <a:extLst>
                  <a:ext uri="{FF2B5EF4-FFF2-40B4-BE49-F238E27FC236}">
                    <a16:creationId xmlns:a16="http://schemas.microsoft.com/office/drawing/2014/main" id="{77F2D6ED-1157-A558-808E-36CB9FF125C4}"/>
                  </a:ext>
                </a:extLst>
              </p:cNvPr>
              <p:cNvSpPr/>
              <p:nvPr/>
            </p:nvSpPr>
            <p:spPr>
              <a:xfrm>
                <a:off x="1410634" y="3697683"/>
                <a:ext cx="24162" cy="24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7" name="ellipse_2576">
                <a:extLst>
                  <a:ext uri="{FF2B5EF4-FFF2-40B4-BE49-F238E27FC236}">
                    <a16:creationId xmlns:a16="http://schemas.microsoft.com/office/drawing/2014/main" id="{CD7AC9AE-9E63-1900-227E-81832A033440}"/>
                  </a:ext>
                </a:extLst>
              </p:cNvPr>
              <p:cNvSpPr/>
              <p:nvPr/>
            </p:nvSpPr>
            <p:spPr>
              <a:xfrm>
                <a:off x="1425946" y="3562304"/>
                <a:ext cx="17525" cy="17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8" name="ellipse_2577">
                <a:extLst>
                  <a:ext uri="{FF2B5EF4-FFF2-40B4-BE49-F238E27FC236}">
                    <a16:creationId xmlns:a16="http://schemas.microsoft.com/office/drawing/2014/main" id="{FC4B9BDD-1E64-62A4-931E-8BE8F4956F13}"/>
                  </a:ext>
                </a:extLst>
              </p:cNvPr>
              <p:cNvSpPr/>
              <p:nvPr/>
            </p:nvSpPr>
            <p:spPr>
              <a:xfrm>
                <a:off x="1355269" y="3594031"/>
                <a:ext cx="21133" cy="21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9" name="ellipse_2578">
                <a:extLst>
                  <a:ext uri="{FF2B5EF4-FFF2-40B4-BE49-F238E27FC236}">
                    <a16:creationId xmlns:a16="http://schemas.microsoft.com/office/drawing/2014/main" id="{E90A7BCF-BBFD-63AC-4DC2-F0400FA90659}"/>
                  </a:ext>
                </a:extLst>
              </p:cNvPr>
              <p:cNvSpPr/>
              <p:nvPr/>
            </p:nvSpPr>
            <p:spPr>
              <a:xfrm>
                <a:off x="1506719" y="3690770"/>
                <a:ext cx="17358" cy="1735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" name="ellipse_2579">
                <a:extLst>
                  <a:ext uri="{FF2B5EF4-FFF2-40B4-BE49-F238E27FC236}">
                    <a16:creationId xmlns:a16="http://schemas.microsoft.com/office/drawing/2014/main" id="{4CA60284-5726-C93A-3B96-4ADB5E0851CD}"/>
                  </a:ext>
                </a:extLst>
              </p:cNvPr>
              <p:cNvSpPr/>
              <p:nvPr/>
            </p:nvSpPr>
            <p:spPr>
              <a:xfrm>
                <a:off x="1349195" y="3647004"/>
                <a:ext cx="22300" cy="2230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" name="ellipse_2580">
                <a:extLst>
                  <a:ext uri="{FF2B5EF4-FFF2-40B4-BE49-F238E27FC236}">
                    <a16:creationId xmlns:a16="http://schemas.microsoft.com/office/drawing/2014/main" id="{02C998C6-D15B-4D3E-F65C-901603E718E2}"/>
                  </a:ext>
                </a:extLst>
              </p:cNvPr>
              <p:cNvSpPr/>
              <p:nvPr/>
            </p:nvSpPr>
            <p:spPr>
              <a:xfrm>
                <a:off x="1577404" y="3601425"/>
                <a:ext cx="20206" cy="202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" name="ellipse_2581">
                <a:extLst>
                  <a:ext uri="{FF2B5EF4-FFF2-40B4-BE49-F238E27FC236}">
                    <a16:creationId xmlns:a16="http://schemas.microsoft.com/office/drawing/2014/main" id="{89A6ED92-C757-C6F6-B945-4BE2E2866F5C}"/>
                  </a:ext>
                </a:extLst>
              </p:cNvPr>
              <p:cNvSpPr/>
              <p:nvPr/>
            </p:nvSpPr>
            <p:spPr>
              <a:xfrm>
                <a:off x="1509076" y="3554975"/>
                <a:ext cx="15762" cy="15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" name="ellipse_2582">
                <a:extLst>
                  <a:ext uri="{FF2B5EF4-FFF2-40B4-BE49-F238E27FC236}">
                    <a16:creationId xmlns:a16="http://schemas.microsoft.com/office/drawing/2014/main" id="{D5B36787-5D31-63F7-73E4-671D3E9D0003}"/>
                  </a:ext>
                </a:extLst>
              </p:cNvPr>
              <p:cNvSpPr/>
              <p:nvPr/>
            </p:nvSpPr>
            <p:spPr>
              <a:xfrm>
                <a:off x="1462460" y="3706007"/>
                <a:ext cx="22750" cy="227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" name="ellipse_2583">
                <a:extLst>
                  <a:ext uri="{FF2B5EF4-FFF2-40B4-BE49-F238E27FC236}">
                    <a16:creationId xmlns:a16="http://schemas.microsoft.com/office/drawing/2014/main" id="{3CA56C3F-6592-2A93-F9E6-53959D44FCC5}"/>
                  </a:ext>
                </a:extLst>
              </p:cNvPr>
              <p:cNvSpPr/>
              <p:nvPr/>
            </p:nvSpPr>
            <p:spPr>
              <a:xfrm>
                <a:off x="1439477" y="3526920"/>
                <a:ext cx="21290" cy="212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" name="ellipse_2584">
                <a:extLst>
                  <a:ext uri="{FF2B5EF4-FFF2-40B4-BE49-F238E27FC236}">
                    <a16:creationId xmlns:a16="http://schemas.microsoft.com/office/drawing/2014/main" id="{BF1413D5-2A2A-D768-79D7-116EC5F56505}"/>
                  </a:ext>
                </a:extLst>
              </p:cNvPr>
              <p:cNvSpPr/>
              <p:nvPr/>
            </p:nvSpPr>
            <p:spPr>
              <a:xfrm>
                <a:off x="1310268" y="3672453"/>
                <a:ext cx="21000" cy="210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" name="ellipse_2585">
                <a:extLst>
                  <a:ext uri="{FF2B5EF4-FFF2-40B4-BE49-F238E27FC236}">
                    <a16:creationId xmlns:a16="http://schemas.microsoft.com/office/drawing/2014/main" id="{DC0E42FA-FFBC-0032-EEBE-AC23C2C8A18F}"/>
                  </a:ext>
                </a:extLst>
              </p:cNvPr>
              <p:cNvSpPr/>
              <p:nvPr/>
            </p:nvSpPr>
            <p:spPr>
              <a:xfrm>
                <a:off x="1552938" y="3621802"/>
                <a:ext cx="15605" cy="1560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" name="ellipse_2586">
                <a:extLst>
                  <a:ext uri="{FF2B5EF4-FFF2-40B4-BE49-F238E27FC236}">
                    <a16:creationId xmlns:a16="http://schemas.microsoft.com/office/drawing/2014/main" id="{D5C55BEC-D6E8-C8A4-8630-7F45F0BB57D2}"/>
                  </a:ext>
                </a:extLst>
              </p:cNvPr>
              <p:cNvSpPr/>
              <p:nvPr/>
            </p:nvSpPr>
            <p:spPr>
              <a:xfrm>
                <a:off x="1558418" y="3676011"/>
                <a:ext cx="22184" cy="221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" name="ellipse_2587">
                <a:extLst>
                  <a:ext uri="{FF2B5EF4-FFF2-40B4-BE49-F238E27FC236}">
                    <a16:creationId xmlns:a16="http://schemas.microsoft.com/office/drawing/2014/main" id="{C0808DA2-649F-C26E-84AA-F0E33EFC7AFE}"/>
                  </a:ext>
                </a:extLst>
              </p:cNvPr>
              <p:cNvSpPr/>
              <p:nvPr/>
            </p:nvSpPr>
            <p:spPr>
              <a:xfrm>
                <a:off x="1456866" y="3525328"/>
                <a:ext cx="23606" cy="23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" name="ellipse_2588">
                <a:extLst>
                  <a:ext uri="{FF2B5EF4-FFF2-40B4-BE49-F238E27FC236}">
                    <a16:creationId xmlns:a16="http://schemas.microsoft.com/office/drawing/2014/main" id="{29107B3C-1C57-DFFE-E1D0-E36792584C4A}"/>
                  </a:ext>
                </a:extLst>
              </p:cNvPr>
              <p:cNvSpPr/>
              <p:nvPr/>
            </p:nvSpPr>
            <p:spPr>
              <a:xfrm>
                <a:off x="1364561" y="3569140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0" name="ellipse_2589">
                <a:extLst>
                  <a:ext uri="{FF2B5EF4-FFF2-40B4-BE49-F238E27FC236}">
                    <a16:creationId xmlns:a16="http://schemas.microsoft.com/office/drawing/2014/main" id="{2CEAF87E-D6F6-42AD-E07A-770EF7AC154A}"/>
                  </a:ext>
                </a:extLst>
              </p:cNvPr>
              <p:cNvSpPr/>
              <p:nvPr/>
            </p:nvSpPr>
            <p:spPr>
              <a:xfrm>
                <a:off x="1539847" y="3619786"/>
                <a:ext cx="18619" cy="186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1" name="ellipse_2590">
                <a:extLst>
                  <a:ext uri="{FF2B5EF4-FFF2-40B4-BE49-F238E27FC236}">
                    <a16:creationId xmlns:a16="http://schemas.microsoft.com/office/drawing/2014/main" id="{C277D38E-B71B-37FE-B76B-E7CEDF17CC39}"/>
                  </a:ext>
                </a:extLst>
              </p:cNvPr>
              <p:cNvSpPr/>
              <p:nvPr/>
            </p:nvSpPr>
            <p:spPr>
              <a:xfrm>
                <a:off x="1298635" y="3654692"/>
                <a:ext cx="18927" cy="189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2" name="ellipse_2591">
                <a:extLst>
                  <a:ext uri="{FF2B5EF4-FFF2-40B4-BE49-F238E27FC236}">
                    <a16:creationId xmlns:a16="http://schemas.microsoft.com/office/drawing/2014/main" id="{5C5D75F6-3BFE-01B7-FAC9-0FE9C38DA789}"/>
                  </a:ext>
                </a:extLst>
              </p:cNvPr>
              <p:cNvSpPr/>
              <p:nvPr/>
            </p:nvSpPr>
            <p:spPr>
              <a:xfrm>
                <a:off x="1319712" y="3686409"/>
                <a:ext cx="23715" cy="237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3" name="ellipse_2592">
                <a:extLst>
                  <a:ext uri="{FF2B5EF4-FFF2-40B4-BE49-F238E27FC236}">
                    <a16:creationId xmlns:a16="http://schemas.microsoft.com/office/drawing/2014/main" id="{45E4E008-5C46-BA0E-38C4-A05788CDD8BF}"/>
                  </a:ext>
                </a:extLst>
              </p:cNvPr>
              <p:cNvSpPr/>
              <p:nvPr/>
            </p:nvSpPr>
            <p:spPr>
              <a:xfrm>
                <a:off x="1501588" y="3562901"/>
                <a:ext cx="22327" cy="22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4" name="ellipse_2593">
                <a:extLst>
                  <a:ext uri="{FF2B5EF4-FFF2-40B4-BE49-F238E27FC236}">
                    <a16:creationId xmlns:a16="http://schemas.microsoft.com/office/drawing/2014/main" id="{953775E4-20FB-6686-AA64-00A9EBB97126}"/>
                  </a:ext>
                </a:extLst>
              </p:cNvPr>
              <p:cNvSpPr/>
              <p:nvPr/>
            </p:nvSpPr>
            <p:spPr>
              <a:xfrm>
                <a:off x="1466525" y="3529327"/>
                <a:ext cx="15101" cy="1510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5" name="ellipse_2594">
                <a:extLst>
                  <a:ext uri="{FF2B5EF4-FFF2-40B4-BE49-F238E27FC236}">
                    <a16:creationId xmlns:a16="http://schemas.microsoft.com/office/drawing/2014/main" id="{3F28BB9B-896D-933D-C8C4-5FF4AB72BB31}"/>
                  </a:ext>
                </a:extLst>
              </p:cNvPr>
              <p:cNvSpPr/>
              <p:nvPr/>
            </p:nvSpPr>
            <p:spPr>
              <a:xfrm>
                <a:off x="1333290" y="3551629"/>
                <a:ext cx="21303" cy="2130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6" name="ellipse_2595">
                <a:extLst>
                  <a:ext uri="{FF2B5EF4-FFF2-40B4-BE49-F238E27FC236}">
                    <a16:creationId xmlns:a16="http://schemas.microsoft.com/office/drawing/2014/main" id="{369FC49F-F3C1-9361-482C-2D3F82CE8D95}"/>
                  </a:ext>
                </a:extLst>
              </p:cNvPr>
              <p:cNvSpPr/>
              <p:nvPr/>
            </p:nvSpPr>
            <p:spPr>
              <a:xfrm>
                <a:off x="1339812" y="3618696"/>
                <a:ext cx="23994" cy="2399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7" name="ellipse_2596">
                <a:extLst>
                  <a:ext uri="{FF2B5EF4-FFF2-40B4-BE49-F238E27FC236}">
                    <a16:creationId xmlns:a16="http://schemas.microsoft.com/office/drawing/2014/main" id="{28872428-6A0B-EF19-253E-242AA15CBB05}"/>
                  </a:ext>
                </a:extLst>
              </p:cNvPr>
              <p:cNvSpPr/>
              <p:nvPr/>
            </p:nvSpPr>
            <p:spPr>
              <a:xfrm>
                <a:off x="1322053" y="3616233"/>
                <a:ext cx="19417" cy="1941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8" name="ellipse_2597">
                <a:extLst>
                  <a:ext uri="{FF2B5EF4-FFF2-40B4-BE49-F238E27FC236}">
                    <a16:creationId xmlns:a16="http://schemas.microsoft.com/office/drawing/2014/main" id="{7E3D634A-DE46-4983-25A1-09E745B1FC39}"/>
                  </a:ext>
                </a:extLst>
              </p:cNvPr>
              <p:cNvSpPr/>
              <p:nvPr/>
            </p:nvSpPr>
            <p:spPr>
              <a:xfrm>
                <a:off x="1442627" y="3702519"/>
                <a:ext cx="16815" cy="168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9" name="ellipse_2598">
                <a:extLst>
                  <a:ext uri="{FF2B5EF4-FFF2-40B4-BE49-F238E27FC236}">
                    <a16:creationId xmlns:a16="http://schemas.microsoft.com/office/drawing/2014/main" id="{208125C0-72CA-275B-FB72-F553429AC006}"/>
                  </a:ext>
                </a:extLst>
              </p:cNvPr>
              <p:cNvSpPr/>
              <p:nvPr/>
            </p:nvSpPr>
            <p:spPr>
              <a:xfrm>
                <a:off x="1359926" y="3695336"/>
                <a:ext cx="19088" cy="190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0" name="ellipse_2599">
                <a:extLst>
                  <a:ext uri="{FF2B5EF4-FFF2-40B4-BE49-F238E27FC236}">
                    <a16:creationId xmlns:a16="http://schemas.microsoft.com/office/drawing/2014/main" id="{BAC57C4D-45D8-B3D0-7413-303B62B1EECC}"/>
                  </a:ext>
                </a:extLst>
              </p:cNvPr>
              <p:cNvSpPr/>
              <p:nvPr/>
            </p:nvSpPr>
            <p:spPr>
              <a:xfrm>
                <a:off x="1316114" y="3579850"/>
                <a:ext cx="19778" cy="1977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1" name="ellipse_2600">
                <a:extLst>
                  <a:ext uri="{FF2B5EF4-FFF2-40B4-BE49-F238E27FC236}">
                    <a16:creationId xmlns:a16="http://schemas.microsoft.com/office/drawing/2014/main" id="{82CD3015-F894-BF2C-A919-4D7F1BCBADC0}"/>
                  </a:ext>
                </a:extLst>
              </p:cNvPr>
              <p:cNvSpPr/>
              <p:nvPr/>
            </p:nvSpPr>
            <p:spPr>
              <a:xfrm>
                <a:off x="1434798" y="3553542"/>
                <a:ext cx="17285" cy="172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2" name="ellipse_2601">
                <a:extLst>
                  <a:ext uri="{FF2B5EF4-FFF2-40B4-BE49-F238E27FC236}">
                    <a16:creationId xmlns:a16="http://schemas.microsoft.com/office/drawing/2014/main" id="{B53DDC9A-1BFA-12A8-12C0-A6C59A8AF631}"/>
                  </a:ext>
                </a:extLst>
              </p:cNvPr>
              <p:cNvSpPr/>
              <p:nvPr/>
            </p:nvSpPr>
            <p:spPr>
              <a:xfrm>
                <a:off x="1494855" y="3573622"/>
                <a:ext cx="23632" cy="23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43" name="Feature vector">
              <a:extLst>
                <a:ext uri="{FF2B5EF4-FFF2-40B4-BE49-F238E27FC236}">
                  <a16:creationId xmlns:a16="http://schemas.microsoft.com/office/drawing/2014/main" id="{A560D1CF-DAE6-BC3C-8BCA-8EBDA8CCF180}"/>
                </a:ext>
              </a:extLst>
            </p:cNvPr>
            <p:cNvGrpSpPr/>
            <p:nvPr/>
          </p:nvGrpSpPr>
          <p:grpSpPr>
            <a:xfrm>
              <a:off x="1274580" y="3787605"/>
              <a:ext cx="338355" cy="49275"/>
              <a:chOff x="1274580" y="3787605"/>
              <a:chExt cx="338355" cy="49275"/>
            </a:xfrm>
          </p:grpSpPr>
          <p:sp>
            <p:nvSpPr>
              <p:cNvPr id="261" name="feature_1">
                <a:extLst>
                  <a:ext uri="{FF2B5EF4-FFF2-40B4-BE49-F238E27FC236}">
                    <a16:creationId xmlns:a16="http://schemas.microsoft.com/office/drawing/2014/main" id="{456842E3-0AD2-2B74-4A68-2F620A14BF62}"/>
                  </a:ext>
                </a:extLst>
              </p:cNvPr>
              <p:cNvSpPr/>
              <p:nvPr/>
            </p:nvSpPr>
            <p:spPr>
              <a:xfrm>
                <a:off x="1274580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" name="feature_2">
                <a:extLst>
                  <a:ext uri="{FF2B5EF4-FFF2-40B4-BE49-F238E27FC236}">
                    <a16:creationId xmlns:a16="http://schemas.microsoft.com/office/drawing/2014/main" id="{E257A1D0-E262-2434-240A-924058543E42}"/>
                  </a:ext>
                </a:extLst>
              </p:cNvPr>
              <p:cNvSpPr/>
              <p:nvPr/>
            </p:nvSpPr>
            <p:spPr>
              <a:xfrm>
                <a:off x="1323386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" name="feature_3">
                <a:extLst>
                  <a:ext uri="{FF2B5EF4-FFF2-40B4-BE49-F238E27FC236}">
                    <a16:creationId xmlns:a16="http://schemas.microsoft.com/office/drawing/2014/main" id="{DC8740C6-4939-88C3-3E33-A546101172DE}"/>
                  </a:ext>
                </a:extLst>
              </p:cNvPr>
              <p:cNvSpPr/>
              <p:nvPr/>
            </p:nvSpPr>
            <p:spPr>
              <a:xfrm>
                <a:off x="1372191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4" name="feature_4">
                <a:extLst>
                  <a:ext uri="{FF2B5EF4-FFF2-40B4-BE49-F238E27FC236}">
                    <a16:creationId xmlns:a16="http://schemas.microsoft.com/office/drawing/2014/main" id="{0E62A0FF-31C4-AC66-9157-5CB48D4008B3}"/>
                  </a:ext>
                </a:extLst>
              </p:cNvPr>
              <p:cNvSpPr/>
              <p:nvPr/>
            </p:nvSpPr>
            <p:spPr>
              <a:xfrm>
                <a:off x="1420997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5" name="feature_5">
                <a:extLst>
                  <a:ext uri="{FF2B5EF4-FFF2-40B4-BE49-F238E27FC236}">
                    <a16:creationId xmlns:a16="http://schemas.microsoft.com/office/drawing/2014/main" id="{49542B0A-2559-4130-16DB-38C68896B0B7}"/>
                  </a:ext>
                </a:extLst>
              </p:cNvPr>
              <p:cNvSpPr/>
              <p:nvPr/>
            </p:nvSpPr>
            <p:spPr>
              <a:xfrm>
                <a:off x="1469803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6" name="feature_6">
                <a:extLst>
                  <a:ext uri="{FF2B5EF4-FFF2-40B4-BE49-F238E27FC236}">
                    <a16:creationId xmlns:a16="http://schemas.microsoft.com/office/drawing/2014/main" id="{99C3E403-5EFD-7FBF-762E-0BE994BD05EB}"/>
                  </a:ext>
                </a:extLst>
              </p:cNvPr>
              <p:cNvSpPr/>
              <p:nvPr/>
            </p:nvSpPr>
            <p:spPr>
              <a:xfrm>
                <a:off x="1518609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7" name="feature_7">
                <a:extLst>
                  <a:ext uri="{FF2B5EF4-FFF2-40B4-BE49-F238E27FC236}">
                    <a16:creationId xmlns:a16="http://schemas.microsoft.com/office/drawing/2014/main" id="{F9D7F0BE-3E1C-18E2-8C8F-DF1C870A483A}"/>
                  </a:ext>
                </a:extLst>
              </p:cNvPr>
              <p:cNvSpPr/>
              <p:nvPr/>
            </p:nvSpPr>
            <p:spPr>
              <a:xfrm>
                <a:off x="1567414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4" name="rect_2609">
              <a:extLst>
                <a:ext uri="{FF2B5EF4-FFF2-40B4-BE49-F238E27FC236}">
                  <a16:creationId xmlns:a16="http://schemas.microsoft.com/office/drawing/2014/main" id="{2AE1C1EB-4D5C-00AE-2670-612C9C3CFE4E}"/>
                </a:ext>
              </a:extLst>
            </p:cNvPr>
            <p:cNvSpPr/>
            <p:nvPr/>
          </p:nvSpPr>
          <p:spPr>
            <a:xfrm>
              <a:off x="1826460" y="3367125"/>
              <a:ext cx="844245" cy="532170"/>
            </a:xfrm>
            <a:prstGeom prst="roundRect">
              <a:avLst>
                <a:gd name="adj" fmla="val 3704"/>
              </a:avLst>
            </a:prstGeom>
            <a:solidFill>
              <a:srgbClr val="FCFEFD"/>
            </a:solidFill>
            <a:ln w="3942" cap="rnd" cmpd="sng" algn="ctr">
              <a:solidFill>
                <a:srgbClr val="C5DE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5" name="Text | Local candidate cues">
              <a:extLst>
                <a:ext uri="{FF2B5EF4-FFF2-40B4-BE49-F238E27FC236}">
                  <a16:creationId xmlns:a16="http://schemas.microsoft.com/office/drawing/2014/main" id="{D61540D5-7BCB-945A-727B-E0B8737EE513}"/>
                </a:ext>
              </a:extLst>
            </p:cNvPr>
            <p:cNvSpPr txBox="1"/>
            <p:nvPr/>
          </p:nvSpPr>
          <p:spPr>
            <a:xfrm>
              <a:off x="1768226" y="3383550"/>
              <a:ext cx="957429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Local candidate cues</a:t>
              </a:r>
              <a:endParaRPr lang="en-US" sz="621"/>
            </a:p>
          </p:txBody>
        </p:sp>
        <p:sp>
          <p:nvSpPr>
            <p:cNvPr id="246" name="Candidate blob | editable contour">
              <a:extLst>
                <a:ext uri="{FF2B5EF4-FFF2-40B4-BE49-F238E27FC236}">
                  <a16:creationId xmlns:a16="http://schemas.microsoft.com/office/drawing/2014/main" id="{DD152797-C49A-6F84-763F-2B8A80C79150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2612">
              <a:extLst>
                <a:ext uri="{FF2B5EF4-FFF2-40B4-BE49-F238E27FC236}">
                  <a16:creationId xmlns:a16="http://schemas.microsoft.com/office/drawing/2014/main" id="{054E2078-AECF-BEDC-52E3-044625A8D5D7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248" name="Pseudo-atom sampling points; no chemical bonds">
              <a:extLst>
                <a:ext uri="{FF2B5EF4-FFF2-40B4-BE49-F238E27FC236}">
                  <a16:creationId xmlns:a16="http://schemas.microsoft.com/office/drawing/2014/main" id="{EA6D3834-51AA-0EDB-5019-9107894EC30B}"/>
                </a:ext>
              </a:extLst>
            </p:cNvPr>
            <p:cNvGrpSpPr/>
            <p:nvPr/>
          </p:nvGrpSpPr>
          <p:grpSpPr>
            <a:xfrm>
              <a:off x="2356083" y="3581646"/>
              <a:ext cx="132815" cy="121377"/>
              <a:chOff x="2356083" y="3581646"/>
              <a:chExt cx="132815" cy="121377"/>
            </a:xfrm>
          </p:grpSpPr>
          <p:sp>
            <p:nvSpPr>
              <p:cNvPr id="251" name="Pseudo atom | small solid diamond">
                <a:extLst>
                  <a:ext uri="{FF2B5EF4-FFF2-40B4-BE49-F238E27FC236}">
                    <a16:creationId xmlns:a16="http://schemas.microsoft.com/office/drawing/2014/main" id="{2DCF19C2-FAD9-12F7-1170-0231010DD7C1}"/>
                  </a:ext>
                </a:extLst>
              </p:cNvPr>
              <p:cNvSpPr/>
              <p:nvPr/>
            </p:nvSpPr>
            <p:spPr>
              <a:xfrm>
                <a:off x="2470337" y="365792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" name="Pseudo atom | small solid diamond">
                <a:extLst>
                  <a:ext uri="{FF2B5EF4-FFF2-40B4-BE49-F238E27FC236}">
                    <a16:creationId xmlns:a16="http://schemas.microsoft.com/office/drawing/2014/main" id="{4893D1A7-6A1F-0FC3-8271-EB9C49BD24DC}"/>
                  </a:ext>
                </a:extLst>
              </p:cNvPr>
              <p:cNvSpPr/>
              <p:nvPr/>
            </p:nvSpPr>
            <p:spPr>
              <a:xfrm>
                <a:off x="2367832" y="358164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" name="Pseudo atom | small solid diamond">
                <a:extLst>
                  <a:ext uri="{FF2B5EF4-FFF2-40B4-BE49-F238E27FC236}">
                    <a16:creationId xmlns:a16="http://schemas.microsoft.com/office/drawing/2014/main" id="{E1DFD2F0-447E-7173-90E0-F66005707545}"/>
                  </a:ext>
                </a:extLst>
              </p:cNvPr>
              <p:cNvSpPr/>
              <p:nvPr/>
            </p:nvSpPr>
            <p:spPr>
              <a:xfrm>
                <a:off x="2462977" y="3688569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" name="Pseudo atom | small solid diamond">
                <a:extLst>
                  <a:ext uri="{FF2B5EF4-FFF2-40B4-BE49-F238E27FC236}">
                    <a16:creationId xmlns:a16="http://schemas.microsoft.com/office/drawing/2014/main" id="{2086D97D-8B8C-FF48-D6E3-C34611205208}"/>
                  </a:ext>
                </a:extLst>
              </p:cNvPr>
              <p:cNvSpPr/>
              <p:nvPr/>
            </p:nvSpPr>
            <p:spPr>
              <a:xfrm>
                <a:off x="2381094" y="3596723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" name="Pseudo atom | small solid diamond">
                <a:extLst>
                  <a:ext uri="{FF2B5EF4-FFF2-40B4-BE49-F238E27FC236}">
                    <a16:creationId xmlns:a16="http://schemas.microsoft.com/office/drawing/2014/main" id="{F51D1AF9-A78D-ED4C-053C-710E0A9A3C36}"/>
                  </a:ext>
                </a:extLst>
              </p:cNvPr>
              <p:cNvSpPr/>
              <p:nvPr/>
            </p:nvSpPr>
            <p:spPr>
              <a:xfrm>
                <a:off x="2474444" y="3633245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" name="Pseudo atom | small solid diamond">
                <a:extLst>
                  <a:ext uri="{FF2B5EF4-FFF2-40B4-BE49-F238E27FC236}">
                    <a16:creationId xmlns:a16="http://schemas.microsoft.com/office/drawing/2014/main" id="{C59EAD2E-876D-22B8-4EFC-04CF857179C6}"/>
                  </a:ext>
                </a:extLst>
              </p:cNvPr>
              <p:cNvSpPr/>
              <p:nvPr/>
            </p:nvSpPr>
            <p:spPr>
              <a:xfrm>
                <a:off x="2419798" y="361567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" name="Pseudo atom | small solid diamond">
                <a:extLst>
                  <a:ext uri="{FF2B5EF4-FFF2-40B4-BE49-F238E27FC236}">
                    <a16:creationId xmlns:a16="http://schemas.microsoft.com/office/drawing/2014/main" id="{757A4101-0737-DD60-BDFB-88358D6A3D06}"/>
                  </a:ext>
                </a:extLst>
              </p:cNvPr>
              <p:cNvSpPr/>
              <p:nvPr/>
            </p:nvSpPr>
            <p:spPr>
              <a:xfrm>
                <a:off x="2356083" y="363092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" name="Pseudo atom | small solid diamond">
                <a:extLst>
                  <a:ext uri="{FF2B5EF4-FFF2-40B4-BE49-F238E27FC236}">
                    <a16:creationId xmlns:a16="http://schemas.microsoft.com/office/drawing/2014/main" id="{AC71C9C7-3FA7-D82E-30ED-AE0089B220E8}"/>
                  </a:ext>
                </a:extLst>
              </p:cNvPr>
              <p:cNvSpPr/>
              <p:nvPr/>
            </p:nvSpPr>
            <p:spPr>
              <a:xfrm>
                <a:off x="2399168" y="362144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" name="Pseudo atom | small solid diamond">
                <a:extLst>
                  <a:ext uri="{FF2B5EF4-FFF2-40B4-BE49-F238E27FC236}">
                    <a16:creationId xmlns:a16="http://schemas.microsoft.com/office/drawing/2014/main" id="{3BE552A0-8510-E494-CF88-1B9C854BB1E4}"/>
                  </a:ext>
                </a:extLst>
              </p:cNvPr>
              <p:cNvSpPr/>
              <p:nvPr/>
            </p:nvSpPr>
            <p:spPr>
              <a:xfrm>
                <a:off x="2442478" y="366401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0" name="Pseudo atom | small solid diamond">
                <a:extLst>
                  <a:ext uri="{FF2B5EF4-FFF2-40B4-BE49-F238E27FC236}">
                    <a16:creationId xmlns:a16="http://schemas.microsoft.com/office/drawing/2014/main" id="{5712722E-EDB1-CCB6-322A-9A113FB270A7}"/>
                  </a:ext>
                </a:extLst>
              </p:cNvPr>
              <p:cNvSpPr/>
              <p:nvPr/>
            </p:nvSpPr>
            <p:spPr>
              <a:xfrm>
                <a:off x="2457792" y="3672561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9" name="Text | Blob">
              <a:extLst>
                <a:ext uri="{FF2B5EF4-FFF2-40B4-BE49-F238E27FC236}">
                  <a16:creationId xmlns:a16="http://schemas.microsoft.com/office/drawing/2014/main" id="{24C9C4E5-29C0-A5BF-E6DD-7D9EB10C44A6}"/>
                </a:ext>
              </a:extLst>
            </p:cNvPr>
            <p:cNvSpPr txBox="1"/>
            <p:nvPr/>
          </p:nvSpPr>
          <p:spPr>
            <a:xfrm>
              <a:off x="1946540" y="3764610"/>
              <a:ext cx="19346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Blob</a:t>
              </a:r>
              <a:endParaRPr lang="en-US" sz="595"/>
            </a:p>
          </p:txBody>
        </p:sp>
        <p:sp>
          <p:nvSpPr>
            <p:cNvPr id="250" name="Text | Pseudo">
              <a:extLst>
                <a:ext uri="{FF2B5EF4-FFF2-40B4-BE49-F238E27FC236}">
                  <a16:creationId xmlns:a16="http://schemas.microsoft.com/office/drawing/2014/main" id="{D9A5C5AB-C7E2-23CA-DAE1-6557B82066AC}"/>
                </a:ext>
              </a:extLst>
            </p:cNvPr>
            <p:cNvSpPr txBox="1"/>
            <p:nvPr/>
          </p:nvSpPr>
          <p:spPr>
            <a:xfrm>
              <a:off x="2298026" y="3764610"/>
              <a:ext cx="29859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Pseudo</a:t>
              </a:r>
              <a:endParaRPr lang="en-US" sz="595"/>
            </a:p>
          </p:txBody>
        </p:sp>
      </p:grpSp>
      <p:sp>
        <p:nvSpPr>
          <p:cNvPr id="20" name="Text | Q">
            <a:extLst>
              <a:ext uri="{FF2B5EF4-FFF2-40B4-BE49-F238E27FC236}">
                <a16:creationId xmlns:a16="http://schemas.microsoft.com/office/drawing/2014/main" id="{9B6C5153-BD09-1B3C-A8B1-AF2B87B2854E}"/>
              </a:ext>
            </a:extLst>
          </p:cNvPr>
          <p:cNvSpPr txBox="1"/>
          <p:nvPr/>
        </p:nvSpPr>
        <p:spPr>
          <a:xfrm>
            <a:off x="2339386" y="3504692"/>
            <a:ext cx="94616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621"/>
          </a:p>
        </p:txBody>
      </p:sp>
      <p:sp>
        <p:nvSpPr>
          <p:cNvPr id="21" name="Operation | Mean/max pool">
            <a:extLst>
              <a:ext uri="{FF2B5EF4-FFF2-40B4-BE49-F238E27FC236}">
                <a16:creationId xmlns:a16="http://schemas.microsoft.com/office/drawing/2014/main" id="{69C2C7CB-6A7B-1A41-8A2D-67C6A14775E8}"/>
              </a:ext>
            </a:extLst>
          </p:cNvPr>
          <p:cNvSpPr/>
          <p:nvPr/>
        </p:nvSpPr>
        <p:spPr>
          <a:xfrm>
            <a:off x="947086" y="3563574"/>
            <a:ext cx="617580" cy="160965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2" name="Text | Mean/max pool">
            <a:extLst>
              <a:ext uri="{FF2B5EF4-FFF2-40B4-BE49-F238E27FC236}">
                <a16:creationId xmlns:a16="http://schemas.microsoft.com/office/drawing/2014/main" id="{53AE8E0C-4047-9DC1-3F5B-7FA0531F5A12}"/>
              </a:ext>
            </a:extLst>
          </p:cNvPr>
          <p:cNvSpPr txBox="1"/>
          <p:nvPr/>
        </p:nvSpPr>
        <p:spPr>
          <a:xfrm>
            <a:off x="904334" y="3592023"/>
            <a:ext cx="703085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Mean/max pool</a:t>
            </a:r>
            <a:endParaRPr lang="en-US" sz="621"/>
          </a:p>
        </p:txBody>
      </p:sp>
      <p:sp>
        <p:nvSpPr>
          <p:cNvPr id="23" name="Operation | Attention">
            <a:extLst>
              <a:ext uri="{FF2B5EF4-FFF2-40B4-BE49-F238E27FC236}">
                <a16:creationId xmlns:a16="http://schemas.microsoft.com/office/drawing/2014/main" id="{402E2C9F-D79E-AAA6-A567-56AD013C6EB8}"/>
              </a:ext>
            </a:extLst>
          </p:cNvPr>
          <p:cNvSpPr/>
          <p:nvPr/>
        </p:nvSpPr>
        <p:spPr>
          <a:xfrm>
            <a:off x="1769978" y="3563574"/>
            <a:ext cx="509175" cy="160965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4" name="Text | Attention">
            <a:extLst>
              <a:ext uri="{FF2B5EF4-FFF2-40B4-BE49-F238E27FC236}">
                <a16:creationId xmlns:a16="http://schemas.microsoft.com/office/drawing/2014/main" id="{5B68ACB9-2F35-E562-660E-4EFBAAB2DC37}"/>
              </a:ext>
            </a:extLst>
          </p:cNvPr>
          <p:cNvSpPr txBox="1"/>
          <p:nvPr/>
        </p:nvSpPr>
        <p:spPr>
          <a:xfrm>
            <a:off x="1800272" y="3592023"/>
            <a:ext cx="448587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Attention</a:t>
            </a:r>
            <a:endParaRPr lang="en-US" sz="621"/>
          </a:p>
        </p:txBody>
      </p:sp>
      <p:sp>
        <p:nvSpPr>
          <p:cNvPr id="25" name="Concatenation">
            <a:extLst>
              <a:ext uri="{FF2B5EF4-FFF2-40B4-BE49-F238E27FC236}">
                <a16:creationId xmlns:a16="http://schemas.microsoft.com/office/drawing/2014/main" id="{7BA4E721-888A-E37A-96EF-7E6F7452E82A}"/>
              </a:ext>
            </a:extLst>
          </p:cNvPr>
          <p:cNvSpPr/>
          <p:nvPr/>
        </p:nvSpPr>
        <p:spPr>
          <a:xfrm>
            <a:off x="1452976" y="3985697"/>
            <a:ext cx="111690" cy="111690"/>
          </a:xfrm>
          <a:prstGeom prst="ellipse">
            <a:avLst/>
          </a:prstGeom>
          <a:solidFill>
            <a:srgbClr val="FFFFFF"/>
          </a:solidFill>
          <a:ln w="5913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cxnSp>
        <p:nvCxnSpPr>
          <p:cNvPr id="26" name="path_2641">
            <a:extLst>
              <a:ext uri="{FF2B5EF4-FFF2-40B4-BE49-F238E27FC236}">
                <a16:creationId xmlns:a16="http://schemas.microsoft.com/office/drawing/2014/main" id="{077AA787-C463-3BD2-EA38-245B3ED62E4A}"/>
              </a:ext>
            </a:extLst>
          </p:cNvPr>
          <p:cNvCxnSpPr/>
          <p:nvPr/>
        </p:nvCxnSpPr>
        <p:spPr>
          <a:xfrm>
            <a:off x="1495681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path_2642">
            <a:extLst>
              <a:ext uri="{FF2B5EF4-FFF2-40B4-BE49-F238E27FC236}">
                <a16:creationId xmlns:a16="http://schemas.microsoft.com/office/drawing/2014/main" id="{6E705248-F425-A3D0-2211-0964D8BE8ED1}"/>
              </a:ext>
            </a:extLst>
          </p:cNvPr>
          <p:cNvCxnSpPr/>
          <p:nvPr/>
        </p:nvCxnSpPr>
        <p:spPr>
          <a:xfrm>
            <a:off x="1521961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Operation | MLP">
            <a:extLst>
              <a:ext uri="{FF2B5EF4-FFF2-40B4-BE49-F238E27FC236}">
                <a16:creationId xmlns:a16="http://schemas.microsoft.com/office/drawing/2014/main" id="{511AFDA9-9D54-2CBD-AFE9-6969092E6A5C}"/>
              </a:ext>
            </a:extLst>
          </p:cNvPr>
          <p:cNvSpPr/>
          <p:nvPr/>
        </p:nvSpPr>
        <p:spPr>
          <a:xfrm>
            <a:off x="1737128" y="3962702"/>
            <a:ext cx="305505" cy="1576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9" name="Text | MLP">
            <a:extLst>
              <a:ext uri="{FF2B5EF4-FFF2-40B4-BE49-F238E27FC236}">
                <a16:creationId xmlns:a16="http://schemas.microsoft.com/office/drawing/2014/main" id="{E7468723-215F-8F16-2824-84113F0F833F}"/>
              </a:ext>
            </a:extLst>
          </p:cNvPr>
          <p:cNvSpPr txBox="1"/>
          <p:nvPr/>
        </p:nvSpPr>
        <p:spPr>
          <a:xfrm>
            <a:off x="1778387" y="3987340"/>
            <a:ext cx="222989" cy="11661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MLP</a:t>
            </a:r>
            <a:endParaRPr lang="en-US" sz="647"/>
          </a:p>
        </p:txBody>
      </p:sp>
      <p:sp>
        <p:nvSpPr>
          <p:cNvPr id="30" name="FiLM | base summary modulated by conditions">
            <a:extLst>
              <a:ext uri="{FF2B5EF4-FFF2-40B4-BE49-F238E27FC236}">
                <a16:creationId xmlns:a16="http://schemas.microsoft.com/office/drawing/2014/main" id="{C0738DF8-26A3-C65C-808F-3C59B3462B30}"/>
              </a:ext>
            </a:extLst>
          </p:cNvPr>
          <p:cNvSpPr/>
          <p:nvPr/>
        </p:nvSpPr>
        <p:spPr>
          <a:xfrm>
            <a:off x="2297221" y="3933137"/>
            <a:ext cx="216810" cy="216810"/>
          </a:xfrm>
          <a:prstGeom prst="ellipse">
            <a:avLst/>
          </a:prstGeom>
          <a:solidFill>
            <a:srgbClr val="F2EEF9"/>
          </a:solidFill>
          <a:ln w="6570" cap="rnd" cmpd="sng" algn="ctr">
            <a:solidFill>
              <a:srgbClr val="8B7BB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1" name="Text | FiLM">
            <a:extLst>
              <a:ext uri="{FF2B5EF4-FFF2-40B4-BE49-F238E27FC236}">
                <a16:creationId xmlns:a16="http://schemas.microsoft.com/office/drawing/2014/main" id="{29A8A014-0C30-7133-00E0-5A1EEF0A21C6}"/>
              </a:ext>
            </a:extLst>
          </p:cNvPr>
          <p:cNvSpPr txBox="1"/>
          <p:nvPr/>
        </p:nvSpPr>
        <p:spPr>
          <a:xfrm>
            <a:off x="2272217" y="3979127"/>
            <a:ext cx="266819" cy="125947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8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FiLM</a:t>
            </a:r>
            <a:endParaRPr lang="en-US" sz="698"/>
          </a:p>
        </p:txBody>
      </p:sp>
      <p:grpSp>
        <p:nvGrpSpPr>
          <p:cNvPr id="32" name="Candidate representation h_j">
            <a:extLst>
              <a:ext uri="{FF2B5EF4-FFF2-40B4-BE49-F238E27FC236}">
                <a16:creationId xmlns:a16="http://schemas.microsoft.com/office/drawing/2014/main" id="{E808B083-4417-1771-308C-398A37FB7F8E}"/>
              </a:ext>
            </a:extLst>
          </p:cNvPr>
          <p:cNvGrpSpPr/>
          <p:nvPr/>
        </p:nvGrpSpPr>
        <p:grpSpPr>
          <a:xfrm>
            <a:off x="2208526" y="4287917"/>
            <a:ext cx="397485" cy="72270"/>
            <a:chOff x="2641140" y="4746825"/>
            <a:chExt cx="397485" cy="72270"/>
          </a:xfrm>
        </p:grpSpPr>
        <p:sp>
          <p:nvSpPr>
            <p:cNvPr id="233" name="feature_1">
              <a:extLst>
                <a:ext uri="{FF2B5EF4-FFF2-40B4-BE49-F238E27FC236}">
                  <a16:creationId xmlns:a16="http://schemas.microsoft.com/office/drawing/2014/main" id="{F4BEE608-E132-2011-1392-3EF6316D3900}"/>
                </a:ext>
              </a:extLst>
            </p:cNvPr>
            <p:cNvSpPr/>
            <p:nvPr/>
          </p:nvSpPr>
          <p:spPr>
            <a:xfrm>
              <a:off x="2641140" y="4746825"/>
              <a:ext cx="53968" cy="72270"/>
            </a:xfrm>
            <a:prstGeom prst="rect">
              <a:avLst/>
            </a:prstGeom>
            <a:solidFill>
              <a:srgbClr val="367FB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4" name="feature_2">
              <a:extLst>
                <a:ext uri="{FF2B5EF4-FFF2-40B4-BE49-F238E27FC236}">
                  <a16:creationId xmlns:a16="http://schemas.microsoft.com/office/drawing/2014/main" id="{DF9F730B-53CC-06D6-A48E-43BC0951C4BC}"/>
                </a:ext>
              </a:extLst>
            </p:cNvPr>
            <p:cNvSpPr/>
            <p:nvPr/>
          </p:nvSpPr>
          <p:spPr>
            <a:xfrm>
              <a:off x="2698393" y="4746825"/>
              <a:ext cx="53968" cy="72270"/>
            </a:xfrm>
            <a:prstGeom prst="rect">
              <a:avLst/>
            </a:prstGeom>
            <a:solidFill>
              <a:srgbClr val="7EAE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5" name="feature_3">
              <a:extLst>
                <a:ext uri="{FF2B5EF4-FFF2-40B4-BE49-F238E27FC236}">
                  <a16:creationId xmlns:a16="http://schemas.microsoft.com/office/drawing/2014/main" id="{91720B8E-8505-0587-4865-8FE400661764}"/>
                </a:ext>
              </a:extLst>
            </p:cNvPr>
            <p:cNvSpPr/>
            <p:nvPr/>
          </p:nvSpPr>
          <p:spPr>
            <a:xfrm>
              <a:off x="2755646" y="4746825"/>
              <a:ext cx="53968" cy="72270"/>
            </a:xfrm>
            <a:prstGeom prst="rect">
              <a:avLst/>
            </a:prstGeom>
            <a:solidFill>
              <a:srgbClr val="BCD8E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6" name="feature_4">
              <a:extLst>
                <a:ext uri="{FF2B5EF4-FFF2-40B4-BE49-F238E27FC236}">
                  <a16:creationId xmlns:a16="http://schemas.microsoft.com/office/drawing/2014/main" id="{D7520224-E604-841B-2211-D7B4D981DE70}"/>
                </a:ext>
              </a:extLst>
            </p:cNvPr>
            <p:cNvSpPr/>
            <p:nvPr/>
          </p:nvSpPr>
          <p:spPr>
            <a:xfrm>
              <a:off x="2812899" y="4746825"/>
              <a:ext cx="53968" cy="72270"/>
            </a:xfrm>
            <a:prstGeom prst="rect">
              <a:avLst/>
            </a:prstGeom>
            <a:solidFill>
              <a:srgbClr val="88C3B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7" name="feature_5">
              <a:extLst>
                <a:ext uri="{FF2B5EF4-FFF2-40B4-BE49-F238E27FC236}">
                  <a16:creationId xmlns:a16="http://schemas.microsoft.com/office/drawing/2014/main" id="{816AEF65-3B8B-B61C-DB09-D93452B7A034}"/>
                </a:ext>
              </a:extLst>
            </p:cNvPr>
            <p:cNvSpPr/>
            <p:nvPr/>
          </p:nvSpPr>
          <p:spPr>
            <a:xfrm>
              <a:off x="2870151" y="4746825"/>
              <a:ext cx="53968" cy="72270"/>
            </a:xfrm>
            <a:prstGeom prst="rect">
              <a:avLst/>
            </a:prstGeom>
            <a:solidFill>
              <a:srgbClr val="23877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8" name="feature_6">
              <a:extLst>
                <a:ext uri="{FF2B5EF4-FFF2-40B4-BE49-F238E27FC236}">
                  <a16:creationId xmlns:a16="http://schemas.microsoft.com/office/drawing/2014/main" id="{D45037CD-8F54-52FA-B088-E161A8C65847}"/>
                </a:ext>
              </a:extLst>
            </p:cNvPr>
            <p:cNvSpPr/>
            <p:nvPr/>
          </p:nvSpPr>
          <p:spPr>
            <a:xfrm>
              <a:off x="2927404" y="4746825"/>
              <a:ext cx="53968" cy="72270"/>
            </a:xfrm>
            <a:prstGeom prst="rect">
              <a:avLst/>
            </a:prstGeom>
            <a:solidFill>
              <a:srgbClr val="B1A4C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9" name="feature_7">
              <a:extLst>
                <a:ext uri="{FF2B5EF4-FFF2-40B4-BE49-F238E27FC236}">
                  <a16:creationId xmlns:a16="http://schemas.microsoft.com/office/drawing/2014/main" id="{486943A5-C7C5-BC6B-2A84-6698874C26B0}"/>
                </a:ext>
              </a:extLst>
            </p:cNvPr>
            <p:cNvSpPr/>
            <p:nvPr/>
          </p:nvSpPr>
          <p:spPr>
            <a:xfrm>
              <a:off x="2984657" y="4746825"/>
              <a:ext cx="53968" cy="72270"/>
            </a:xfrm>
            <a:prstGeom prst="rect">
              <a:avLst/>
            </a:prstGeom>
            <a:solidFill>
              <a:srgbClr val="D4CBE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33" name="Formula | h_j">
            <a:extLst>
              <a:ext uri="{FF2B5EF4-FFF2-40B4-BE49-F238E27FC236}">
                <a16:creationId xmlns:a16="http://schemas.microsoft.com/office/drawing/2014/main" id="{C535BEE5-A3AA-98D6-7D63-9AABC60BDD89}"/>
              </a:ext>
            </a:extLst>
          </p:cNvPr>
          <p:cNvGrpSpPr/>
          <p:nvPr/>
        </p:nvGrpSpPr>
        <p:grpSpPr>
          <a:xfrm>
            <a:off x="2010637" y="4255067"/>
            <a:ext cx="108392" cy="149738"/>
            <a:chOff x="2443251" y="4713975"/>
            <a:chExt cx="108392" cy="149738"/>
          </a:xfrm>
        </p:grpSpPr>
        <p:sp>
          <p:nvSpPr>
            <p:cNvPr id="231" name="Text | h">
              <a:extLst>
                <a:ext uri="{FF2B5EF4-FFF2-40B4-BE49-F238E27FC236}">
                  <a16:creationId xmlns:a16="http://schemas.microsoft.com/office/drawing/2014/main" id="{B08082CF-8BD3-D96E-0257-3C6350187492}"/>
                </a:ext>
              </a:extLst>
            </p:cNvPr>
            <p:cNvSpPr txBox="1"/>
            <p:nvPr/>
          </p:nvSpPr>
          <p:spPr>
            <a:xfrm>
              <a:off x="2443251" y="4713975"/>
              <a:ext cx="100187" cy="1446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2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h</a:t>
              </a:r>
              <a:endParaRPr lang="en-US" sz="802"/>
            </a:p>
          </p:txBody>
        </p:sp>
        <p:sp>
          <p:nvSpPr>
            <p:cNvPr id="232" name="Text | j">
              <a:extLst>
                <a:ext uri="{FF2B5EF4-FFF2-40B4-BE49-F238E27FC236}">
                  <a16:creationId xmlns:a16="http://schemas.microsoft.com/office/drawing/2014/main" id="{58C51564-ABF0-239E-5CB7-FFBB7AC3F913}"/>
                </a:ext>
              </a:extLst>
            </p:cNvPr>
            <p:cNvSpPr txBox="1"/>
            <p:nvPr/>
          </p:nvSpPr>
          <p:spPr>
            <a:xfrm>
              <a:off x="2507796" y="4774058"/>
              <a:ext cx="43847" cy="896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7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j</a:t>
              </a:r>
              <a:endParaRPr lang="en-US" sz="497"/>
            </a:p>
          </p:txBody>
        </p:sp>
      </p:grpSp>
      <p:sp>
        <p:nvSpPr>
          <p:cNvPr id="34" name="Text | User-provided SMILES · same PDB">
            <a:extLst>
              <a:ext uri="{FF2B5EF4-FFF2-40B4-BE49-F238E27FC236}">
                <a16:creationId xmlns:a16="http://schemas.microsoft.com/office/drawing/2014/main" id="{ECA8B810-9D7E-A14B-B7D9-C6807BB4D1B1}"/>
              </a:ext>
            </a:extLst>
          </p:cNvPr>
          <p:cNvSpPr txBox="1"/>
          <p:nvPr/>
        </p:nvSpPr>
        <p:spPr>
          <a:xfrm>
            <a:off x="3014503" y="2277497"/>
            <a:ext cx="1364255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User-provided SMILES · same PDB</a:t>
            </a:r>
            <a:endParaRPr lang="en-US" sz="621"/>
          </a:p>
        </p:txBody>
      </p:sp>
      <p:cxnSp>
        <p:nvCxnSpPr>
          <p:cNvPr id="35" name="path_2660">
            <a:extLst>
              <a:ext uri="{FF2B5EF4-FFF2-40B4-BE49-F238E27FC236}">
                <a16:creationId xmlns:a16="http://schemas.microsoft.com/office/drawing/2014/main" id="{1013CC6F-4DC8-08CE-4897-9D8B7491FB8C}"/>
              </a:ext>
            </a:extLst>
          </p:cNvPr>
          <p:cNvCxnSpPr/>
          <p:nvPr/>
        </p:nvCxnSpPr>
        <p:spPr>
          <a:xfrm flipV="1">
            <a:off x="2937796" y="2535468"/>
            <a:ext cx="83110" cy="58046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path_2661">
            <a:extLst>
              <a:ext uri="{FF2B5EF4-FFF2-40B4-BE49-F238E27FC236}">
                <a16:creationId xmlns:a16="http://schemas.microsoft.com/office/drawing/2014/main" id="{A7ECDAE2-039C-C175-840B-AD359413A341}"/>
              </a:ext>
            </a:extLst>
          </p:cNvPr>
          <p:cNvCxnSpPr/>
          <p:nvPr/>
        </p:nvCxnSpPr>
        <p:spPr>
          <a:xfrm>
            <a:off x="3020906" y="2535468"/>
            <a:ext cx="86724" cy="58046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path_2662">
            <a:extLst>
              <a:ext uri="{FF2B5EF4-FFF2-40B4-BE49-F238E27FC236}">
                <a16:creationId xmlns:a16="http://schemas.microsoft.com/office/drawing/2014/main" id="{F1C80EDD-F2BF-EF7F-4CC3-7FB7525D9CE9}"/>
              </a:ext>
            </a:extLst>
          </p:cNvPr>
          <p:cNvCxnSpPr/>
          <p:nvPr/>
        </p:nvCxnSpPr>
        <p:spPr>
          <a:xfrm flipV="1">
            <a:off x="3107630" y="2535468"/>
            <a:ext cx="86724" cy="58046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 | O">
            <a:extLst>
              <a:ext uri="{FF2B5EF4-FFF2-40B4-BE49-F238E27FC236}">
                <a16:creationId xmlns:a16="http://schemas.microsoft.com/office/drawing/2014/main" id="{C58352BA-35A5-67EC-7DFB-05699C44BAD7}"/>
              </a:ext>
            </a:extLst>
          </p:cNvPr>
          <p:cNvSpPr txBox="1"/>
          <p:nvPr/>
        </p:nvSpPr>
        <p:spPr>
          <a:xfrm>
            <a:off x="3205195" y="2483795"/>
            <a:ext cx="83164" cy="10262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" b="0" i="0" baseline="0" dirty="0">
                <a:solidFill>
                  <a:srgbClr val="D79A9D"/>
                </a:solidFill>
                <a:latin typeface="Arial"/>
                <a:ea typeface="Arial"/>
                <a:cs typeface="Arial"/>
              </a:rPr>
              <a:t>O</a:t>
            </a:r>
            <a:endParaRPr lang="en-US" sz="569"/>
          </a:p>
        </p:txBody>
      </p:sp>
      <p:grpSp>
        <p:nvGrpSpPr>
          <p:cNvPr id="39" name="Ligand identity | illustrative molecular graph">
            <a:extLst>
              <a:ext uri="{FF2B5EF4-FFF2-40B4-BE49-F238E27FC236}">
                <a16:creationId xmlns:a16="http://schemas.microsoft.com/office/drawing/2014/main" id="{16EA862C-D126-7DD4-C261-556EA648C7AA}"/>
              </a:ext>
            </a:extLst>
          </p:cNvPr>
          <p:cNvGrpSpPr/>
          <p:nvPr/>
        </p:nvGrpSpPr>
        <p:grpSpPr>
          <a:xfrm>
            <a:off x="3539228" y="2478342"/>
            <a:ext cx="368110" cy="194735"/>
            <a:chOff x="3971842" y="2937250"/>
            <a:chExt cx="368110" cy="194735"/>
          </a:xfrm>
        </p:grpSpPr>
        <p:cxnSp>
          <p:nvCxnSpPr>
            <p:cNvPr id="219" name="path_2664">
              <a:extLst>
                <a:ext uri="{FF2B5EF4-FFF2-40B4-BE49-F238E27FC236}">
                  <a16:creationId xmlns:a16="http://schemas.microsoft.com/office/drawing/2014/main" id="{E1141B4F-1883-614F-4C5D-92605F31F6BC}"/>
                </a:ext>
              </a:extLst>
            </p:cNvPr>
            <p:cNvCxnSpPr/>
            <p:nvPr/>
          </p:nvCxnSpPr>
          <p:spPr>
            <a:xfrm flipH="1">
              <a:off x="4050077" y="3083301"/>
              <a:ext cx="78235" cy="48684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path_2665">
              <a:extLst>
                <a:ext uri="{FF2B5EF4-FFF2-40B4-BE49-F238E27FC236}">
                  <a16:creationId xmlns:a16="http://schemas.microsoft.com/office/drawing/2014/main" id="{CB118D83-72D4-87CC-E658-CFA71A8E4D9F}"/>
                </a:ext>
              </a:extLst>
            </p:cNvPr>
            <p:cNvCxnSpPr/>
            <p:nvPr/>
          </p:nvCxnSpPr>
          <p:spPr>
            <a:xfrm flipH="1" flipV="1">
              <a:off x="3971842" y="3083301"/>
              <a:ext cx="78235" cy="48684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1" name="path_2666">
              <a:extLst>
                <a:ext uri="{FF2B5EF4-FFF2-40B4-BE49-F238E27FC236}">
                  <a16:creationId xmlns:a16="http://schemas.microsoft.com/office/drawing/2014/main" id="{1D57A566-3BDF-7DCE-2368-E6B9ADAB88B7}"/>
                </a:ext>
              </a:extLst>
            </p:cNvPr>
            <p:cNvCxnSpPr/>
            <p:nvPr/>
          </p:nvCxnSpPr>
          <p:spPr>
            <a:xfrm flipV="1">
              <a:off x="3971842" y="2985934"/>
              <a:ext cx="0" cy="97367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path_2667">
              <a:extLst>
                <a:ext uri="{FF2B5EF4-FFF2-40B4-BE49-F238E27FC236}">
                  <a16:creationId xmlns:a16="http://schemas.microsoft.com/office/drawing/2014/main" id="{3E2DB1C7-5EB5-D87B-38DC-DF5B0765D30E}"/>
                </a:ext>
              </a:extLst>
            </p:cNvPr>
            <p:cNvCxnSpPr/>
            <p:nvPr/>
          </p:nvCxnSpPr>
          <p:spPr>
            <a:xfrm flipV="1">
              <a:off x="3971842" y="2937250"/>
              <a:ext cx="78235" cy="48684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path_2668">
              <a:extLst>
                <a:ext uri="{FF2B5EF4-FFF2-40B4-BE49-F238E27FC236}">
                  <a16:creationId xmlns:a16="http://schemas.microsoft.com/office/drawing/2014/main" id="{099AA6C9-85B8-B840-2FD8-BCF87CB9070C}"/>
                </a:ext>
              </a:extLst>
            </p:cNvPr>
            <p:cNvCxnSpPr/>
            <p:nvPr/>
          </p:nvCxnSpPr>
          <p:spPr>
            <a:xfrm>
              <a:off x="4050077" y="2937250"/>
              <a:ext cx="78235" cy="48684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path_2669">
              <a:extLst>
                <a:ext uri="{FF2B5EF4-FFF2-40B4-BE49-F238E27FC236}">
                  <a16:creationId xmlns:a16="http://schemas.microsoft.com/office/drawing/2014/main" id="{A3F32945-3577-C72D-A00A-D51E0DCA3135}"/>
                </a:ext>
              </a:extLst>
            </p:cNvPr>
            <p:cNvCxnSpPr/>
            <p:nvPr/>
          </p:nvCxnSpPr>
          <p:spPr>
            <a:xfrm>
              <a:off x="4128311" y="2985934"/>
              <a:ext cx="0" cy="97367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path_2670">
              <a:extLst>
                <a:ext uri="{FF2B5EF4-FFF2-40B4-BE49-F238E27FC236}">
                  <a16:creationId xmlns:a16="http://schemas.microsoft.com/office/drawing/2014/main" id="{EF1ECE02-77E9-5E77-02E6-415634876A5E}"/>
                </a:ext>
              </a:extLst>
            </p:cNvPr>
            <p:cNvCxnSpPr/>
            <p:nvPr/>
          </p:nvCxnSpPr>
          <p:spPr>
            <a:xfrm flipV="1">
              <a:off x="4128311" y="2960311"/>
              <a:ext cx="69919" cy="122990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path_2671">
              <a:extLst>
                <a:ext uri="{FF2B5EF4-FFF2-40B4-BE49-F238E27FC236}">
                  <a16:creationId xmlns:a16="http://schemas.microsoft.com/office/drawing/2014/main" id="{AA66DBD0-003D-5A8D-CEC3-0A2F64676699}"/>
                </a:ext>
              </a:extLst>
            </p:cNvPr>
            <p:cNvCxnSpPr/>
            <p:nvPr/>
          </p:nvCxnSpPr>
          <p:spPr>
            <a:xfrm>
              <a:off x="4198230" y="2960311"/>
              <a:ext cx="50589" cy="53808"/>
            </a:xfrm>
            <a:prstGeom prst="line">
              <a:avLst/>
            </a:prstGeom>
            <a:noFill/>
            <a:ln w="7555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path_2672">
              <a:extLst>
                <a:ext uri="{FF2B5EF4-FFF2-40B4-BE49-F238E27FC236}">
                  <a16:creationId xmlns:a16="http://schemas.microsoft.com/office/drawing/2014/main" id="{980B2D93-9503-D347-A161-E7B9B4C77216}"/>
                </a:ext>
              </a:extLst>
            </p:cNvPr>
            <p:cNvCxnSpPr/>
            <p:nvPr/>
          </p:nvCxnSpPr>
          <p:spPr>
            <a:xfrm flipH="1">
              <a:off x="4050077" y="3074538"/>
              <a:ext cx="64152" cy="39921"/>
            </a:xfrm>
            <a:prstGeom prst="line">
              <a:avLst/>
            </a:prstGeom>
            <a:noFill/>
            <a:ln w="4599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path_2673">
              <a:extLst>
                <a:ext uri="{FF2B5EF4-FFF2-40B4-BE49-F238E27FC236}">
                  <a16:creationId xmlns:a16="http://schemas.microsoft.com/office/drawing/2014/main" id="{D9EFD579-1D96-457A-01A5-00FFD0CE195E}"/>
                </a:ext>
              </a:extLst>
            </p:cNvPr>
            <p:cNvCxnSpPr/>
            <p:nvPr/>
          </p:nvCxnSpPr>
          <p:spPr>
            <a:xfrm flipV="1">
              <a:off x="3985924" y="2994697"/>
              <a:ext cx="0" cy="79841"/>
            </a:xfrm>
            <a:prstGeom prst="line">
              <a:avLst/>
            </a:prstGeom>
            <a:noFill/>
            <a:ln w="4599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path_2674">
              <a:extLst>
                <a:ext uri="{FF2B5EF4-FFF2-40B4-BE49-F238E27FC236}">
                  <a16:creationId xmlns:a16="http://schemas.microsoft.com/office/drawing/2014/main" id="{DAA3EC6D-A09A-CA99-EF67-7007CA9B2953}"/>
                </a:ext>
              </a:extLst>
            </p:cNvPr>
            <p:cNvCxnSpPr/>
            <p:nvPr/>
          </p:nvCxnSpPr>
          <p:spPr>
            <a:xfrm>
              <a:off x="4050077" y="2954776"/>
              <a:ext cx="64152" cy="39921"/>
            </a:xfrm>
            <a:prstGeom prst="line">
              <a:avLst/>
            </a:prstGeom>
            <a:noFill/>
            <a:ln w="4599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0" name="Text | O">
              <a:extLst>
                <a:ext uri="{FF2B5EF4-FFF2-40B4-BE49-F238E27FC236}">
                  <a16:creationId xmlns:a16="http://schemas.microsoft.com/office/drawing/2014/main" id="{2F0DAB90-B974-3973-17B8-1D66D210BF57}"/>
                </a:ext>
              </a:extLst>
            </p:cNvPr>
            <p:cNvSpPr txBox="1"/>
            <p:nvPr/>
          </p:nvSpPr>
          <p:spPr>
            <a:xfrm>
              <a:off x="4261959" y="2971414"/>
              <a:ext cx="77993" cy="932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7" b="0" i="0" baseline="0" dirty="0">
                  <a:solidFill>
                    <a:srgbClr val="CE4148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17"/>
            </a:p>
          </p:txBody>
        </p:sp>
      </p:grpSp>
      <p:cxnSp>
        <p:nvCxnSpPr>
          <p:cNvPr id="40" name="path_2676">
            <a:extLst>
              <a:ext uri="{FF2B5EF4-FFF2-40B4-BE49-F238E27FC236}">
                <a16:creationId xmlns:a16="http://schemas.microsoft.com/office/drawing/2014/main" id="{DF8C1085-FB0D-E2CD-C11C-44426A443568}"/>
              </a:ext>
            </a:extLst>
          </p:cNvPr>
          <p:cNvCxnSpPr/>
          <p:nvPr/>
        </p:nvCxnSpPr>
        <p:spPr>
          <a:xfrm flipV="1">
            <a:off x="4087546" y="2531723"/>
            <a:ext cx="90338" cy="52429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path_2677">
            <a:extLst>
              <a:ext uri="{FF2B5EF4-FFF2-40B4-BE49-F238E27FC236}">
                <a16:creationId xmlns:a16="http://schemas.microsoft.com/office/drawing/2014/main" id="{D6CCD871-3371-652D-9D56-D935BD6D220F}"/>
              </a:ext>
            </a:extLst>
          </p:cNvPr>
          <p:cNvCxnSpPr/>
          <p:nvPr/>
        </p:nvCxnSpPr>
        <p:spPr>
          <a:xfrm>
            <a:off x="4177884" y="2531723"/>
            <a:ext cx="97565" cy="54301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path_2678">
            <a:extLst>
              <a:ext uri="{FF2B5EF4-FFF2-40B4-BE49-F238E27FC236}">
                <a16:creationId xmlns:a16="http://schemas.microsoft.com/office/drawing/2014/main" id="{A6407525-6AEC-FB64-4ADA-8DA19894664C}"/>
              </a:ext>
            </a:extLst>
          </p:cNvPr>
          <p:cNvCxnSpPr/>
          <p:nvPr/>
        </p:nvCxnSpPr>
        <p:spPr>
          <a:xfrm flipV="1">
            <a:off x="4275448" y="2535468"/>
            <a:ext cx="86724" cy="50556"/>
          </a:xfrm>
          <a:prstGeom prst="line">
            <a:avLst/>
          </a:prstGeom>
          <a:noFill/>
          <a:ln w="7227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path_2679">
            <a:extLst>
              <a:ext uri="{FF2B5EF4-FFF2-40B4-BE49-F238E27FC236}">
                <a16:creationId xmlns:a16="http://schemas.microsoft.com/office/drawing/2014/main" id="{D9A80A25-7369-C40E-C93C-924FA53EB4B8}"/>
              </a:ext>
            </a:extLst>
          </p:cNvPr>
          <p:cNvCxnSpPr/>
          <p:nvPr/>
        </p:nvCxnSpPr>
        <p:spPr>
          <a:xfrm flipV="1">
            <a:off x="4177884" y="2460570"/>
            <a:ext cx="0" cy="65536"/>
          </a:xfrm>
          <a:prstGeom prst="line">
            <a:avLst/>
          </a:prstGeom>
          <a:noFill/>
          <a:ln w="5913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path_2680">
            <a:extLst>
              <a:ext uri="{FF2B5EF4-FFF2-40B4-BE49-F238E27FC236}">
                <a16:creationId xmlns:a16="http://schemas.microsoft.com/office/drawing/2014/main" id="{7771CEE1-C26E-7E9E-1BEA-AB235E510BAD}"/>
              </a:ext>
            </a:extLst>
          </p:cNvPr>
          <p:cNvCxnSpPr/>
          <p:nvPr/>
        </p:nvCxnSpPr>
        <p:spPr>
          <a:xfrm flipV="1">
            <a:off x="4195951" y="2460570"/>
            <a:ext cx="0" cy="65536"/>
          </a:xfrm>
          <a:prstGeom prst="line">
            <a:avLst/>
          </a:prstGeom>
          <a:noFill/>
          <a:ln w="5913" cap="rnd" cmpd="sng" algn="ctr">
            <a:solidFill>
              <a:srgbClr val="90C5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 | O">
            <a:extLst>
              <a:ext uri="{FF2B5EF4-FFF2-40B4-BE49-F238E27FC236}">
                <a16:creationId xmlns:a16="http://schemas.microsoft.com/office/drawing/2014/main" id="{F4E7D2C1-F977-E604-11D1-5701CA4A352E}"/>
              </a:ext>
            </a:extLst>
          </p:cNvPr>
          <p:cNvSpPr txBox="1"/>
          <p:nvPr/>
        </p:nvSpPr>
        <p:spPr>
          <a:xfrm>
            <a:off x="4174270" y="2385968"/>
            <a:ext cx="80579" cy="97959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3" b="0" i="0" baseline="0" dirty="0">
                <a:solidFill>
                  <a:srgbClr val="D79A9D"/>
                </a:solidFill>
                <a:latin typeface="Arial"/>
                <a:ea typeface="Arial"/>
                <a:cs typeface="Arial"/>
              </a:rPr>
              <a:t>O</a:t>
            </a:r>
            <a:endParaRPr lang="en-US" sz="543"/>
          </a:p>
        </p:txBody>
      </p:sp>
      <p:sp>
        <p:nvSpPr>
          <p:cNvPr id="46" name="Text | N">
            <a:extLst>
              <a:ext uri="{FF2B5EF4-FFF2-40B4-BE49-F238E27FC236}">
                <a16:creationId xmlns:a16="http://schemas.microsoft.com/office/drawing/2014/main" id="{E1803BD5-8BDE-FC27-E5DE-7D2F420D0789}"/>
              </a:ext>
            </a:extLst>
          </p:cNvPr>
          <p:cNvSpPr txBox="1"/>
          <p:nvPr/>
        </p:nvSpPr>
        <p:spPr>
          <a:xfrm>
            <a:off x="4358558" y="2483335"/>
            <a:ext cx="77884" cy="97959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3" b="0" i="0" baseline="0" dirty="0">
                <a:solidFill>
                  <a:srgbClr val="8EB3CF"/>
                </a:solidFill>
                <a:latin typeface="Arial"/>
                <a:ea typeface="Arial"/>
                <a:cs typeface="Arial"/>
              </a:rPr>
              <a:t>N</a:t>
            </a:r>
            <a:endParaRPr lang="en-US" sz="543"/>
          </a:p>
        </p:txBody>
      </p:sp>
      <p:sp>
        <p:nvSpPr>
          <p:cNvPr id="47" name="rect_2683">
            <a:extLst>
              <a:ext uri="{FF2B5EF4-FFF2-40B4-BE49-F238E27FC236}">
                <a16:creationId xmlns:a16="http://schemas.microsoft.com/office/drawing/2014/main" id="{6FDE2B3B-3AA1-43AC-041A-344968206781}"/>
              </a:ext>
            </a:extLst>
          </p:cNvPr>
          <p:cNvSpPr/>
          <p:nvPr/>
        </p:nvSpPr>
        <p:spPr>
          <a:xfrm>
            <a:off x="3443686" y="2405612"/>
            <a:ext cx="436905" cy="328500"/>
          </a:xfrm>
          <a:prstGeom prst="roundRect">
            <a:avLst>
              <a:gd name="adj" fmla="val 6000"/>
            </a:avLst>
          </a:prstGeom>
          <a:noFill/>
          <a:ln w="3614" cap="rnd" cmpd="sng" algn="ctr">
            <a:solidFill>
              <a:srgbClr val="90C4B2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48" name="Text | Selected identity">
            <a:extLst>
              <a:ext uri="{FF2B5EF4-FFF2-40B4-BE49-F238E27FC236}">
                <a16:creationId xmlns:a16="http://schemas.microsoft.com/office/drawing/2014/main" id="{DB570677-42CD-05AC-70EE-31408ED33444}"/>
              </a:ext>
            </a:extLst>
          </p:cNvPr>
          <p:cNvSpPr txBox="1"/>
          <p:nvPr/>
        </p:nvSpPr>
        <p:spPr>
          <a:xfrm>
            <a:off x="3340502" y="2753822"/>
            <a:ext cx="666269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Selected identity</a:t>
            </a:r>
            <a:endParaRPr lang="en-US" sz="595"/>
          </a:p>
        </p:txBody>
      </p:sp>
      <p:grpSp>
        <p:nvGrpSpPr>
          <p:cNvPr id="49" name="Arrow | smiles → language_encoder">
            <a:extLst>
              <a:ext uri="{FF2B5EF4-FFF2-40B4-BE49-F238E27FC236}">
                <a16:creationId xmlns:a16="http://schemas.microsoft.com/office/drawing/2014/main" id="{C588EB05-C879-4ACA-4ECF-E9447F04F284}"/>
              </a:ext>
            </a:extLst>
          </p:cNvPr>
          <p:cNvGrpSpPr/>
          <p:nvPr/>
        </p:nvGrpSpPr>
        <p:grpSpPr>
          <a:xfrm>
            <a:off x="3659724" y="2737397"/>
            <a:ext cx="27824" cy="174105"/>
            <a:chOff x="4092338" y="3196305"/>
            <a:chExt cx="27824" cy="174105"/>
          </a:xfrm>
        </p:grpSpPr>
        <p:cxnSp>
          <p:nvCxnSpPr>
            <p:cNvPr id="217" name="Arrow | smiles → language_encoder | path">
              <a:extLst>
                <a:ext uri="{FF2B5EF4-FFF2-40B4-BE49-F238E27FC236}">
                  <a16:creationId xmlns:a16="http://schemas.microsoft.com/office/drawing/2014/main" id="{94B0DF08-2BAD-E925-7DE9-4A1ECB3F071E}"/>
                </a:ext>
              </a:extLst>
            </p:cNvPr>
            <p:cNvCxnSpPr/>
            <p:nvPr/>
          </p:nvCxnSpPr>
          <p:spPr>
            <a:xfrm>
              <a:off x="4106250" y="3196305"/>
              <a:ext cx="0" cy="174105"/>
            </a:xfrm>
            <a:prstGeom prst="line">
              <a:avLst/>
            </a:prstGeom>
            <a:noFill/>
            <a:ln w="6242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8" name="Arrow | smiles → language_encoder | editable arrowhead">
              <a:extLst>
                <a:ext uri="{FF2B5EF4-FFF2-40B4-BE49-F238E27FC236}">
                  <a16:creationId xmlns:a16="http://schemas.microsoft.com/office/drawing/2014/main" id="{B0D25742-AC73-1303-A350-818D1DDDE074}"/>
                </a:ext>
              </a:extLst>
            </p:cNvPr>
            <p:cNvSpPr/>
            <p:nvPr/>
          </p:nvSpPr>
          <p:spPr>
            <a:xfrm>
              <a:off x="4092338" y="33380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0" name="Operation | SMI-TED">
            <a:extLst>
              <a:ext uri="{FF2B5EF4-FFF2-40B4-BE49-F238E27FC236}">
                <a16:creationId xmlns:a16="http://schemas.microsoft.com/office/drawing/2014/main" id="{C078321D-B44A-BB8D-6F7D-C91C5B64BF4E}"/>
              </a:ext>
            </a:extLst>
          </p:cNvPr>
          <p:cNvSpPr/>
          <p:nvPr/>
        </p:nvSpPr>
        <p:spPr>
          <a:xfrm>
            <a:off x="3438758" y="2926284"/>
            <a:ext cx="469755" cy="167535"/>
          </a:xfrm>
          <a:prstGeom prst="roundRect">
            <a:avLst>
              <a:gd name="adj" fmla="val 17647"/>
            </a:avLst>
          </a:prstGeom>
          <a:solidFill>
            <a:srgbClr val="F3FAF7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1" name="Text | SMI-TED">
            <a:extLst>
              <a:ext uri="{FF2B5EF4-FFF2-40B4-BE49-F238E27FC236}">
                <a16:creationId xmlns:a16="http://schemas.microsoft.com/office/drawing/2014/main" id="{02D27D34-5DED-0A23-FA27-609B3B23065C}"/>
              </a:ext>
            </a:extLst>
          </p:cNvPr>
          <p:cNvSpPr txBox="1"/>
          <p:nvPr/>
        </p:nvSpPr>
        <p:spPr>
          <a:xfrm>
            <a:off x="3472391" y="2955850"/>
            <a:ext cx="402489" cy="11661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SMI-TED</a:t>
            </a:r>
            <a:endParaRPr lang="en-US" sz="647"/>
          </a:p>
        </p:txBody>
      </p:sp>
      <p:sp>
        <p:nvSpPr>
          <p:cNvPr id="52" name="Text | + linear">
            <a:extLst>
              <a:ext uri="{FF2B5EF4-FFF2-40B4-BE49-F238E27FC236}">
                <a16:creationId xmlns:a16="http://schemas.microsoft.com/office/drawing/2014/main" id="{0D79A137-6D7A-2DF1-3F40-BC839E5ADA87}"/>
              </a:ext>
            </a:extLst>
          </p:cNvPr>
          <p:cNvSpPr txBox="1"/>
          <p:nvPr/>
        </p:nvSpPr>
        <p:spPr>
          <a:xfrm>
            <a:off x="3502775" y="3115172"/>
            <a:ext cx="341722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+ linear</a:t>
            </a:r>
            <a:endParaRPr lang="en-US" sz="621"/>
          </a:p>
        </p:txBody>
      </p:sp>
      <p:grpSp>
        <p:nvGrpSpPr>
          <p:cNvPr id="53" name="Arrow | language_encoder → language_vector">
            <a:extLst>
              <a:ext uri="{FF2B5EF4-FFF2-40B4-BE49-F238E27FC236}">
                <a16:creationId xmlns:a16="http://schemas.microsoft.com/office/drawing/2014/main" id="{0D49B7C6-1F59-3750-50F4-5E29412C1DDD}"/>
              </a:ext>
            </a:extLst>
          </p:cNvPr>
          <p:cNvGrpSpPr/>
          <p:nvPr/>
        </p:nvGrpSpPr>
        <p:grpSpPr>
          <a:xfrm>
            <a:off x="3659938" y="3217007"/>
            <a:ext cx="27397" cy="75555"/>
            <a:chOff x="4092552" y="3675915"/>
            <a:chExt cx="27397" cy="75555"/>
          </a:xfrm>
        </p:grpSpPr>
        <p:cxnSp>
          <p:nvCxnSpPr>
            <p:cNvPr id="215" name="Arrow | language_encoder → language_vector | path">
              <a:extLst>
                <a:ext uri="{FF2B5EF4-FFF2-40B4-BE49-F238E27FC236}">
                  <a16:creationId xmlns:a16="http://schemas.microsoft.com/office/drawing/2014/main" id="{F7D798A1-6466-BE55-A487-8E25EE24AF4A}"/>
                </a:ext>
              </a:extLst>
            </p:cNvPr>
            <p:cNvCxnSpPr/>
            <p:nvPr/>
          </p:nvCxnSpPr>
          <p:spPr>
            <a:xfrm>
              <a:off x="4106250" y="3675915"/>
              <a:ext cx="0" cy="75555"/>
            </a:xfrm>
            <a:prstGeom prst="line">
              <a:avLst/>
            </a:prstGeom>
            <a:noFill/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6" name="Arrow | language_encoder → language_vector | editable arrowhead">
              <a:extLst>
                <a:ext uri="{FF2B5EF4-FFF2-40B4-BE49-F238E27FC236}">
                  <a16:creationId xmlns:a16="http://schemas.microsoft.com/office/drawing/2014/main" id="{E2415B7F-93DA-F00C-C367-92930F76841B}"/>
                </a:ext>
              </a:extLst>
            </p:cNvPr>
            <p:cNvSpPr/>
            <p:nvPr/>
          </p:nvSpPr>
          <p:spPr>
            <a:xfrm>
              <a:off x="4092552" y="3719606"/>
              <a:ext cx="27397" cy="31865"/>
            </a:xfrm>
            <a:custGeom>
              <a:avLst/>
              <a:gdLst/>
              <a:ahLst/>
              <a:cxnLst/>
              <a:rect l="0" t="0" r="w" b="h"/>
              <a:pathLst>
                <a:path w="27397" h="31865" stroke="0" extrusionOk="0">
                  <a:moveTo>
                    <a:pt x="13698" y="31865"/>
                  </a:moveTo>
                  <a:lnTo>
                    <a:pt x="0" y="0"/>
                  </a:lnTo>
                  <a:lnTo>
                    <a:pt x="27397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54" name="Language vector v_k">
            <a:extLst>
              <a:ext uri="{FF2B5EF4-FFF2-40B4-BE49-F238E27FC236}">
                <a16:creationId xmlns:a16="http://schemas.microsoft.com/office/drawing/2014/main" id="{581DCD05-3DE1-0842-01CE-4207D1A743B0}"/>
              </a:ext>
            </a:extLst>
          </p:cNvPr>
          <p:cNvGrpSpPr/>
          <p:nvPr/>
        </p:nvGrpSpPr>
        <p:grpSpPr>
          <a:xfrm>
            <a:off x="3509386" y="3315557"/>
            <a:ext cx="338355" cy="75555"/>
            <a:chOff x="3942000" y="3774465"/>
            <a:chExt cx="338355" cy="75555"/>
          </a:xfrm>
        </p:grpSpPr>
        <p:sp>
          <p:nvSpPr>
            <p:cNvPr id="208" name="feature_1">
              <a:extLst>
                <a:ext uri="{FF2B5EF4-FFF2-40B4-BE49-F238E27FC236}">
                  <a16:creationId xmlns:a16="http://schemas.microsoft.com/office/drawing/2014/main" id="{89922B52-C3FA-C682-2B4F-172D81758F86}"/>
                </a:ext>
              </a:extLst>
            </p:cNvPr>
            <p:cNvSpPr/>
            <p:nvPr/>
          </p:nvSpPr>
          <p:spPr>
            <a:xfrm>
              <a:off x="3942000" y="3774465"/>
              <a:ext cx="45521" cy="75555"/>
            </a:xfrm>
            <a:prstGeom prst="rect">
              <a:avLst/>
            </a:prstGeom>
            <a:solidFill>
              <a:srgbClr val="3C9B8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9" name="feature_2">
              <a:extLst>
                <a:ext uri="{FF2B5EF4-FFF2-40B4-BE49-F238E27FC236}">
                  <a16:creationId xmlns:a16="http://schemas.microsoft.com/office/drawing/2014/main" id="{C1C68710-FDC8-15EA-6238-610EC7ED2D78}"/>
                </a:ext>
              </a:extLst>
            </p:cNvPr>
            <p:cNvSpPr/>
            <p:nvPr/>
          </p:nvSpPr>
          <p:spPr>
            <a:xfrm>
              <a:off x="3990806" y="3774465"/>
              <a:ext cx="45521" cy="75555"/>
            </a:xfrm>
            <a:prstGeom prst="rect">
              <a:avLst/>
            </a:prstGeom>
            <a:solidFill>
              <a:srgbClr val="6FB9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0" name="feature_3">
              <a:extLst>
                <a:ext uri="{FF2B5EF4-FFF2-40B4-BE49-F238E27FC236}">
                  <a16:creationId xmlns:a16="http://schemas.microsoft.com/office/drawing/2014/main" id="{8E644591-396E-76E4-A75A-884D09156A61}"/>
                </a:ext>
              </a:extLst>
            </p:cNvPr>
            <p:cNvSpPr/>
            <p:nvPr/>
          </p:nvSpPr>
          <p:spPr>
            <a:xfrm>
              <a:off x="4039611" y="3774465"/>
              <a:ext cx="45521" cy="75555"/>
            </a:xfrm>
            <a:prstGeom prst="rect">
              <a:avLst/>
            </a:prstGeom>
            <a:solidFill>
              <a:srgbClr val="ADD8C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1" name="feature_4">
              <a:extLst>
                <a:ext uri="{FF2B5EF4-FFF2-40B4-BE49-F238E27FC236}">
                  <a16:creationId xmlns:a16="http://schemas.microsoft.com/office/drawing/2014/main" id="{B6B906AC-26D5-EADA-095A-01B162BCCFD7}"/>
                </a:ext>
              </a:extLst>
            </p:cNvPr>
            <p:cNvSpPr/>
            <p:nvPr/>
          </p:nvSpPr>
          <p:spPr>
            <a:xfrm>
              <a:off x="4088417" y="3774465"/>
              <a:ext cx="45521" cy="75555"/>
            </a:xfrm>
            <a:prstGeom prst="rect">
              <a:avLst/>
            </a:prstGeom>
            <a:solidFill>
              <a:srgbClr val="CBE7D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2" name="feature_5">
              <a:extLst>
                <a:ext uri="{FF2B5EF4-FFF2-40B4-BE49-F238E27FC236}">
                  <a16:creationId xmlns:a16="http://schemas.microsoft.com/office/drawing/2014/main" id="{94254A4E-B147-BCB1-E097-D30644901AAC}"/>
                </a:ext>
              </a:extLst>
            </p:cNvPr>
            <p:cNvSpPr/>
            <p:nvPr/>
          </p:nvSpPr>
          <p:spPr>
            <a:xfrm>
              <a:off x="4137223" y="3774465"/>
              <a:ext cx="45521" cy="75555"/>
            </a:xfrm>
            <a:prstGeom prst="rect">
              <a:avLst/>
            </a:prstGeom>
            <a:solidFill>
              <a:srgbClr val="3C9B8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3" name="feature_6">
              <a:extLst>
                <a:ext uri="{FF2B5EF4-FFF2-40B4-BE49-F238E27FC236}">
                  <a16:creationId xmlns:a16="http://schemas.microsoft.com/office/drawing/2014/main" id="{C6E3E1E6-20F7-3C8B-1EA2-C8893D7CC92F}"/>
                </a:ext>
              </a:extLst>
            </p:cNvPr>
            <p:cNvSpPr/>
            <p:nvPr/>
          </p:nvSpPr>
          <p:spPr>
            <a:xfrm>
              <a:off x="4186029" y="3774465"/>
              <a:ext cx="45521" cy="75555"/>
            </a:xfrm>
            <a:prstGeom prst="rect">
              <a:avLst/>
            </a:prstGeom>
            <a:solidFill>
              <a:srgbClr val="6FB9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4" name="feature_7">
              <a:extLst>
                <a:ext uri="{FF2B5EF4-FFF2-40B4-BE49-F238E27FC236}">
                  <a16:creationId xmlns:a16="http://schemas.microsoft.com/office/drawing/2014/main" id="{7DEF0E11-84CB-9994-BC07-B2E4C6E184D8}"/>
                </a:ext>
              </a:extLst>
            </p:cNvPr>
            <p:cNvSpPr/>
            <p:nvPr/>
          </p:nvSpPr>
          <p:spPr>
            <a:xfrm>
              <a:off x="4234834" y="3774465"/>
              <a:ext cx="45521" cy="75555"/>
            </a:xfrm>
            <a:prstGeom prst="rect">
              <a:avLst/>
            </a:prstGeom>
            <a:solidFill>
              <a:srgbClr val="ADD8C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cxnSp>
        <p:nvCxnSpPr>
          <p:cNvPr id="55" name="path_2698">
            <a:extLst>
              <a:ext uri="{FF2B5EF4-FFF2-40B4-BE49-F238E27FC236}">
                <a16:creationId xmlns:a16="http://schemas.microsoft.com/office/drawing/2014/main" id="{8247B682-DEF3-2B20-99DE-4A7500B6FA44}"/>
              </a:ext>
            </a:extLst>
          </p:cNvPr>
          <p:cNvCxnSpPr/>
          <p:nvPr/>
        </p:nvCxnSpPr>
        <p:spPr>
          <a:xfrm flipV="1">
            <a:off x="2948439" y="3277780"/>
            <a:ext cx="63663" cy="70463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path_2699">
            <a:extLst>
              <a:ext uri="{FF2B5EF4-FFF2-40B4-BE49-F238E27FC236}">
                <a16:creationId xmlns:a16="http://schemas.microsoft.com/office/drawing/2014/main" id="{25EDF8BE-8730-F586-6CCC-BA81F22BBBCE}"/>
              </a:ext>
            </a:extLst>
          </p:cNvPr>
          <p:cNvCxnSpPr/>
          <p:nvPr/>
        </p:nvCxnSpPr>
        <p:spPr>
          <a:xfrm>
            <a:off x="3012103" y="3277780"/>
            <a:ext cx="113924" cy="14947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path_2700">
            <a:extLst>
              <a:ext uri="{FF2B5EF4-FFF2-40B4-BE49-F238E27FC236}">
                <a16:creationId xmlns:a16="http://schemas.microsoft.com/office/drawing/2014/main" id="{26F6E1AF-D690-BF17-385C-6DE93B05ACD6}"/>
              </a:ext>
            </a:extLst>
          </p:cNvPr>
          <p:cNvCxnSpPr/>
          <p:nvPr/>
        </p:nvCxnSpPr>
        <p:spPr>
          <a:xfrm>
            <a:off x="3126026" y="3292726"/>
            <a:ext cx="73715" cy="64058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path_2701">
            <a:extLst>
              <a:ext uri="{FF2B5EF4-FFF2-40B4-BE49-F238E27FC236}">
                <a16:creationId xmlns:a16="http://schemas.microsoft.com/office/drawing/2014/main" id="{D06CDC23-C46F-205E-F21F-F1B136635C33}"/>
              </a:ext>
            </a:extLst>
          </p:cNvPr>
          <p:cNvCxnSpPr/>
          <p:nvPr/>
        </p:nvCxnSpPr>
        <p:spPr>
          <a:xfrm flipH="1">
            <a:off x="3129377" y="3356784"/>
            <a:ext cx="70365" cy="79004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path_2702">
            <a:extLst>
              <a:ext uri="{FF2B5EF4-FFF2-40B4-BE49-F238E27FC236}">
                <a16:creationId xmlns:a16="http://schemas.microsoft.com/office/drawing/2014/main" id="{FE67C821-2D25-0458-A234-F3F1DD54719C}"/>
              </a:ext>
            </a:extLst>
          </p:cNvPr>
          <p:cNvCxnSpPr/>
          <p:nvPr/>
        </p:nvCxnSpPr>
        <p:spPr>
          <a:xfrm flipH="1" flipV="1">
            <a:off x="3012103" y="3416571"/>
            <a:ext cx="117275" cy="19217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path_2703">
            <a:extLst>
              <a:ext uri="{FF2B5EF4-FFF2-40B4-BE49-F238E27FC236}">
                <a16:creationId xmlns:a16="http://schemas.microsoft.com/office/drawing/2014/main" id="{2C25DEAD-FEDD-52AE-A649-F265E8FD2EC6}"/>
              </a:ext>
            </a:extLst>
          </p:cNvPr>
          <p:cNvCxnSpPr/>
          <p:nvPr/>
        </p:nvCxnSpPr>
        <p:spPr>
          <a:xfrm flipH="1" flipV="1">
            <a:off x="2948439" y="3348243"/>
            <a:ext cx="63663" cy="68328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path_2704">
            <a:extLst>
              <a:ext uri="{FF2B5EF4-FFF2-40B4-BE49-F238E27FC236}">
                <a16:creationId xmlns:a16="http://schemas.microsoft.com/office/drawing/2014/main" id="{042ECEFF-3406-0DD7-1457-1907F31C43DA}"/>
              </a:ext>
            </a:extLst>
          </p:cNvPr>
          <p:cNvCxnSpPr/>
          <p:nvPr/>
        </p:nvCxnSpPr>
        <p:spPr>
          <a:xfrm flipV="1">
            <a:off x="3126026" y="3286320"/>
            <a:ext cx="103872" cy="6406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ellipse_2705">
            <a:extLst>
              <a:ext uri="{FF2B5EF4-FFF2-40B4-BE49-F238E27FC236}">
                <a16:creationId xmlns:a16="http://schemas.microsoft.com/office/drawing/2014/main" id="{64A3024B-540B-6C35-7E80-907181C7D606}"/>
              </a:ext>
            </a:extLst>
          </p:cNvPr>
          <p:cNvSpPr/>
          <p:nvPr/>
        </p:nvSpPr>
        <p:spPr>
          <a:xfrm>
            <a:off x="2933657" y="3333460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3" name="ellipse_2706">
            <a:extLst>
              <a:ext uri="{FF2B5EF4-FFF2-40B4-BE49-F238E27FC236}">
                <a16:creationId xmlns:a16="http://schemas.microsoft.com/office/drawing/2014/main" id="{A60D2CB6-5D70-A2D3-513C-5C0416711579}"/>
              </a:ext>
            </a:extLst>
          </p:cNvPr>
          <p:cNvSpPr/>
          <p:nvPr/>
        </p:nvSpPr>
        <p:spPr>
          <a:xfrm>
            <a:off x="2997320" y="3262997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4" name="ellipse_2707">
            <a:extLst>
              <a:ext uri="{FF2B5EF4-FFF2-40B4-BE49-F238E27FC236}">
                <a16:creationId xmlns:a16="http://schemas.microsoft.com/office/drawing/2014/main" id="{E22DDDF6-F5C6-EAD0-7C6C-CE2538C6D2B5}"/>
              </a:ext>
            </a:extLst>
          </p:cNvPr>
          <p:cNvSpPr/>
          <p:nvPr/>
        </p:nvSpPr>
        <p:spPr>
          <a:xfrm>
            <a:off x="3111244" y="3277944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5" name="ellipse_2708">
            <a:extLst>
              <a:ext uri="{FF2B5EF4-FFF2-40B4-BE49-F238E27FC236}">
                <a16:creationId xmlns:a16="http://schemas.microsoft.com/office/drawing/2014/main" id="{05FB74E9-A01D-5EC3-FBA8-890B0A2C9630}"/>
              </a:ext>
            </a:extLst>
          </p:cNvPr>
          <p:cNvSpPr/>
          <p:nvPr/>
        </p:nvSpPr>
        <p:spPr>
          <a:xfrm>
            <a:off x="3184959" y="3342001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6" name="ellipse_2709">
            <a:extLst>
              <a:ext uri="{FF2B5EF4-FFF2-40B4-BE49-F238E27FC236}">
                <a16:creationId xmlns:a16="http://schemas.microsoft.com/office/drawing/2014/main" id="{547FEFFA-12B2-C3D0-57F9-7B673B35816F}"/>
              </a:ext>
            </a:extLst>
          </p:cNvPr>
          <p:cNvSpPr/>
          <p:nvPr/>
        </p:nvSpPr>
        <p:spPr>
          <a:xfrm>
            <a:off x="3114595" y="3421005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7" name="ellipse_2710">
            <a:extLst>
              <a:ext uri="{FF2B5EF4-FFF2-40B4-BE49-F238E27FC236}">
                <a16:creationId xmlns:a16="http://schemas.microsoft.com/office/drawing/2014/main" id="{97D3BE81-F0B1-0BB3-339A-8559E3C522E4}"/>
              </a:ext>
            </a:extLst>
          </p:cNvPr>
          <p:cNvSpPr/>
          <p:nvPr/>
        </p:nvSpPr>
        <p:spPr>
          <a:xfrm>
            <a:off x="2997320" y="3401788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8" name="ellipse_2711">
            <a:extLst>
              <a:ext uri="{FF2B5EF4-FFF2-40B4-BE49-F238E27FC236}">
                <a16:creationId xmlns:a16="http://schemas.microsoft.com/office/drawing/2014/main" id="{7CD12097-1C5B-0233-090C-7479C3BE8EB5}"/>
              </a:ext>
            </a:extLst>
          </p:cNvPr>
          <p:cNvSpPr/>
          <p:nvPr/>
        </p:nvSpPr>
        <p:spPr>
          <a:xfrm>
            <a:off x="3215116" y="3271538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9" name="Text | Own graph">
            <a:extLst>
              <a:ext uri="{FF2B5EF4-FFF2-40B4-BE49-F238E27FC236}">
                <a16:creationId xmlns:a16="http://schemas.microsoft.com/office/drawing/2014/main" id="{C01D15EA-492E-7DF1-8984-24CD142C0B4B}"/>
              </a:ext>
            </a:extLst>
          </p:cNvPr>
          <p:cNvSpPr txBox="1"/>
          <p:nvPr/>
        </p:nvSpPr>
        <p:spPr>
          <a:xfrm>
            <a:off x="2911219" y="3499517"/>
            <a:ext cx="44078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Own graph</a:t>
            </a:r>
            <a:endParaRPr lang="en-US" sz="595"/>
          </a:p>
        </p:txBody>
      </p:sp>
      <p:grpSp>
        <p:nvGrpSpPr>
          <p:cNvPr id="70" name="Arrow | other_smiles → other_language_vectors">
            <a:extLst>
              <a:ext uri="{FF2B5EF4-FFF2-40B4-BE49-F238E27FC236}">
                <a16:creationId xmlns:a16="http://schemas.microsoft.com/office/drawing/2014/main" id="{A9F1FF9A-34C7-3D0A-D5D3-81CEE4730425}"/>
              </a:ext>
            </a:extLst>
          </p:cNvPr>
          <p:cNvGrpSpPr/>
          <p:nvPr/>
        </p:nvGrpSpPr>
        <p:grpSpPr>
          <a:xfrm>
            <a:off x="4074406" y="2714402"/>
            <a:ext cx="525304" cy="538740"/>
            <a:chOff x="4507020" y="3173310"/>
            <a:chExt cx="525304" cy="538740"/>
          </a:xfrm>
        </p:grpSpPr>
        <p:sp>
          <p:nvSpPr>
            <p:cNvPr id="206" name="Arrow | other_smiles → other_language_vectors | path">
              <a:extLst>
                <a:ext uri="{FF2B5EF4-FFF2-40B4-BE49-F238E27FC236}">
                  <a16:creationId xmlns:a16="http://schemas.microsoft.com/office/drawing/2014/main" id="{B6DBF786-C9BA-48F7-274B-828D48F636F7}"/>
                </a:ext>
              </a:extLst>
            </p:cNvPr>
            <p:cNvSpPr/>
            <p:nvPr/>
          </p:nvSpPr>
          <p:spPr>
            <a:xfrm>
              <a:off x="4507020" y="3173310"/>
              <a:ext cx="512460" cy="538740"/>
            </a:xfrm>
            <a:custGeom>
              <a:avLst/>
              <a:gdLst/>
              <a:ahLst/>
              <a:cxnLst/>
              <a:rect l="0" t="0" r="w" b="h"/>
              <a:pathLst>
                <a:path w="512460" h="538740" fill="none" extrusionOk="0">
                  <a:moveTo>
                    <a:pt x="0" y="0"/>
                  </a:moveTo>
                  <a:lnTo>
                    <a:pt x="512460" y="0"/>
                  </a:lnTo>
                  <a:lnTo>
                    <a:pt x="512460" y="538740"/>
                  </a:lnTo>
                </a:path>
              </a:pathLst>
            </a:custGeom>
            <a:noFill/>
            <a:ln w="4599" cap="rnd" cmpd="sng" algn="ctr">
              <a:solidFill>
                <a:srgbClr val="6DB19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7" name="Arrow | other_smiles → other_language_vectors | editable arrowhead">
              <a:extLst>
                <a:ext uri="{FF2B5EF4-FFF2-40B4-BE49-F238E27FC236}">
                  <a16:creationId xmlns:a16="http://schemas.microsoft.com/office/drawing/2014/main" id="{A012C2F8-4FF5-D02B-EA2C-8C7B53374582}"/>
                </a:ext>
              </a:extLst>
            </p:cNvPr>
            <p:cNvSpPr/>
            <p:nvPr/>
          </p:nvSpPr>
          <p:spPr>
            <a:xfrm>
              <a:off x="5006636" y="3682157"/>
              <a:ext cx="25689" cy="29893"/>
            </a:xfrm>
            <a:custGeom>
              <a:avLst/>
              <a:gdLst/>
              <a:ahLst/>
              <a:cxnLst/>
              <a:rect l="0" t="0" r="w" b="h"/>
              <a:pathLst>
                <a:path w="25689" h="29893" stroke="0" extrusionOk="0">
                  <a:moveTo>
                    <a:pt x="12844" y="29893"/>
                  </a:moveTo>
                  <a:lnTo>
                    <a:pt x="0" y="0"/>
                  </a:lnTo>
                  <a:lnTo>
                    <a:pt x="25689" y="0"/>
                  </a:lnTo>
                  <a:close/>
                </a:path>
              </a:pathLst>
            </a:custGeom>
            <a:solidFill>
              <a:srgbClr val="6DB19A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1" name="Text | SMI-TED / + linear">
            <a:extLst>
              <a:ext uri="{FF2B5EF4-FFF2-40B4-BE49-F238E27FC236}">
                <a16:creationId xmlns:a16="http://schemas.microsoft.com/office/drawing/2014/main" id="{9014A11F-95E3-6C69-54B7-BD3A7E7F114D}"/>
              </a:ext>
            </a:extLst>
          </p:cNvPr>
          <p:cNvGrpSpPr/>
          <p:nvPr/>
        </p:nvGrpSpPr>
        <p:grpSpPr>
          <a:xfrm>
            <a:off x="4166785" y="2924642"/>
            <a:ext cx="334272" cy="195983"/>
            <a:chOff x="4599399" y="3383550"/>
            <a:chExt cx="334272" cy="195983"/>
          </a:xfrm>
        </p:grpSpPr>
        <p:sp>
          <p:nvSpPr>
            <p:cNvPr id="204" name="Text | SMI-TED">
              <a:extLst>
                <a:ext uri="{FF2B5EF4-FFF2-40B4-BE49-F238E27FC236}">
                  <a16:creationId xmlns:a16="http://schemas.microsoft.com/office/drawing/2014/main" id="{A9FF6177-0506-30CA-6292-1B130B626B3A}"/>
                </a:ext>
              </a:extLst>
            </p:cNvPr>
            <p:cNvSpPr txBox="1"/>
            <p:nvPr/>
          </p:nvSpPr>
          <p:spPr>
            <a:xfrm>
              <a:off x="4599399" y="3383550"/>
              <a:ext cx="3342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595"/>
            </a:p>
          </p:txBody>
        </p:sp>
        <p:sp>
          <p:nvSpPr>
            <p:cNvPr id="205" name="Text | + linear">
              <a:extLst>
                <a:ext uri="{FF2B5EF4-FFF2-40B4-BE49-F238E27FC236}">
                  <a16:creationId xmlns:a16="http://schemas.microsoft.com/office/drawing/2014/main" id="{A371C76E-EC96-D92B-8D00-8A8C29654D90}"/>
                </a:ext>
              </a:extLst>
            </p:cNvPr>
            <p:cNvSpPr txBox="1"/>
            <p:nvPr/>
          </p:nvSpPr>
          <p:spPr>
            <a:xfrm>
              <a:off x="4602790" y="3472245"/>
              <a:ext cx="32749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595"/>
            </a:p>
          </p:txBody>
        </p:sp>
      </p:grpSp>
      <p:grpSp>
        <p:nvGrpSpPr>
          <p:cNvPr id="72" name="Other identity language vector">
            <a:extLst>
              <a:ext uri="{FF2B5EF4-FFF2-40B4-BE49-F238E27FC236}">
                <a16:creationId xmlns:a16="http://schemas.microsoft.com/office/drawing/2014/main" id="{5A36054D-A9D8-E3EA-4F7A-9BEA5B58F620}"/>
              </a:ext>
            </a:extLst>
          </p:cNvPr>
          <p:cNvGrpSpPr/>
          <p:nvPr/>
        </p:nvGrpSpPr>
        <p:grpSpPr>
          <a:xfrm>
            <a:off x="4215661" y="3289277"/>
            <a:ext cx="85410" cy="39420"/>
            <a:chOff x="4648275" y="3748185"/>
            <a:chExt cx="85410" cy="39420"/>
          </a:xfrm>
        </p:grpSpPr>
        <p:sp>
          <p:nvSpPr>
            <p:cNvPr id="201" name="feature_1">
              <a:extLst>
                <a:ext uri="{FF2B5EF4-FFF2-40B4-BE49-F238E27FC236}">
                  <a16:creationId xmlns:a16="http://schemas.microsoft.com/office/drawing/2014/main" id="{EC0C3411-A042-F6C9-6802-CCE1BF642312}"/>
                </a:ext>
              </a:extLst>
            </p:cNvPr>
            <p:cNvSpPr/>
            <p:nvPr/>
          </p:nvSpPr>
          <p:spPr>
            <a:xfrm>
              <a:off x="464827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2" name="feature_2">
              <a:extLst>
                <a:ext uri="{FF2B5EF4-FFF2-40B4-BE49-F238E27FC236}">
                  <a16:creationId xmlns:a16="http://schemas.microsoft.com/office/drawing/2014/main" id="{A9088B04-82F8-8270-E333-5744C21E5C75}"/>
                </a:ext>
              </a:extLst>
            </p:cNvPr>
            <p:cNvSpPr/>
            <p:nvPr/>
          </p:nvSpPr>
          <p:spPr>
            <a:xfrm>
              <a:off x="467784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3" name="feature_3">
              <a:extLst>
                <a:ext uri="{FF2B5EF4-FFF2-40B4-BE49-F238E27FC236}">
                  <a16:creationId xmlns:a16="http://schemas.microsoft.com/office/drawing/2014/main" id="{15DD7FD1-2486-1668-16B9-3A68290D38A7}"/>
                </a:ext>
              </a:extLst>
            </p:cNvPr>
            <p:cNvSpPr/>
            <p:nvPr/>
          </p:nvSpPr>
          <p:spPr>
            <a:xfrm>
              <a:off x="470740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3" name="Other identity language vector">
            <a:extLst>
              <a:ext uri="{FF2B5EF4-FFF2-40B4-BE49-F238E27FC236}">
                <a16:creationId xmlns:a16="http://schemas.microsoft.com/office/drawing/2014/main" id="{390F5E3A-558E-FC53-6B15-E81119A0633C}"/>
              </a:ext>
            </a:extLst>
          </p:cNvPr>
          <p:cNvGrpSpPr/>
          <p:nvPr/>
        </p:nvGrpSpPr>
        <p:grpSpPr>
          <a:xfrm>
            <a:off x="4333921" y="3289277"/>
            <a:ext cx="85410" cy="39420"/>
            <a:chOff x="4766535" y="3748185"/>
            <a:chExt cx="85410" cy="39420"/>
          </a:xfrm>
        </p:grpSpPr>
        <p:sp>
          <p:nvSpPr>
            <p:cNvPr id="198" name="feature_1">
              <a:extLst>
                <a:ext uri="{FF2B5EF4-FFF2-40B4-BE49-F238E27FC236}">
                  <a16:creationId xmlns:a16="http://schemas.microsoft.com/office/drawing/2014/main" id="{6B52362A-ADB4-43CF-077E-DAF16FB3BC80}"/>
                </a:ext>
              </a:extLst>
            </p:cNvPr>
            <p:cNvSpPr/>
            <p:nvPr/>
          </p:nvSpPr>
          <p:spPr>
            <a:xfrm>
              <a:off x="476653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9" name="feature_2">
              <a:extLst>
                <a:ext uri="{FF2B5EF4-FFF2-40B4-BE49-F238E27FC236}">
                  <a16:creationId xmlns:a16="http://schemas.microsoft.com/office/drawing/2014/main" id="{33D6E62D-5CFA-73A4-47ED-6915020080CC}"/>
                </a:ext>
              </a:extLst>
            </p:cNvPr>
            <p:cNvSpPr/>
            <p:nvPr/>
          </p:nvSpPr>
          <p:spPr>
            <a:xfrm>
              <a:off x="479610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0" name="feature_3">
              <a:extLst>
                <a:ext uri="{FF2B5EF4-FFF2-40B4-BE49-F238E27FC236}">
                  <a16:creationId xmlns:a16="http://schemas.microsoft.com/office/drawing/2014/main" id="{31ACC47C-700F-EDF7-67CC-38A455193B78}"/>
                </a:ext>
              </a:extLst>
            </p:cNvPr>
            <p:cNvSpPr/>
            <p:nvPr/>
          </p:nvSpPr>
          <p:spPr>
            <a:xfrm>
              <a:off x="482566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4" name="Other identity language vector">
            <a:extLst>
              <a:ext uri="{FF2B5EF4-FFF2-40B4-BE49-F238E27FC236}">
                <a16:creationId xmlns:a16="http://schemas.microsoft.com/office/drawing/2014/main" id="{08C4D820-8AE6-B46B-1194-00A4C53BAF4B}"/>
              </a:ext>
            </a:extLst>
          </p:cNvPr>
          <p:cNvGrpSpPr/>
          <p:nvPr/>
        </p:nvGrpSpPr>
        <p:grpSpPr>
          <a:xfrm>
            <a:off x="4452181" y="3289277"/>
            <a:ext cx="85410" cy="39420"/>
            <a:chOff x="4884795" y="3748185"/>
            <a:chExt cx="85410" cy="39420"/>
          </a:xfrm>
        </p:grpSpPr>
        <p:sp>
          <p:nvSpPr>
            <p:cNvPr id="195" name="feature_1">
              <a:extLst>
                <a:ext uri="{FF2B5EF4-FFF2-40B4-BE49-F238E27FC236}">
                  <a16:creationId xmlns:a16="http://schemas.microsoft.com/office/drawing/2014/main" id="{23C77824-E6B2-F85B-3365-26C01CF39432}"/>
                </a:ext>
              </a:extLst>
            </p:cNvPr>
            <p:cNvSpPr/>
            <p:nvPr/>
          </p:nvSpPr>
          <p:spPr>
            <a:xfrm>
              <a:off x="488479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" name="feature_2">
              <a:extLst>
                <a:ext uri="{FF2B5EF4-FFF2-40B4-BE49-F238E27FC236}">
                  <a16:creationId xmlns:a16="http://schemas.microsoft.com/office/drawing/2014/main" id="{23F3E419-CAFC-DBA5-BBFA-B033FD72A706}"/>
                </a:ext>
              </a:extLst>
            </p:cNvPr>
            <p:cNvSpPr/>
            <p:nvPr/>
          </p:nvSpPr>
          <p:spPr>
            <a:xfrm>
              <a:off x="491436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" name="feature_3">
              <a:extLst>
                <a:ext uri="{FF2B5EF4-FFF2-40B4-BE49-F238E27FC236}">
                  <a16:creationId xmlns:a16="http://schemas.microsoft.com/office/drawing/2014/main" id="{AC44409C-F6A2-3D59-C5A2-D58B980E3125}"/>
                </a:ext>
              </a:extLst>
            </p:cNvPr>
            <p:cNvSpPr/>
            <p:nvPr/>
          </p:nvSpPr>
          <p:spPr>
            <a:xfrm>
              <a:off x="494392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" name="Text | Other identity / vectors">
            <a:extLst>
              <a:ext uri="{FF2B5EF4-FFF2-40B4-BE49-F238E27FC236}">
                <a16:creationId xmlns:a16="http://schemas.microsoft.com/office/drawing/2014/main" id="{2EB56F10-08FE-BB96-4EC8-7485D8730081}"/>
              </a:ext>
            </a:extLst>
          </p:cNvPr>
          <p:cNvGrpSpPr/>
          <p:nvPr/>
        </p:nvGrpSpPr>
        <p:grpSpPr>
          <a:xfrm>
            <a:off x="4086851" y="3391112"/>
            <a:ext cx="553270" cy="192698"/>
            <a:chOff x="4519465" y="3850020"/>
            <a:chExt cx="553270" cy="192698"/>
          </a:xfrm>
        </p:grpSpPr>
        <p:sp>
          <p:nvSpPr>
            <p:cNvPr id="193" name="Text | Other identity">
              <a:extLst>
                <a:ext uri="{FF2B5EF4-FFF2-40B4-BE49-F238E27FC236}">
                  <a16:creationId xmlns:a16="http://schemas.microsoft.com/office/drawing/2014/main" id="{33D598A6-610E-D1DE-8C4B-389B295C5138}"/>
                </a:ext>
              </a:extLst>
            </p:cNvPr>
            <p:cNvSpPr txBox="1"/>
            <p:nvPr/>
          </p:nvSpPr>
          <p:spPr>
            <a:xfrm>
              <a:off x="4519465" y="3850020"/>
              <a:ext cx="55327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Other identity</a:t>
              </a:r>
              <a:endParaRPr lang="en-US" sz="595"/>
            </a:p>
          </p:txBody>
        </p:sp>
        <p:sp>
          <p:nvSpPr>
            <p:cNvPr id="194" name="Text | vectors">
              <a:extLst>
                <a:ext uri="{FF2B5EF4-FFF2-40B4-BE49-F238E27FC236}">
                  <a16:creationId xmlns:a16="http://schemas.microsoft.com/office/drawing/2014/main" id="{85704469-368C-6A51-4B82-3E09A78A15EF}"/>
                </a:ext>
              </a:extLst>
            </p:cNvPr>
            <p:cNvSpPr txBox="1"/>
            <p:nvPr/>
          </p:nvSpPr>
          <p:spPr>
            <a:xfrm>
              <a:off x="4643368" y="3935430"/>
              <a:ext cx="30546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vectors</a:t>
              </a:r>
              <a:endParaRPr lang="en-US" sz="595"/>
            </a:p>
          </p:txBody>
        </p:sp>
      </p:grpSp>
      <p:sp>
        <p:nvSpPr>
          <p:cNvPr id="76" name="Operation | Graph attention">
            <a:extLst>
              <a:ext uri="{FF2B5EF4-FFF2-40B4-BE49-F238E27FC236}">
                <a16:creationId xmlns:a16="http://schemas.microsoft.com/office/drawing/2014/main" id="{4F68595A-2ED8-B94A-E301-E27BE347778D}"/>
              </a:ext>
            </a:extLst>
          </p:cNvPr>
          <p:cNvSpPr/>
          <p:nvPr/>
        </p:nvSpPr>
        <p:spPr>
          <a:xfrm>
            <a:off x="2967361" y="3670337"/>
            <a:ext cx="657000" cy="18396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7" name="Text | Graph attention">
            <a:extLst>
              <a:ext uri="{FF2B5EF4-FFF2-40B4-BE49-F238E27FC236}">
                <a16:creationId xmlns:a16="http://schemas.microsoft.com/office/drawing/2014/main" id="{1D797C8B-2FC6-D301-C03D-EDF314D630D1}"/>
              </a:ext>
            </a:extLst>
          </p:cNvPr>
          <p:cNvSpPr txBox="1"/>
          <p:nvPr/>
        </p:nvSpPr>
        <p:spPr>
          <a:xfrm>
            <a:off x="2927072" y="3710283"/>
            <a:ext cx="737577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Graph attention</a:t>
            </a:r>
            <a:endParaRPr lang="en-US" sz="621"/>
          </a:p>
        </p:txBody>
      </p:sp>
      <p:sp>
        <p:nvSpPr>
          <p:cNvPr id="78" name="Operation | Context attention">
            <a:extLst>
              <a:ext uri="{FF2B5EF4-FFF2-40B4-BE49-F238E27FC236}">
                <a16:creationId xmlns:a16="http://schemas.microsoft.com/office/drawing/2014/main" id="{4078E527-962D-E3C1-A763-8C6DE6AF4E29}"/>
              </a:ext>
            </a:extLst>
          </p:cNvPr>
          <p:cNvSpPr/>
          <p:nvPr/>
        </p:nvSpPr>
        <p:spPr>
          <a:xfrm>
            <a:off x="3913441" y="3670337"/>
            <a:ext cx="716130" cy="18396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9" name="Text | Context attention">
            <a:extLst>
              <a:ext uri="{FF2B5EF4-FFF2-40B4-BE49-F238E27FC236}">
                <a16:creationId xmlns:a16="http://schemas.microsoft.com/office/drawing/2014/main" id="{BC8EBB7D-8DED-2DCC-ED9E-E4CE4861E19E}"/>
              </a:ext>
            </a:extLst>
          </p:cNvPr>
          <p:cNvSpPr txBox="1"/>
          <p:nvPr/>
        </p:nvSpPr>
        <p:spPr>
          <a:xfrm>
            <a:off x="3863471" y="3710283"/>
            <a:ext cx="816071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Context attention</a:t>
            </a:r>
            <a:endParaRPr lang="en-US" sz="621"/>
          </a:p>
        </p:txBody>
      </p:sp>
      <p:grpSp>
        <p:nvGrpSpPr>
          <p:cNvPr id="80" name="Arrow | other_language_vectors → context_attention_KV">
            <a:extLst>
              <a:ext uri="{FF2B5EF4-FFF2-40B4-BE49-F238E27FC236}">
                <a16:creationId xmlns:a16="http://schemas.microsoft.com/office/drawing/2014/main" id="{0722B3DB-7F46-58CA-437D-E32DA656DD74}"/>
              </a:ext>
            </a:extLst>
          </p:cNvPr>
          <p:cNvGrpSpPr/>
          <p:nvPr/>
        </p:nvGrpSpPr>
        <p:grpSpPr>
          <a:xfrm>
            <a:off x="4350428" y="3581642"/>
            <a:ext cx="26116" cy="65700"/>
            <a:chOff x="4783042" y="4040550"/>
            <a:chExt cx="26116" cy="65700"/>
          </a:xfrm>
        </p:grpSpPr>
        <p:cxnSp>
          <p:nvCxnSpPr>
            <p:cNvPr id="191" name="Arrow | other_language_vectors → context_attention_KV | path">
              <a:extLst>
                <a:ext uri="{FF2B5EF4-FFF2-40B4-BE49-F238E27FC236}">
                  <a16:creationId xmlns:a16="http://schemas.microsoft.com/office/drawing/2014/main" id="{33F5C4C4-2269-50BD-5803-B8C79BCAD9C2}"/>
                </a:ext>
              </a:extLst>
            </p:cNvPr>
            <p:cNvCxnSpPr/>
            <p:nvPr/>
          </p:nvCxnSpPr>
          <p:spPr>
            <a:xfrm>
              <a:off x="4796100" y="4040550"/>
              <a:ext cx="0" cy="65700"/>
            </a:xfrm>
            <a:prstGeom prst="line">
              <a:avLst/>
            </a:prstGeom>
            <a:noFill/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2" name="Arrow | other_language_vectors → context_attention_KV | editable arrowhead">
              <a:extLst>
                <a:ext uri="{FF2B5EF4-FFF2-40B4-BE49-F238E27FC236}">
                  <a16:creationId xmlns:a16="http://schemas.microsoft.com/office/drawing/2014/main" id="{D3FD87ED-DE5F-CDA4-05F3-43DAE7192965}"/>
                </a:ext>
              </a:extLst>
            </p:cNvPr>
            <p:cNvSpPr/>
            <p:nvPr/>
          </p:nvSpPr>
          <p:spPr>
            <a:xfrm>
              <a:off x="4783042" y="4075864"/>
              <a:ext cx="26116" cy="30386"/>
            </a:xfrm>
            <a:custGeom>
              <a:avLst/>
              <a:gdLst/>
              <a:ahLst/>
              <a:cxnLst/>
              <a:rect l="0" t="0" r="w" b="h"/>
              <a:pathLst>
                <a:path w="26116" h="30386" stroke="0" extrusionOk="0">
                  <a:moveTo>
                    <a:pt x="13058" y="30386"/>
                  </a:moveTo>
                  <a:lnTo>
                    <a:pt x="0" y="0"/>
                  </a:lnTo>
                  <a:lnTo>
                    <a:pt x="26116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81" name="Text | Q">
            <a:extLst>
              <a:ext uri="{FF2B5EF4-FFF2-40B4-BE49-F238E27FC236}">
                <a16:creationId xmlns:a16="http://schemas.microsoft.com/office/drawing/2014/main" id="{F14B3940-BDF7-E40C-039A-08FCC33CB624}"/>
              </a:ext>
            </a:extLst>
          </p:cNvPr>
          <p:cNvSpPr txBox="1"/>
          <p:nvPr/>
        </p:nvSpPr>
        <p:spPr>
          <a:xfrm>
            <a:off x="3444586" y="3501092"/>
            <a:ext cx="8591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595"/>
          </a:p>
        </p:txBody>
      </p:sp>
      <p:sp>
        <p:nvSpPr>
          <p:cNvPr id="82" name="Text | Q">
            <a:extLst>
              <a:ext uri="{FF2B5EF4-FFF2-40B4-BE49-F238E27FC236}">
                <a16:creationId xmlns:a16="http://schemas.microsoft.com/office/drawing/2014/main" id="{E33B2A85-433E-0578-D0CE-9820460FB0B1}"/>
              </a:ext>
            </a:extLst>
          </p:cNvPr>
          <p:cNvSpPr txBox="1"/>
          <p:nvPr/>
        </p:nvSpPr>
        <p:spPr>
          <a:xfrm>
            <a:off x="3894586" y="3501092"/>
            <a:ext cx="8591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595"/>
          </a:p>
        </p:txBody>
      </p:sp>
      <p:sp>
        <p:nvSpPr>
          <p:cNvPr id="83" name="Concatenation">
            <a:extLst>
              <a:ext uri="{FF2B5EF4-FFF2-40B4-BE49-F238E27FC236}">
                <a16:creationId xmlns:a16="http://schemas.microsoft.com/office/drawing/2014/main" id="{CA134577-5192-1E2F-C395-C05CF62A337C}"/>
              </a:ext>
            </a:extLst>
          </p:cNvPr>
          <p:cNvSpPr/>
          <p:nvPr/>
        </p:nvSpPr>
        <p:spPr>
          <a:xfrm>
            <a:off x="3683491" y="3985697"/>
            <a:ext cx="111690" cy="111690"/>
          </a:xfrm>
          <a:prstGeom prst="ellipse">
            <a:avLst/>
          </a:prstGeom>
          <a:solidFill>
            <a:srgbClr val="FFFFFF"/>
          </a:solidFill>
          <a:ln w="5913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cxnSp>
        <p:nvCxnSpPr>
          <p:cNvPr id="84" name="path_2738">
            <a:extLst>
              <a:ext uri="{FF2B5EF4-FFF2-40B4-BE49-F238E27FC236}">
                <a16:creationId xmlns:a16="http://schemas.microsoft.com/office/drawing/2014/main" id="{1D840AB7-3ECE-5845-ADA9-7DC40C2BB520}"/>
              </a:ext>
            </a:extLst>
          </p:cNvPr>
          <p:cNvCxnSpPr/>
          <p:nvPr/>
        </p:nvCxnSpPr>
        <p:spPr>
          <a:xfrm>
            <a:off x="3726196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path_2739">
            <a:extLst>
              <a:ext uri="{FF2B5EF4-FFF2-40B4-BE49-F238E27FC236}">
                <a16:creationId xmlns:a16="http://schemas.microsoft.com/office/drawing/2014/main" id="{5533A875-A911-70F1-4F5B-6EE065D89A2F}"/>
              </a:ext>
            </a:extLst>
          </p:cNvPr>
          <p:cNvCxnSpPr/>
          <p:nvPr/>
        </p:nvCxnSpPr>
        <p:spPr>
          <a:xfrm>
            <a:off x="3752476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6" name="Identity representation g_k">
            <a:extLst>
              <a:ext uri="{FF2B5EF4-FFF2-40B4-BE49-F238E27FC236}">
                <a16:creationId xmlns:a16="http://schemas.microsoft.com/office/drawing/2014/main" id="{81E99B2E-870B-6BBC-12E8-C2BD434BCFDE}"/>
              </a:ext>
            </a:extLst>
          </p:cNvPr>
          <p:cNvGrpSpPr/>
          <p:nvPr/>
        </p:nvGrpSpPr>
        <p:grpSpPr>
          <a:xfrm>
            <a:off x="3525811" y="4287917"/>
            <a:ext cx="427050" cy="72270"/>
            <a:chOff x="3958425" y="4746825"/>
            <a:chExt cx="427050" cy="72270"/>
          </a:xfrm>
        </p:grpSpPr>
        <p:sp>
          <p:nvSpPr>
            <p:cNvPr id="184" name="feature_1">
              <a:extLst>
                <a:ext uri="{FF2B5EF4-FFF2-40B4-BE49-F238E27FC236}">
                  <a16:creationId xmlns:a16="http://schemas.microsoft.com/office/drawing/2014/main" id="{957F91F8-DC87-960C-E6C6-68C0C9235DA3}"/>
                </a:ext>
              </a:extLst>
            </p:cNvPr>
            <p:cNvSpPr/>
            <p:nvPr/>
          </p:nvSpPr>
          <p:spPr>
            <a:xfrm>
              <a:off x="3958425" y="4746825"/>
              <a:ext cx="58191" cy="72270"/>
            </a:xfrm>
            <a:prstGeom prst="rect">
              <a:avLst/>
            </a:prstGeom>
            <a:solidFill>
              <a:srgbClr val="3E997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" name="feature_2">
              <a:extLst>
                <a:ext uri="{FF2B5EF4-FFF2-40B4-BE49-F238E27FC236}">
                  <a16:creationId xmlns:a16="http://schemas.microsoft.com/office/drawing/2014/main" id="{D4206601-2B35-506B-F57C-610414DA1636}"/>
                </a:ext>
              </a:extLst>
            </p:cNvPr>
            <p:cNvSpPr/>
            <p:nvPr/>
          </p:nvSpPr>
          <p:spPr>
            <a:xfrm>
              <a:off x="4019901" y="4746825"/>
              <a:ext cx="58191" cy="72270"/>
            </a:xfrm>
            <a:prstGeom prst="rect">
              <a:avLst/>
            </a:prstGeom>
            <a:solidFill>
              <a:srgbClr val="83C2A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" name="feature_3">
              <a:extLst>
                <a:ext uri="{FF2B5EF4-FFF2-40B4-BE49-F238E27FC236}">
                  <a16:creationId xmlns:a16="http://schemas.microsoft.com/office/drawing/2014/main" id="{36DE4800-9509-25FF-B1B5-DCA839863545}"/>
                </a:ext>
              </a:extLst>
            </p:cNvPr>
            <p:cNvSpPr/>
            <p:nvPr/>
          </p:nvSpPr>
          <p:spPr>
            <a:xfrm>
              <a:off x="4081378" y="4746825"/>
              <a:ext cx="58191" cy="72270"/>
            </a:xfrm>
            <a:prstGeom prst="rect">
              <a:avLst/>
            </a:prstGeom>
            <a:solidFill>
              <a:srgbClr val="BCDD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" name="feature_4">
              <a:extLst>
                <a:ext uri="{FF2B5EF4-FFF2-40B4-BE49-F238E27FC236}">
                  <a16:creationId xmlns:a16="http://schemas.microsoft.com/office/drawing/2014/main" id="{2F0FE49E-CB8F-0657-AE95-754A94C4470C}"/>
                </a:ext>
              </a:extLst>
            </p:cNvPr>
            <p:cNvSpPr/>
            <p:nvPr/>
          </p:nvSpPr>
          <p:spPr>
            <a:xfrm>
              <a:off x="4142854" y="4746825"/>
              <a:ext cx="58191" cy="72270"/>
            </a:xfrm>
            <a:prstGeom prst="rect">
              <a:avLst/>
            </a:prstGeom>
            <a:solidFill>
              <a:srgbClr val="68AB9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" name="feature_5">
              <a:extLst>
                <a:ext uri="{FF2B5EF4-FFF2-40B4-BE49-F238E27FC236}">
                  <a16:creationId xmlns:a16="http://schemas.microsoft.com/office/drawing/2014/main" id="{3151190C-7472-F2E5-38B5-F3EDB6CB9E32}"/>
                </a:ext>
              </a:extLst>
            </p:cNvPr>
            <p:cNvSpPr/>
            <p:nvPr/>
          </p:nvSpPr>
          <p:spPr>
            <a:xfrm>
              <a:off x="4204331" y="4746825"/>
              <a:ext cx="58191" cy="72270"/>
            </a:xfrm>
            <a:prstGeom prst="rect">
              <a:avLst/>
            </a:prstGeom>
            <a:solidFill>
              <a:srgbClr val="3E997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" name="feature_6">
              <a:extLst>
                <a:ext uri="{FF2B5EF4-FFF2-40B4-BE49-F238E27FC236}">
                  <a16:creationId xmlns:a16="http://schemas.microsoft.com/office/drawing/2014/main" id="{7C950F88-747A-5FC8-CAFD-2626FBA6B03F}"/>
                </a:ext>
              </a:extLst>
            </p:cNvPr>
            <p:cNvSpPr/>
            <p:nvPr/>
          </p:nvSpPr>
          <p:spPr>
            <a:xfrm>
              <a:off x="4265807" y="4746825"/>
              <a:ext cx="58191" cy="72270"/>
            </a:xfrm>
            <a:prstGeom prst="rect">
              <a:avLst/>
            </a:prstGeom>
            <a:solidFill>
              <a:srgbClr val="83C2A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" name="feature_7">
              <a:extLst>
                <a:ext uri="{FF2B5EF4-FFF2-40B4-BE49-F238E27FC236}">
                  <a16:creationId xmlns:a16="http://schemas.microsoft.com/office/drawing/2014/main" id="{8B9C4CF9-7171-C81F-8105-3AB7FCC2288B}"/>
                </a:ext>
              </a:extLst>
            </p:cNvPr>
            <p:cNvSpPr/>
            <p:nvPr/>
          </p:nvSpPr>
          <p:spPr>
            <a:xfrm>
              <a:off x="4327284" y="4746825"/>
              <a:ext cx="58191" cy="72270"/>
            </a:xfrm>
            <a:prstGeom prst="rect">
              <a:avLst/>
            </a:prstGeom>
            <a:solidFill>
              <a:srgbClr val="BCDD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87" name="Formula | g_k">
            <a:extLst>
              <a:ext uri="{FF2B5EF4-FFF2-40B4-BE49-F238E27FC236}">
                <a16:creationId xmlns:a16="http://schemas.microsoft.com/office/drawing/2014/main" id="{E47983ED-A055-AFEC-D9E2-077D0942F425}"/>
              </a:ext>
            </a:extLst>
          </p:cNvPr>
          <p:cNvGrpSpPr/>
          <p:nvPr/>
        </p:nvGrpSpPr>
        <p:grpSpPr>
          <a:xfrm>
            <a:off x="4034986" y="4255067"/>
            <a:ext cx="127544" cy="149738"/>
            <a:chOff x="4467600" y="4713975"/>
            <a:chExt cx="127544" cy="149738"/>
          </a:xfrm>
        </p:grpSpPr>
        <p:sp>
          <p:nvSpPr>
            <p:cNvPr id="182" name="Text | g">
              <a:extLst>
                <a:ext uri="{FF2B5EF4-FFF2-40B4-BE49-F238E27FC236}">
                  <a16:creationId xmlns:a16="http://schemas.microsoft.com/office/drawing/2014/main" id="{1FC8E2AE-3FB6-2E30-125D-4A5EFAA2D665}"/>
                </a:ext>
              </a:extLst>
            </p:cNvPr>
            <p:cNvSpPr txBox="1"/>
            <p:nvPr/>
          </p:nvSpPr>
          <p:spPr>
            <a:xfrm>
              <a:off x="4467600" y="4713975"/>
              <a:ext cx="100284" cy="1446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2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g</a:t>
              </a:r>
              <a:endParaRPr lang="en-US" sz="802"/>
            </a:p>
          </p:txBody>
        </p:sp>
        <p:sp>
          <p:nvSpPr>
            <p:cNvPr id="183" name="Text | k">
              <a:extLst>
                <a:ext uri="{FF2B5EF4-FFF2-40B4-BE49-F238E27FC236}">
                  <a16:creationId xmlns:a16="http://schemas.microsoft.com/office/drawing/2014/main" id="{956677E4-5553-CFA3-CEB8-F10C10A44005}"/>
                </a:ext>
              </a:extLst>
            </p:cNvPr>
            <p:cNvSpPr txBox="1"/>
            <p:nvPr/>
          </p:nvSpPr>
          <p:spPr>
            <a:xfrm>
              <a:off x="4532241" y="4774058"/>
              <a:ext cx="62903" cy="896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7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k</a:t>
              </a:r>
              <a:endParaRPr lang="en-US" sz="497"/>
            </a:p>
          </p:txBody>
        </p:sp>
      </p:grpSp>
      <p:sp>
        <p:nvSpPr>
          <p:cNvPr id="88" name="Operation | Cosine score">
            <a:extLst>
              <a:ext uri="{FF2B5EF4-FFF2-40B4-BE49-F238E27FC236}">
                <a16:creationId xmlns:a16="http://schemas.microsoft.com/office/drawing/2014/main" id="{653447E0-8296-45D5-563D-0C10F4AD0695}"/>
              </a:ext>
            </a:extLst>
          </p:cNvPr>
          <p:cNvSpPr/>
          <p:nvPr/>
        </p:nvSpPr>
        <p:spPr>
          <a:xfrm>
            <a:off x="3011708" y="4563857"/>
            <a:ext cx="535455" cy="1576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89" name="Text | Cosine score">
            <a:extLst>
              <a:ext uri="{FF2B5EF4-FFF2-40B4-BE49-F238E27FC236}">
                <a16:creationId xmlns:a16="http://schemas.microsoft.com/office/drawing/2014/main" id="{E1383816-C09E-90E9-5485-95008A3ACCD7}"/>
              </a:ext>
            </a:extLst>
          </p:cNvPr>
          <p:cNvSpPr txBox="1"/>
          <p:nvPr/>
        </p:nvSpPr>
        <p:spPr>
          <a:xfrm>
            <a:off x="2984040" y="4590663"/>
            <a:ext cx="590792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Cosine score</a:t>
            </a:r>
            <a:endParaRPr lang="en-US" sz="621"/>
          </a:p>
        </p:txBody>
      </p:sp>
      <p:sp>
        <p:nvSpPr>
          <p:cNvPr id="90" name="Text | Learned projections">
            <a:extLst>
              <a:ext uri="{FF2B5EF4-FFF2-40B4-BE49-F238E27FC236}">
                <a16:creationId xmlns:a16="http://schemas.microsoft.com/office/drawing/2014/main" id="{42979246-1FA1-4985-CAAA-D0FCC6F3215F}"/>
              </a:ext>
            </a:extLst>
          </p:cNvPr>
          <p:cNvSpPr txBox="1"/>
          <p:nvPr/>
        </p:nvSpPr>
        <p:spPr>
          <a:xfrm>
            <a:off x="2893042" y="4747817"/>
            <a:ext cx="772787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Learned projections</a:t>
            </a:r>
            <a:endParaRPr lang="en-US" sz="595"/>
          </a:p>
        </p:txBody>
      </p:sp>
      <p:grpSp>
        <p:nvGrpSpPr>
          <p:cNvPr id="91" name="Arrow | score → identity_matrix">
            <a:extLst>
              <a:ext uri="{FF2B5EF4-FFF2-40B4-BE49-F238E27FC236}">
                <a16:creationId xmlns:a16="http://schemas.microsoft.com/office/drawing/2014/main" id="{5D97FDD0-20ED-82DC-7634-7A03136A694B}"/>
              </a:ext>
            </a:extLst>
          </p:cNvPr>
          <p:cNvGrpSpPr/>
          <p:nvPr/>
        </p:nvGrpSpPr>
        <p:grpSpPr>
          <a:xfrm>
            <a:off x="3568516" y="4629426"/>
            <a:ext cx="295650" cy="26543"/>
            <a:chOff x="4001130" y="5088334"/>
            <a:chExt cx="295650" cy="26543"/>
          </a:xfrm>
        </p:grpSpPr>
        <p:cxnSp>
          <p:nvCxnSpPr>
            <p:cNvPr id="180" name="Arrow | score → identity_matrix | path">
              <a:extLst>
                <a:ext uri="{FF2B5EF4-FFF2-40B4-BE49-F238E27FC236}">
                  <a16:creationId xmlns:a16="http://schemas.microsoft.com/office/drawing/2014/main" id="{F98389C9-D6F9-52F4-691C-A991BF50B604}"/>
                </a:ext>
              </a:extLst>
            </p:cNvPr>
            <p:cNvCxnSpPr/>
            <p:nvPr/>
          </p:nvCxnSpPr>
          <p:spPr>
            <a:xfrm>
              <a:off x="4001130" y="5101605"/>
              <a:ext cx="295650" cy="0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Arrow | score → identity_matrix | editable arrowhead">
              <a:extLst>
                <a:ext uri="{FF2B5EF4-FFF2-40B4-BE49-F238E27FC236}">
                  <a16:creationId xmlns:a16="http://schemas.microsoft.com/office/drawing/2014/main" id="{2B3DB1B7-C768-38D4-7D41-0E51C6AB34F5}"/>
                </a:ext>
              </a:extLst>
            </p:cNvPr>
            <p:cNvSpPr/>
            <p:nvPr/>
          </p:nvSpPr>
          <p:spPr>
            <a:xfrm>
              <a:off x="4265901" y="5088334"/>
              <a:ext cx="30879" cy="26543"/>
            </a:xfrm>
            <a:custGeom>
              <a:avLst/>
              <a:gdLst/>
              <a:ahLst/>
              <a:cxnLst/>
              <a:rect l="0" t="0" r="w" b="h"/>
              <a:pathLst>
                <a:path w="30879" h="26543" stroke="0" extrusionOk="0">
                  <a:moveTo>
                    <a:pt x="30879" y="13271"/>
                  </a:moveTo>
                  <a:lnTo>
                    <a:pt x="0" y="26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92" name="Match | J × K identity scores, separate foreground output">
            <a:extLst>
              <a:ext uri="{FF2B5EF4-FFF2-40B4-BE49-F238E27FC236}">
                <a16:creationId xmlns:a16="http://schemas.microsoft.com/office/drawing/2014/main" id="{7B255678-14E4-951C-BB51-F0C31CA60200}"/>
              </a:ext>
            </a:extLst>
          </p:cNvPr>
          <p:cNvGrpSpPr/>
          <p:nvPr/>
        </p:nvGrpSpPr>
        <p:grpSpPr>
          <a:xfrm>
            <a:off x="3874785" y="4393037"/>
            <a:ext cx="488195" cy="419133"/>
            <a:chOff x="4307399" y="4851945"/>
            <a:chExt cx="488195" cy="419133"/>
          </a:xfrm>
        </p:grpSpPr>
        <p:sp>
          <p:nvSpPr>
            <p:cNvPr id="165" name="Text | B1">
              <a:extLst>
                <a:ext uri="{FF2B5EF4-FFF2-40B4-BE49-F238E27FC236}">
                  <a16:creationId xmlns:a16="http://schemas.microsoft.com/office/drawing/2014/main" id="{798E92F6-93C4-F2F1-E9CE-4405575B15CF}"/>
                </a:ext>
              </a:extLst>
            </p:cNvPr>
            <p:cNvSpPr txBox="1"/>
            <p:nvPr/>
          </p:nvSpPr>
          <p:spPr>
            <a:xfrm>
              <a:off x="4307399" y="4956309"/>
              <a:ext cx="117496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B1</a:t>
              </a:r>
              <a:endParaRPr lang="en-US" sz="543"/>
            </a:p>
          </p:txBody>
        </p:sp>
        <p:sp>
          <p:nvSpPr>
            <p:cNvPr id="166" name="Text | B2">
              <a:extLst>
                <a:ext uri="{FF2B5EF4-FFF2-40B4-BE49-F238E27FC236}">
                  <a16:creationId xmlns:a16="http://schemas.microsoft.com/office/drawing/2014/main" id="{F8DD7D5E-461E-831B-1CD3-22DC00B92BA6}"/>
                </a:ext>
              </a:extLst>
            </p:cNvPr>
            <p:cNvSpPr txBox="1"/>
            <p:nvPr/>
          </p:nvSpPr>
          <p:spPr>
            <a:xfrm>
              <a:off x="4307399" y="5064714"/>
              <a:ext cx="117496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B2</a:t>
              </a:r>
              <a:endParaRPr lang="en-US" sz="543"/>
            </a:p>
          </p:txBody>
        </p:sp>
        <p:sp>
          <p:nvSpPr>
            <p:cNvPr id="167" name="Text | B3">
              <a:extLst>
                <a:ext uri="{FF2B5EF4-FFF2-40B4-BE49-F238E27FC236}">
                  <a16:creationId xmlns:a16="http://schemas.microsoft.com/office/drawing/2014/main" id="{5884F841-B519-015B-7F89-878ADF0C5270}"/>
                </a:ext>
              </a:extLst>
            </p:cNvPr>
            <p:cNvSpPr txBox="1"/>
            <p:nvPr/>
          </p:nvSpPr>
          <p:spPr>
            <a:xfrm>
              <a:off x="4307399" y="5173119"/>
              <a:ext cx="117496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B3</a:t>
              </a:r>
              <a:endParaRPr lang="en-US" sz="543"/>
            </a:p>
          </p:txBody>
        </p:sp>
        <p:sp>
          <p:nvSpPr>
            <p:cNvPr id="168" name="Text | S1">
              <a:extLst>
                <a:ext uri="{FF2B5EF4-FFF2-40B4-BE49-F238E27FC236}">
                  <a16:creationId xmlns:a16="http://schemas.microsoft.com/office/drawing/2014/main" id="{99BD68FA-CECA-ED2A-C31F-C7C500E16644}"/>
                </a:ext>
              </a:extLst>
            </p:cNvPr>
            <p:cNvSpPr txBox="1"/>
            <p:nvPr/>
          </p:nvSpPr>
          <p:spPr>
            <a:xfrm>
              <a:off x="4464822" y="4851945"/>
              <a:ext cx="113961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S1</a:t>
              </a:r>
              <a:endParaRPr lang="en-US" sz="543"/>
            </a:p>
          </p:txBody>
        </p:sp>
        <p:sp>
          <p:nvSpPr>
            <p:cNvPr id="169" name="Text | S2">
              <a:extLst>
                <a:ext uri="{FF2B5EF4-FFF2-40B4-BE49-F238E27FC236}">
                  <a16:creationId xmlns:a16="http://schemas.microsoft.com/office/drawing/2014/main" id="{162FEA23-701C-EEB4-4F8E-5B5957999A94}"/>
                </a:ext>
              </a:extLst>
            </p:cNvPr>
            <p:cNvSpPr txBox="1"/>
            <p:nvPr/>
          </p:nvSpPr>
          <p:spPr>
            <a:xfrm>
              <a:off x="4573227" y="4851945"/>
              <a:ext cx="113961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S2</a:t>
              </a:r>
              <a:endParaRPr lang="en-US" sz="543"/>
            </a:p>
          </p:txBody>
        </p:sp>
        <p:sp>
          <p:nvSpPr>
            <p:cNvPr id="170" name="Text | S3">
              <a:extLst>
                <a:ext uri="{FF2B5EF4-FFF2-40B4-BE49-F238E27FC236}">
                  <a16:creationId xmlns:a16="http://schemas.microsoft.com/office/drawing/2014/main" id="{6A0C9EF3-78B3-4D7C-D332-10E9223F2A81}"/>
                </a:ext>
              </a:extLst>
            </p:cNvPr>
            <p:cNvSpPr txBox="1"/>
            <p:nvPr/>
          </p:nvSpPr>
          <p:spPr>
            <a:xfrm>
              <a:off x="4681632" y="4851945"/>
              <a:ext cx="113961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S3</a:t>
              </a:r>
              <a:endParaRPr lang="en-US" sz="543"/>
            </a:p>
          </p:txBody>
        </p:sp>
        <p:sp>
          <p:nvSpPr>
            <p:cNvPr id="171" name="Score B1, S1 | illustrative">
              <a:extLst>
                <a:ext uri="{FF2B5EF4-FFF2-40B4-BE49-F238E27FC236}">
                  <a16:creationId xmlns:a16="http://schemas.microsoft.com/office/drawing/2014/main" id="{E3FD0AE0-6C28-4C06-8D43-7278DBAD21EF}"/>
                </a:ext>
              </a:extLst>
            </p:cNvPr>
            <p:cNvSpPr/>
            <p:nvPr/>
          </p:nvSpPr>
          <p:spPr>
            <a:xfrm>
              <a:off x="4467600" y="4950495"/>
              <a:ext cx="102492" cy="102492"/>
            </a:xfrm>
            <a:prstGeom prst="rect">
              <a:avLst/>
            </a:prstGeom>
            <a:solidFill>
              <a:srgbClr val="C5DEDB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" name="Score B1, S2 | illustrative">
              <a:extLst>
                <a:ext uri="{FF2B5EF4-FFF2-40B4-BE49-F238E27FC236}">
                  <a16:creationId xmlns:a16="http://schemas.microsoft.com/office/drawing/2014/main" id="{8A11CCCC-BC6E-01EE-4C5B-12B63C02A6A8}"/>
                </a:ext>
              </a:extLst>
            </p:cNvPr>
            <p:cNvSpPr/>
            <p:nvPr/>
          </p:nvSpPr>
          <p:spPr>
            <a:xfrm>
              <a:off x="4576005" y="4950495"/>
              <a:ext cx="102492" cy="102492"/>
            </a:xfrm>
            <a:prstGeom prst="rect">
              <a:avLst/>
            </a:prstGeom>
            <a:solidFill>
              <a:srgbClr val="3C948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" name="Score B1, S3 | illustrative">
              <a:extLst>
                <a:ext uri="{FF2B5EF4-FFF2-40B4-BE49-F238E27FC236}">
                  <a16:creationId xmlns:a16="http://schemas.microsoft.com/office/drawing/2014/main" id="{8B4BEDD8-5B82-B305-43E3-842CC4FABA60}"/>
                </a:ext>
              </a:extLst>
            </p:cNvPr>
            <p:cNvSpPr/>
            <p:nvPr/>
          </p:nvSpPr>
          <p:spPr>
            <a:xfrm>
              <a:off x="4684410" y="4950495"/>
              <a:ext cx="102492" cy="102492"/>
            </a:xfrm>
            <a:prstGeom prst="rect">
              <a:avLst/>
            </a:prstGeom>
            <a:solidFill>
              <a:srgbClr val="D1E4E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" name="Score B2, S1 | illustrative">
              <a:extLst>
                <a:ext uri="{FF2B5EF4-FFF2-40B4-BE49-F238E27FC236}">
                  <a16:creationId xmlns:a16="http://schemas.microsoft.com/office/drawing/2014/main" id="{9C88501F-D453-76D9-77C0-15A0068757F4}"/>
                </a:ext>
              </a:extLst>
            </p:cNvPr>
            <p:cNvSpPr/>
            <p:nvPr/>
          </p:nvSpPr>
          <p:spPr>
            <a:xfrm>
              <a:off x="4467600" y="5058900"/>
              <a:ext cx="102492" cy="102492"/>
            </a:xfrm>
            <a:prstGeom prst="rect">
              <a:avLst/>
            </a:prstGeom>
            <a:solidFill>
              <a:srgbClr val="CBE1D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" name="Score B2, S2 | illustrative">
              <a:extLst>
                <a:ext uri="{FF2B5EF4-FFF2-40B4-BE49-F238E27FC236}">
                  <a16:creationId xmlns:a16="http://schemas.microsoft.com/office/drawing/2014/main" id="{2D739326-3D4F-47EF-9667-902E21A45BBB}"/>
                </a:ext>
              </a:extLst>
            </p:cNvPr>
            <p:cNvSpPr/>
            <p:nvPr/>
          </p:nvSpPr>
          <p:spPr>
            <a:xfrm>
              <a:off x="4576005" y="5058900"/>
              <a:ext cx="102492" cy="102492"/>
            </a:xfrm>
            <a:prstGeom prst="rect">
              <a:avLst/>
            </a:prstGeom>
            <a:solidFill>
              <a:srgbClr val="509F9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" name="Score B2, S3 | illustrative">
              <a:extLst>
                <a:ext uri="{FF2B5EF4-FFF2-40B4-BE49-F238E27FC236}">
                  <a16:creationId xmlns:a16="http://schemas.microsoft.com/office/drawing/2014/main" id="{E0374651-2E47-82EC-8CFD-76B49AC2EE31}"/>
                </a:ext>
              </a:extLst>
            </p:cNvPr>
            <p:cNvSpPr/>
            <p:nvPr/>
          </p:nvSpPr>
          <p:spPr>
            <a:xfrm>
              <a:off x="4684410" y="5058900"/>
              <a:ext cx="102492" cy="102492"/>
            </a:xfrm>
            <a:prstGeom prst="rect">
              <a:avLst/>
            </a:prstGeom>
            <a:solidFill>
              <a:srgbClr val="B5D5D1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" name="Score B3, S1 | illustrative">
              <a:extLst>
                <a:ext uri="{FF2B5EF4-FFF2-40B4-BE49-F238E27FC236}">
                  <a16:creationId xmlns:a16="http://schemas.microsoft.com/office/drawing/2014/main" id="{EFEE3B86-1CD6-2F4E-ED6C-CF92765A31A7}"/>
                </a:ext>
              </a:extLst>
            </p:cNvPr>
            <p:cNvSpPr/>
            <p:nvPr/>
          </p:nvSpPr>
          <p:spPr>
            <a:xfrm>
              <a:off x="4467600" y="5167305"/>
              <a:ext cx="102492" cy="102492"/>
            </a:xfrm>
            <a:prstGeom prst="rect">
              <a:avLst/>
            </a:prstGeom>
            <a:solidFill>
              <a:srgbClr val="54A195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" name="Score B3, S2 | illustrative">
              <a:extLst>
                <a:ext uri="{FF2B5EF4-FFF2-40B4-BE49-F238E27FC236}">
                  <a16:creationId xmlns:a16="http://schemas.microsoft.com/office/drawing/2014/main" id="{B01C1765-F164-50D9-4E98-A455B24094A2}"/>
                </a:ext>
              </a:extLst>
            </p:cNvPr>
            <p:cNvSpPr/>
            <p:nvPr/>
          </p:nvSpPr>
          <p:spPr>
            <a:xfrm>
              <a:off x="4576005" y="5167305"/>
              <a:ext cx="102492" cy="102492"/>
            </a:xfrm>
            <a:prstGeom prst="rect">
              <a:avLst/>
            </a:prstGeom>
            <a:solidFill>
              <a:srgbClr val="BFDBD8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" name="Score B3, S3 | illustrative">
              <a:extLst>
                <a:ext uri="{FF2B5EF4-FFF2-40B4-BE49-F238E27FC236}">
                  <a16:creationId xmlns:a16="http://schemas.microsoft.com/office/drawing/2014/main" id="{41350941-7FCC-E343-6B94-7060E0CA8248}"/>
                </a:ext>
              </a:extLst>
            </p:cNvPr>
            <p:cNvSpPr/>
            <p:nvPr/>
          </p:nvSpPr>
          <p:spPr>
            <a:xfrm>
              <a:off x="4684410" y="5167305"/>
              <a:ext cx="102492" cy="102492"/>
            </a:xfrm>
            <a:prstGeom prst="rect">
              <a:avLst/>
            </a:prstGeom>
            <a:solidFill>
              <a:srgbClr val="CDE2E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93" name="Text | J × K">
            <a:extLst>
              <a:ext uri="{FF2B5EF4-FFF2-40B4-BE49-F238E27FC236}">
                <a16:creationId xmlns:a16="http://schemas.microsoft.com/office/drawing/2014/main" id="{EEA7162B-1977-FD41-0F69-0331B88066E6}"/>
              </a:ext>
            </a:extLst>
          </p:cNvPr>
          <p:cNvSpPr txBox="1"/>
          <p:nvPr/>
        </p:nvSpPr>
        <p:spPr>
          <a:xfrm>
            <a:off x="4399937" y="4603277"/>
            <a:ext cx="209609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J × K</a:t>
            </a:r>
            <a:endParaRPr lang="en-US" sz="595"/>
          </a:p>
        </p:txBody>
      </p:sp>
      <p:sp>
        <p:nvSpPr>
          <p:cNvPr id="95" name="Text | FG">
            <a:extLst>
              <a:ext uri="{FF2B5EF4-FFF2-40B4-BE49-F238E27FC236}">
                <a16:creationId xmlns:a16="http://schemas.microsoft.com/office/drawing/2014/main" id="{C4C10E20-D9DD-8852-B294-D23E4997E355}"/>
              </a:ext>
            </a:extLst>
          </p:cNvPr>
          <p:cNvSpPr txBox="1"/>
          <p:nvPr/>
        </p:nvSpPr>
        <p:spPr>
          <a:xfrm>
            <a:off x="1524019" y="4872708"/>
            <a:ext cx="140072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595" dirty="0"/>
          </a:p>
        </p:txBody>
      </p:sp>
      <p:grpSp>
        <p:nvGrpSpPr>
          <p:cNvPr id="100" name="Arrow | hvox → film_base | editable route">
            <a:extLst>
              <a:ext uri="{FF2B5EF4-FFF2-40B4-BE49-F238E27FC236}">
                <a16:creationId xmlns:a16="http://schemas.microsoft.com/office/drawing/2014/main" id="{85E4FD10-15F4-1599-B296-C24B6404F862}"/>
              </a:ext>
            </a:extLst>
          </p:cNvPr>
          <p:cNvGrpSpPr/>
          <p:nvPr/>
        </p:nvGrpSpPr>
        <p:grpSpPr>
          <a:xfrm>
            <a:off x="2362786" y="2592812"/>
            <a:ext cx="293400" cy="1340280"/>
            <a:chOff x="2795400" y="3051720"/>
            <a:chExt cx="293400" cy="1340280"/>
          </a:xfrm>
        </p:grpSpPr>
        <p:sp>
          <p:nvSpPr>
            <p:cNvPr id="161" name="Arrow | hvox → film_base">
              <a:extLst>
                <a:ext uri="{FF2B5EF4-FFF2-40B4-BE49-F238E27FC236}">
                  <a16:creationId xmlns:a16="http://schemas.microsoft.com/office/drawing/2014/main" id="{902A44FD-BDAC-3F15-E888-02018090D03D}"/>
                </a:ext>
              </a:extLst>
            </p:cNvPr>
            <p:cNvSpPr/>
            <p:nvPr/>
          </p:nvSpPr>
          <p:spPr>
            <a:xfrm>
              <a:off x="2795400" y="3051720"/>
              <a:ext cx="293400" cy="1314360"/>
            </a:xfrm>
            <a:custGeom>
              <a:avLst/>
              <a:gdLst/>
              <a:ahLst/>
              <a:cxnLst/>
              <a:rect l="0" t="0" r="r" b="b"/>
              <a:pathLst>
                <a:path w="293400" h="1314360" fill="none">
                  <a:moveTo>
                    <a:pt x="0" y="0"/>
                  </a:moveTo>
                  <a:lnTo>
                    <a:pt x="293400" y="0"/>
                  </a:lnTo>
                  <a:lnTo>
                    <a:pt x="293400" y="1282680"/>
                  </a:lnTo>
                  <a:lnTo>
                    <a:pt x="42840" y="1282680"/>
                  </a:lnTo>
                  <a:lnTo>
                    <a:pt x="42840" y="1314360"/>
                  </a:lnTo>
                </a:path>
              </a:pathLst>
            </a:custGeom>
            <a:ln w="5760" cap="flat">
              <a:solidFill>
                <a:srgbClr val="438FC1"/>
              </a:solidFill>
              <a:miter lim="800000"/>
            </a:ln>
          </p:spPr>
        </p:sp>
        <p:sp>
          <p:nvSpPr>
            <p:cNvPr id="162" name="Arrow | hvox → film_base | arrowhead">
              <a:extLst>
                <a:ext uri="{FF2B5EF4-FFF2-40B4-BE49-F238E27FC236}">
                  <a16:creationId xmlns:a16="http://schemas.microsoft.com/office/drawing/2014/main" id="{B4983AA3-8308-C235-DF07-849A2A0C69C8}"/>
                </a:ext>
              </a:extLst>
            </p:cNvPr>
            <p:cNvSpPr/>
            <p:nvPr/>
          </p:nvSpPr>
          <p:spPr>
            <a:xfrm>
              <a:off x="2828160" y="436608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grpSp>
        <p:nvGrpSpPr>
          <p:cNvPr id="101" name="Arrow | hvox → attention_Q | editable route">
            <a:extLst>
              <a:ext uri="{FF2B5EF4-FFF2-40B4-BE49-F238E27FC236}">
                <a16:creationId xmlns:a16="http://schemas.microsoft.com/office/drawing/2014/main" id="{11BCBABB-7C7F-30B7-6E8D-4767C6D2FC14}"/>
              </a:ext>
            </a:extLst>
          </p:cNvPr>
          <p:cNvGrpSpPr/>
          <p:nvPr/>
        </p:nvGrpSpPr>
        <p:grpSpPr>
          <a:xfrm>
            <a:off x="2278906" y="2615852"/>
            <a:ext cx="204480" cy="1038240"/>
            <a:chOff x="2711520" y="3074760"/>
            <a:chExt cx="204480" cy="1038240"/>
          </a:xfrm>
        </p:grpSpPr>
        <p:sp>
          <p:nvSpPr>
            <p:cNvPr id="159" name="Arrow | hvox → attention_Q">
              <a:extLst>
                <a:ext uri="{FF2B5EF4-FFF2-40B4-BE49-F238E27FC236}">
                  <a16:creationId xmlns:a16="http://schemas.microsoft.com/office/drawing/2014/main" id="{BFB44A52-6616-8DEC-9F92-90F1D34A0AFB}"/>
                </a:ext>
              </a:extLst>
            </p:cNvPr>
            <p:cNvSpPr/>
            <p:nvPr/>
          </p:nvSpPr>
          <p:spPr>
            <a:xfrm>
              <a:off x="2737440" y="3074760"/>
              <a:ext cx="178560" cy="1028160"/>
            </a:xfrm>
            <a:custGeom>
              <a:avLst/>
              <a:gdLst/>
              <a:ahLst/>
              <a:cxnLst/>
              <a:rect l="0" t="0" r="r" b="b"/>
              <a:pathLst>
                <a:path w="178560" h="1028160" fill="none">
                  <a:moveTo>
                    <a:pt x="57960" y="0"/>
                  </a:moveTo>
                  <a:lnTo>
                    <a:pt x="178560" y="0"/>
                  </a:lnTo>
                  <a:lnTo>
                    <a:pt x="178560" y="1028160"/>
                  </a:lnTo>
                  <a:lnTo>
                    <a:pt x="0" y="1028160"/>
                  </a:lnTo>
                </a:path>
              </a:pathLst>
            </a:custGeom>
            <a:ln w="5760" cap="flat">
              <a:solidFill>
                <a:srgbClr val="438FC1"/>
              </a:solidFill>
              <a:miter lim="800000"/>
            </a:ln>
          </p:spPr>
        </p:sp>
        <p:sp>
          <p:nvSpPr>
            <p:cNvPr id="160" name="Arrow | hvox → attention_Q | arrowhead">
              <a:extLst>
                <a:ext uri="{FF2B5EF4-FFF2-40B4-BE49-F238E27FC236}">
                  <a16:creationId xmlns:a16="http://schemas.microsoft.com/office/drawing/2014/main" id="{9167376C-7F67-16FF-AC42-83F7B2524FDB}"/>
                </a:ext>
              </a:extLst>
            </p:cNvPr>
            <p:cNvSpPr/>
            <p:nvPr/>
          </p:nvSpPr>
          <p:spPr>
            <a:xfrm>
              <a:off x="2711520" y="409284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0" y="10080"/>
                  </a:moveTo>
                  <a:lnTo>
                    <a:pt x="25920" y="0"/>
                  </a:lnTo>
                  <a:lnTo>
                    <a:pt x="25920" y="2016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sp>
        <p:nvSpPr>
          <p:cNvPr id="102" name="AUX features per type | pocket input">
            <a:extLst>
              <a:ext uri="{FF2B5EF4-FFF2-40B4-BE49-F238E27FC236}">
                <a16:creationId xmlns:a16="http://schemas.microsoft.com/office/drawing/2014/main" id="{1AFE1A9A-23BA-C1F0-F684-41A4D9FD4627}"/>
              </a:ext>
            </a:extLst>
          </p:cNvPr>
          <p:cNvSpPr/>
          <p:nvPr/>
        </p:nvSpPr>
        <p:spPr>
          <a:xfrm>
            <a:off x="1016026" y="3440252"/>
            <a:ext cx="36" cy="48240"/>
          </a:xfrm>
          <a:custGeom>
            <a:avLst/>
            <a:gdLst/>
            <a:ahLst/>
            <a:cxnLst/>
            <a:rect l="0" t="0" r="r" b="b"/>
            <a:pathLst>
              <a:path w="36" h="48240" fill="none">
                <a:moveTo>
                  <a:pt x="0" y="0"/>
                </a:moveTo>
                <a:lnTo>
                  <a:pt x="0" y="48240"/>
                </a:lnTo>
              </a:path>
            </a:pathLst>
          </a:custGeom>
          <a:ln w="5760" cap="flat">
            <a:solidFill>
              <a:srgbClr val="398D80"/>
            </a:solidFill>
            <a:miter lim="800000"/>
          </a:ln>
        </p:spPr>
      </p:sp>
      <p:sp>
        <p:nvSpPr>
          <p:cNvPr id="103" name="AUX features per type | local cues input">
            <a:extLst>
              <a:ext uri="{FF2B5EF4-FFF2-40B4-BE49-F238E27FC236}">
                <a16:creationId xmlns:a16="http://schemas.microsoft.com/office/drawing/2014/main" id="{02935329-2AEA-BC8F-1371-46C5ABAC0571}"/>
              </a:ext>
            </a:extLst>
          </p:cNvPr>
          <p:cNvSpPr/>
          <p:nvPr/>
        </p:nvSpPr>
        <p:spPr>
          <a:xfrm>
            <a:off x="1814146" y="3440252"/>
            <a:ext cx="36" cy="48240"/>
          </a:xfrm>
          <a:custGeom>
            <a:avLst/>
            <a:gdLst/>
            <a:ahLst/>
            <a:cxnLst/>
            <a:rect l="0" t="0" r="r" b="b"/>
            <a:pathLst>
              <a:path w="36" h="48240" fill="none">
                <a:moveTo>
                  <a:pt x="0" y="0"/>
                </a:moveTo>
                <a:lnTo>
                  <a:pt x="0" y="48240"/>
                </a:lnTo>
              </a:path>
            </a:pathLst>
          </a:custGeom>
          <a:ln w="5760" cap="flat">
            <a:solidFill>
              <a:srgbClr val="398D80"/>
            </a:solidFill>
            <a:miter lim="800000"/>
          </a:ln>
        </p:spPr>
      </p:sp>
      <p:sp>
        <p:nvSpPr>
          <p:cNvPr id="104" name="AUX features per type | distribution">
            <a:extLst>
              <a:ext uri="{FF2B5EF4-FFF2-40B4-BE49-F238E27FC236}">
                <a16:creationId xmlns:a16="http://schemas.microsoft.com/office/drawing/2014/main" id="{8166E32E-5F93-A92C-1F67-C267EEB39FA9}"/>
              </a:ext>
            </a:extLst>
          </p:cNvPr>
          <p:cNvSpPr/>
          <p:nvPr/>
        </p:nvSpPr>
        <p:spPr>
          <a:xfrm>
            <a:off x="1016026" y="3488492"/>
            <a:ext cx="1008360" cy="36"/>
          </a:xfrm>
          <a:custGeom>
            <a:avLst/>
            <a:gdLst/>
            <a:ahLst/>
            <a:cxnLst/>
            <a:rect l="0" t="0" r="r" b="b"/>
            <a:pathLst>
              <a:path w="1008360" h="36" fill="none">
                <a:moveTo>
                  <a:pt x="0" y="0"/>
                </a:moveTo>
                <a:lnTo>
                  <a:pt x="1008360" y="0"/>
                </a:lnTo>
              </a:path>
            </a:pathLst>
          </a:custGeom>
          <a:ln w="5760" cap="flat">
            <a:solidFill>
              <a:srgbClr val="398D80"/>
            </a:solidFill>
            <a:miter lim="800000"/>
          </a:ln>
        </p:spPr>
      </p:sp>
      <p:grpSp>
        <p:nvGrpSpPr>
          <p:cNvPr id="105" name="AUX features per type | pooling | editable route">
            <a:extLst>
              <a:ext uri="{FF2B5EF4-FFF2-40B4-BE49-F238E27FC236}">
                <a16:creationId xmlns:a16="http://schemas.microsoft.com/office/drawing/2014/main" id="{020EBE89-557E-8982-F7BC-6888F4970FC6}"/>
              </a:ext>
            </a:extLst>
          </p:cNvPr>
          <p:cNvGrpSpPr/>
          <p:nvPr/>
        </p:nvGrpSpPr>
        <p:grpSpPr>
          <a:xfrm>
            <a:off x="1245706" y="3488492"/>
            <a:ext cx="20160" cy="75240"/>
            <a:chOff x="1678320" y="3947400"/>
            <a:chExt cx="20160" cy="75240"/>
          </a:xfrm>
        </p:grpSpPr>
        <p:sp>
          <p:nvSpPr>
            <p:cNvPr id="157" name="AUX features per type | pooling">
              <a:extLst>
                <a:ext uri="{FF2B5EF4-FFF2-40B4-BE49-F238E27FC236}">
                  <a16:creationId xmlns:a16="http://schemas.microsoft.com/office/drawing/2014/main" id="{019D02DA-EE8B-B52D-0B34-A5226B5DD3FB}"/>
                </a:ext>
              </a:extLst>
            </p:cNvPr>
            <p:cNvSpPr/>
            <p:nvPr/>
          </p:nvSpPr>
          <p:spPr>
            <a:xfrm>
              <a:off x="1688400" y="3947400"/>
              <a:ext cx="36" cy="49320"/>
            </a:xfrm>
            <a:custGeom>
              <a:avLst/>
              <a:gdLst/>
              <a:ahLst/>
              <a:cxnLst/>
              <a:rect l="0" t="0" r="r" b="b"/>
              <a:pathLst>
                <a:path w="36" h="49320" fill="none">
                  <a:moveTo>
                    <a:pt x="0" y="0"/>
                  </a:moveTo>
                  <a:lnTo>
                    <a:pt x="0" y="4932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58" name="AUX features per type | pooling | arrowhead">
              <a:extLst>
                <a:ext uri="{FF2B5EF4-FFF2-40B4-BE49-F238E27FC236}">
                  <a16:creationId xmlns:a16="http://schemas.microsoft.com/office/drawing/2014/main" id="{11155214-2C24-5068-7BCA-A2806D64497F}"/>
                </a:ext>
              </a:extLst>
            </p:cNvPr>
            <p:cNvSpPr/>
            <p:nvPr/>
          </p:nvSpPr>
          <p:spPr>
            <a:xfrm>
              <a:off x="1678320" y="399672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06" name="AUX features per type | attention KV | editable route">
            <a:extLst>
              <a:ext uri="{FF2B5EF4-FFF2-40B4-BE49-F238E27FC236}">
                <a16:creationId xmlns:a16="http://schemas.microsoft.com/office/drawing/2014/main" id="{28DAEA33-85EB-4071-B8C0-0BB39880E16B}"/>
              </a:ext>
            </a:extLst>
          </p:cNvPr>
          <p:cNvGrpSpPr/>
          <p:nvPr/>
        </p:nvGrpSpPr>
        <p:grpSpPr>
          <a:xfrm>
            <a:off x="2014306" y="3488492"/>
            <a:ext cx="20160" cy="75240"/>
            <a:chOff x="2446920" y="3947400"/>
            <a:chExt cx="20160" cy="75240"/>
          </a:xfrm>
        </p:grpSpPr>
        <p:sp>
          <p:nvSpPr>
            <p:cNvPr id="155" name="AUX features per type | attention KV">
              <a:extLst>
                <a:ext uri="{FF2B5EF4-FFF2-40B4-BE49-F238E27FC236}">
                  <a16:creationId xmlns:a16="http://schemas.microsoft.com/office/drawing/2014/main" id="{E48DB947-2755-D1DE-2B64-1D43B068279B}"/>
                </a:ext>
              </a:extLst>
            </p:cNvPr>
            <p:cNvSpPr/>
            <p:nvPr/>
          </p:nvSpPr>
          <p:spPr>
            <a:xfrm>
              <a:off x="2457000" y="3947400"/>
              <a:ext cx="36" cy="49320"/>
            </a:xfrm>
            <a:custGeom>
              <a:avLst/>
              <a:gdLst/>
              <a:ahLst/>
              <a:cxnLst/>
              <a:rect l="0" t="0" r="r" b="b"/>
              <a:pathLst>
                <a:path w="36" h="49320" fill="none">
                  <a:moveTo>
                    <a:pt x="0" y="0"/>
                  </a:moveTo>
                  <a:lnTo>
                    <a:pt x="0" y="4932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56" name="AUX features per type | attention KV | arrowhead">
              <a:extLst>
                <a:ext uri="{FF2B5EF4-FFF2-40B4-BE49-F238E27FC236}">
                  <a16:creationId xmlns:a16="http://schemas.microsoft.com/office/drawing/2014/main" id="{DFB85D3A-317E-F6CF-73FF-6ECEFF840285}"/>
                </a:ext>
              </a:extLst>
            </p:cNvPr>
            <p:cNvSpPr/>
            <p:nvPr/>
          </p:nvSpPr>
          <p:spPr>
            <a:xfrm>
              <a:off x="2446920" y="399672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07" name="Arrow | pool_summary → conditioning_concat | editable route">
            <a:extLst>
              <a:ext uri="{FF2B5EF4-FFF2-40B4-BE49-F238E27FC236}">
                <a16:creationId xmlns:a16="http://schemas.microsoft.com/office/drawing/2014/main" id="{2AF9BA35-5AAB-7A7E-CDD9-150B1E6D8F7E}"/>
              </a:ext>
            </a:extLst>
          </p:cNvPr>
          <p:cNvGrpSpPr/>
          <p:nvPr/>
        </p:nvGrpSpPr>
        <p:grpSpPr>
          <a:xfrm>
            <a:off x="1255786" y="3724652"/>
            <a:ext cx="197280" cy="326880"/>
            <a:chOff x="1688400" y="4183560"/>
            <a:chExt cx="197280" cy="326880"/>
          </a:xfrm>
        </p:grpSpPr>
        <p:sp>
          <p:nvSpPr>
            <p:cNvPr id="153" name="Arrow | pool_summary → conditioning_concat">
              <a:extLst>
                <a:ext uri="{FF2B5EF4-FFF2-40B4-BE49-F238E27FC236}">
                  <a16:creationId xmlns:a16="http://schemas.microsoft.com/office/drawing/2014/main" id="{53324613-4148-8DAC-B23C-676D3037FF62}"/>
                </a:ext>
              </a:extLst>
            </p:cNvPr>
            <p:cNvSpPr/>
            <p:nvPr/>
          </p:nvSpPr>
          <p:spPr>
            <a:xfrm>
              <a:off x="1688400" y="4183560"/>
              <a:ext cx="171360" cy="316800"/>
            </a:xfrm>
            <a:custGeom>
              <a:avLst/>
              <a:gdLst/>
              <a:ahLst/>
              <a:cxnLst/>
              <a:rect l="0" t="0" r="r" b="b"/>
              <a:pathLst>
                <a:path w="171360" h="316800" fill="none">
                  <a:moveTo>
                    <a:pt x="0" y="0"/>
                  </a:moveTo>
                  <a:lnTo>
                    <a:pt x="0" y="316800"/>
                  </a:lnTo>
                  <a:lnTo>
                    <a:pt x="171360" y="31680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54" name="Arrow | pool_summary → conditioning_concat | arrowhead">
              <a:extLst>
                <a:ext uri="{FF2B5EF4-FFF2-40B4-BE49-F238E27FC236}">
                  <a16:creationId xmlns:a16="http://schemas.microsoft.com/office/drawing/2014/main" id="{7D1D4F2D-8565-AB9F-7392-5640AECEE792}"/>
                </a:ext>
              </a:extLst>
            </p:cNvPr>
            <p:cNvSpPr/>
            <p:nvPr/>
          </p:nvSpPr>
          <p:spPr>
            <a:xfrm>
              <a:off x="185976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08" name="Arrow | attention_summary → conditioning_concat | editable route">
            <a:extLst>
              <a:ext uri="{FF2B5EF4-FFF2-40B4-BE49-F238E27FC236}">
                <a16:creationId xmlns:a16="http://schemas.microsoft.com/office/drawing/2014/main" id="{DA107141-AB64-3588-F3A3-E0705F1396C7}"/>
              </a:ext>
            </a:extLst>
          </p:cNvPr>
          <p:cNvGrpSpPr/>
          <p:nvPr/>
        </p:nvGrpSpPr>
        <p:grpSpPr>
          <a:xfrm>
            <a:off x="1498786" y="3724652"/>
            <a:ext cx="525600" cy="261000"/>
            <a:chOff x="1931400" y="4183560"/>
            <a:chExt cx="525600" cy="261000"/>
          </a:xfrm>
        </p:grpSpPr>
        <p:sp>
          <p:nvSpPr>
            <p:cNvPr id="151" name="Arrow | attention_summary → conditioning_concat">
              <a:extLst>
                <a:ext uri="{FF2B5EF4-FFF2-40B4-BE49-F238E27FC236}">
                  <a16:creationId xmlns:a16="http://schemas.microsoft.com/office/drawing/2014/main" id="{EE646C9B-E9C0-2F39-D66E-CBB8DFAD47F6}"/>
                </a:ext>
              </a:extLst>
            </p:cNvPr>
            <p:cNvSpPr/>
            <p:nvPr/>
          </p:nvSpPr>
          <p:spPr>
            <a:xfrm>
              <a:off x="1941480" y="4183560"/>
              <a:ext cx="515520" cy="235080"/>
            </a:xfrm>
            <a:custGeom>
              <a:avLst/>
              <a:gdLst/>
              <a:ahLst/>
              <a:cxnLst/>
              <a:rect l="0" t="0" r="r" b="b"/>
              <a:pathLst>
                <a:path w="515520" h="235080" fill="none">
                  <a:moveTo>
                    <a:pt x="515520" y="0"/>
                  </a:moveTo>
                  <a:lnTo>
                    <a:pt x="515520" y="114840"/>
                  </a:lnTo>
                  <a:lnTo>
                    <a:pt x="0" y="114840"/>
                  </a:lnTo>
                  <a:lnTo>
                    <a:pt x="0" y="23508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52" name="Arrow | attention_summary → conditioning_concat | arrowhead">
              <a:extLst>
                <a:ext uri="{FF2B5EF4-FFF2-40B4-BE49-F238E27FC236}">
                  <a16:creationId xmlns:a16="http://schemas.microsoft.com/office/drawing/2014/main" id="{73EF9C49-EA66-F445-CDFD-E76D3B865BA4}"/>
                </a:ext>
              </a:extLst>
            </p:cNvPr>
            <p:cNvSpPr/>
            <p:nvPr/>
          </p:nvSpPr>
          <p:spPr>
            <a:xfrm>
              <a:off x="1931400" y="44186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09" name="Arrow | conditioning_concat → conditioning_mlp | editable route">
            <a:extLst>
              <a:ext uri="{FF2B5EF4-FFF2-40B4-BE49-F238E27FC236}">
                <a16:creationId xmlns:a16="http://schemas.microsoft.com/office/drawing/2014/main" id="{97C9CD0E-9E69-360A-C42A-6E95FA7510B6}"/>
              </a:ext>
            </a:extLst>
          </p:cNvPr>
          <p:cNvGrpSpPr/>
          <p:nvPr/>
        </p:nvGrpSpPr>
        <p:grpSpPr>
          <a:xfrm>
            <a:off x="1564666" y="4031372"/>
            <a:ext cx="172440" cy="20160"/>
            <a:chOff x="1997280" y="4490280"/>
            <a:chExt cx="172440" cy="20160"/>
          </a:xfrm>
        </p:grpSpPr>
        <p:sp>
          <p:nvSpPr>
            <p:cNvPr id="149" name="Arrow | conditioning_concat → conditioning_mlp">
              <a:extLst>
                <a:ext uri="{FF2B5EF4-FFF2-40B4-BE49-F238E27FC236}">
                  <a16:creationId xmlns:a16="http://schemas.microsoft.com/office/drawing/2014/main" id="{CE792A7E-E84C-3B35-679D-D0CA9949EC39}"/>
                </a:ext>
              </a:extLst>
            </p:cNvPr>
            <p:cNvSpPr/>
            <p:nvPr/>
          </p:nvSpPr>
          <p:spPr>
            <a:xfrm>
              <a:off x="1997280" y="4500360"/>
              <a:ext cx="146520" cy="36"/>
            </a:xfrm>
            <a:custGeom>
              <a:avLst/>
              <a:gdLst/>
              <a:ahLst/>
              <a:cxnLst/>
              <a:rect l="0" t="0" r="r" b="b"/>
              <a:pathLst>
                <a:path w="146520" h="36" fill="none">
                  <a:moveTo>
                    <a:pt x="0" y="0"/>
                  </a:moveTo>
                  <a:lnTo>
                    <a:pt x="14652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50" name="Arrow | conditioning_concat → conditioning_mlp | arrowhead">
              <a:extLst>
                <a:ext uri="{FF2B5EF4-FFF2-40B4-BE49-F238E27FC236}">
                  <a16:creationId xmlns:a16="http://schemas.microsoft.com/office/drawing/2014/main" id="{E6B15189-86DD-C1E4-91C7-A4C750FDE1EE}"/>
                </a:ext>
              </a:extLst>
            </p:cNvPr>
            <p:cNvSpPr/>
            <p:nvPr/>
          </p:nvSpPr>
          <p:spPr>
            <a:xfrm>
              <a:off x="214380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0" name="Arrow | conditioning_mlp → film_condition | editable route">
            <a:extLst>
              <a:ext uri="{FF2B5EF4-FFF2-40B4-BE49-F238E27FC236}">
                <a16:creationId xmlns:a16="http://schemas.microsoft.com/office/drawing/2014/main" id="{8B1F6913-E05E-B1FA-4CC6-5B4DB8474F4D}"/>
              </a:ext>
            </a:extLst>
          </p:cNvPr>
          <p:cNvGrpSpPr/>
          <p:nvPr/>
        </p:nvGrpSpPr>
        <p:grpSpPr>
          <a:xfrm>
            <a:off x="2042746" y="4031372"/>
            <a:ext cx="254520" cy="20160"/>
            <a:chOff x="2475360" y="4490280"/>
            <a:chExt cx="254520" cy="20160"/>
          </a:xfrm>
        </p:grpSpPr>
        <p:sp>
          <p:nvSpPr>
            <p:cNvPr id="147" name="Arrow | conditioning_mlp → film_condition">
              <a:extLst>
                <a:ext uri="{FF2B5EF4-FFF2-40B4-BE49-F238E27FC236}">
                  <a16:creationId xmlns:a16="http://schemas.microsoft.com/office/drawing/2014/main" id="{EC434364-5E39-CDA3-1551-91269180D7D7}"/>
                </a:ext>
              </a:extLst>
            </p:cNvPr>
            <p:cNvSpPr/>
            <p:nvPr/>
          </p:nvSpPr>
          <p:spPr>
            <a:xfrm>
              <a:off x="2475360" y="4500360"/>
              <a:ext cx="228600" cy="36"/>
            </a:xfrm>
            <a:custGeom>
              <a:avLst/>
              <a:gdLst/>
              <a:ahLst/>
              <a:cxnLst/>
              <a:rect l="0" t="0" r="r" b="b"/>
              <a:pathLst>
                <a:path w="228600" h="36" fill="none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48" name="Arrow | conditioning_mlp → film_condition | arrowhead">
              <a:extLst>
                <a:ext uri="{FF2B5EF4-FFF2-40B4-BE49-F238E27FC236}">
                  <a16:creationId xmlns:a16="http://schemas.microsoft.com/office/drawing/2014/main" id="{EA77CAF5-386E-0EF5-7264-300F84DA0F6F}"/>
                </a:ext>
              </a:extLst>
            </p:cNvPr>
            <p:cNvSpPr/>
            <p:nvPr/>
          </p:nvSpPr>
          <p:spPr>
            <a:xfrm>
              <a:off x="270396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1" name="Arrow | film → candidate_repr | editable route">
            <a:extLst>
              <a:ext uri="{FF2B5EF4-FFF2-40B4-BE49-F238E27FC236}">
                <a16:creationId xmlns:a16="http://schemas.microsoft.com/office/drawing/2014/main" id="{CEA81227-58EE-9311-5A26-54B0CC3D89CA}"/>
              </a:ext>
            </a:extLst>
          </p:cNvPr>
          <p:cNvGrpSpPr/>
          <p:nvPr/>
        </p:nvGrpSpPr>
        <p:grpSpPr>
          <a:xfrm>
            <a:off x="2395546" y="4149812"/>
            <a:ext cx="20160" cy="138240"/>
            <a:chOff x="2828160" y="4608720"/>
            <a:chExt cx="20160" cy="138240"/>
          </a:xfrm>
        </p:grpSpPr>
        <p:sp>
          <p:nvSpPr>
            <p:cNvPr id="145" name="Arrow | film → candidate_repr">
              <a:extLst>
                <a:ext uri="{FF2B5EF4-FFF2-40B4-BE49-F238E27FC236}">
                  <a16:creationId xmlns:a16="http://schemas.microsoft.com/office/drawing/2014/main" id="{E33E50CD-CD2D-3158-4CDC-D81912EFDD97}"/>
                </a:ext>
              </a:extLst>
            </p:cNvPr>
            <p:cNvSpPr/>
            <p:nvPr/>
          </p:nvSpPr>
          <p:spPr>
            <a:xfrm>
              <a:off x="2838240" y="4608720"/>
              <a:ext cx="36" cy="112320"/>
            </a:xfrm>
            <a:custGeom>
              <a:avLst/>
              <a:gdLst/>
              <a:ahLst/>
              <a:cxnLst/>
              <a:rect l="0" t="0" r="r" b="b"/>
              <a:pathLst>
                <a:path w="36" h="112320" fill="none">
                  <a:moveTo>
                    <a:pt x="0" y="0"/>
                  </a:moveTo>
                  <a:lnTo>
                    <a:pt x="0" y="11232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46" name="Arrow | film → candidate_repr | arrowhead">
              <a:extLst>
                <a:ext uri="{FF2B5EF4-FFF2-40B4-BE49-F238E27FC236}">
                  <a16:creationId xmlns:a16="http://schemas.microsoft.com/office/drawing/2014/main" id="{D63F511F-0880-03F4-C460-0177930F0B89}"/>
                </a:ext>
              </a:extLst>
            </p:cNvPr>
            <p:cNvSpPr/>
            <p:nvPr/>
          </p:nvSpPr>
          <p:spPr>
            <a:xfrm>
              <a:off x="2828160" y="47210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2" name="Arrow | smiles → own_graph | editable route">
            <a:extLst>
              <a:ext uri="{FF2B5EF4-FFF2-40B4-BE49-F238E27FC236}">
                <a16:creationId xmlns:a16="http://schemas.microsoft.com/office/drawing/2014/main" id="{F38A4311-B1E4-B816-F2A6-28EAC84B8A18}"/>
              </a:ext>
            </a:extLst>
          </p:cNvPr>
          <p:cNvGrpSpPr/>
          <p:nvPr/>
        </p:nvGrpSpPr>
        <p:grpSpPr>
          <a:xfrm>
            <a:off x="2915386" y="2569772"/>
            <a:ext cx="528120" cy="693360"/>
            <a:chOff x="3348000" y="3028680"/>
            <a:chExt cx="528120" cy="693360"/>
          </a:xfrm>
        </p:grpSpPr>
        <p:sp>
          <p:nvSpPr>
            <p:cNvPr id="143" name="Arrow | smiles → own_graph">
              <a:extLst>
                <a:ext uri="{FF2B5EF4-FFF2-40B4-BE49-F238E27FC236}">
                  <a16:creationId xmlns:a16="http://schemas.microsoft.com/office/drawing/2014/main" id="{4F0F7D1B-D9D6-B3C1-ECC8-AFBD791C677D}"/>
                </a:ext>
              </a:extLst>
            </p:cNvPr>
            <p:cNvSpPr/>
            <p:nvPr/>
          </p:nvSpPr>
          <p:spPr>
            <a:xfrm>
              <a:off x="3348000" y="3028680"/>
              <a:ext cx="528120" cy="667440"/>
            </a:xfrm>
            <a:custGeom>
              <a:avLst/>
              <a:gdLst/>
              <a:ahLst/>
              <a:cxnLst/>
              <a:rect l="0" t="0" r="r" b="b"/>
              <a:pathLst>
                <a:path w="528120" h="667440" fill="none">
                  <a:moveTo>
                    <a:pt x="528120" y="0"/>
                  </a:moveTo>
                  <a:lnTo>
                    <a:pt x="446400" y="0"/>
                  </a:lnTo>
                  <a:lnTo>
                    <a:pt x="446400" y="142920"/>
                  </a:lnTo>
                  <a:lnTo>
                    <a:pt x="0" y="142920"/>
                  </a:lnTo>
                  <a:lnTo>
                    <a:pt x="0" y="636120"/>
                  </a:lnTo>
                  <a:lnTo>
                    <a:pt x="96840" y="636120"/>
                  </a:lnTo>
                  <a:lnTo>
                    <a:pt x="96840" y="66744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44" name="Arrow | smiles → own_graph | arrowhead">
              <a:extLst>
                <a:ext uri="{FF2B5EF4-FFF2-40B4-BE49-F238E27FC236}">
                  <a16:creationId xmlns:a16="http://schemas.microsoft.com/office/drawing/2014/main" id="{C64A84E5-84F4-5357-5D3B-288871E8C1E0}"/>
                </a:ext>
              </a:extLst>
            </p:cNvPr>
            <p:cNvSpPr/>
            <p:nvPr/>
          </p:nvSpPr>
          <p:spPr>
            <a:xfrm>
              <a:off x="3434760" y="369612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3" name="Arrow | own_graph → graph_attention_KV | editable route">
            <a:extLst>
              <a:ext uri="{FF2B5EF4-FFF2-40B4-BE49-F238E27FC236}">
                <a16:creationId xmlns:a16="http://schemas.microsoft.com/office/drawing/2014/main" id="{DC17554A-4F09-CAE5-044A-BEAD31EF7522}"/>
              </a:ext>
            </a:extLst>
          </p:cNvPr>
          <p:cNvGrpSpPr/>
          <p:nvPr/>
        </p:nvGrpSpPr>
        <p:grpSpPr>
          <a:xfrm>
            <a:off x="2893786" y="3348092"/>
            <a:ext cx="73440" cy="424080"/>
            <a:chOff x="3326400" y="3807000"/>
            <a:chExt cx="73440" cy="424080"/>
          </a:xfrm>
        </p:grpSpPr>
        <p:sp>
          <p:nvSpPr>
            <p:cNvPr id="141" name="Arrow | own_graph → graph_attention_KV">
              <a:extLst>
                <a:ext uri="{FF2B5EF4-FFF2-40B4-BE49-F238E27FC236}">
                  <a16:creationId xmlns:a16="http://schemas.microsoft.com/office/drawing/2014/main" id="{10073AF5-008A-276C-D5E0-F62B2094A4FD}"/>
                </a:ext>
              </a:extLst>
            </p:cNvPr>
            <p:cNvSpPr/>
            <p:nvPr/>
          </p:nvSpPr>
          <p:spPr>
            <a:xfrm>
              <a:off x="3326400" y="3807000"/>
              <a:ext cx="47520" cy="414000"/>
            </a:xfrm>
            <a:custGeom>
              <a:avLst/>
              <a:gdLst/>
              <a:ahLst/>
              <a:cxnLst/>
              <a:rect l="0" t="0" r="r" b="b"/>
              <a:pathLst>
                <a:path w="47520" h="414000" fill="none">
                  <a:moveTo>
                    <a:pt x="39960" y="0"/>
                  </a:moveTo>
                  <a:lnTo>
                    <a:pt x="0" y="0"/>
                  </a:lnTo>
                  <a:lnTo>
                    <a:pt x="0" y="414000"/>
                  </a:lnTo>
                  <a:lnTo>
                    <a:pt x="47520" y="41400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42" name="Arrow | own_graph → graph_attention_KV | arrowhead">
              <a:extLst>
                <a:ext uri="{FF2B5EF4-FFF2-40B4-BE49-F238E27FC236}">
                  <a16:creationId xmlns:a16="http://schemas.microsoft.com/office/drawing/2014/main" id="{E7705027-737C-2A60-0A42-3CF4EBE98B04}"/>
                </a:ext>
              </a:extLst>
            </p:cNvPr>
            <p:cNvSpPr/>
            <p:nvPr/>
          </p:nvSpPr>
          <p:spPr>
            <a:xfrm>
              <a:off x="3373920" y="421092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4" name="Arrow | language_vector → graph_attention_Q | editable route">
            <a:extLst>
              <a:ext uri="{FF2B5EF4-FFF2-40B4-BE49-F238E27FC236}">
                <a16:creationId xmlns:a16="http://schemas.microsoft.com/office/drawing/2014/main" id="{0F89C84E-1C77-8E7A-979B-3C77F0DBD3DE}"/>
              </a:ext>
            </a:extLst>
          </p:cNvPr>
          <p:cNvGrpSpPr/>
          <p:nvPr/>
        </p:nvGrpSpPr>
        <p:grpSpPr>
          <a:xfrm>
            <a:off x="3285826" y="3353492"/>
            <a:ext cx="223560" cy="316800"/>
            <a:chOff x="3718440" y="3812400"/>
            <a:chExt cx="223560" cy="316800"/>
          </a:xfrm>
        </p:grpSpPr>
        <p:sp>
          <p:nvSpPr>
            <p:cNvPr id="139" name="Arrow | language_vector → graph_attention_Q">
              <a:extLst>
                <a:ext uri="{FF2B5EF4-FFF2-40B4-BE49-F238E27FC236}">
                  <a16:creationId xmlns:a16="http://schemas.microsoft.com/office/drawing/2014/main" id="{FDB6874A-C4FE-875C-B958-AD73853BF936}"/>
                </a:ext>
              </a:extLst>
            </p:cNvPr>
            <p:cNvSpPr/>
            <p:nvPr/>
          </p:nvSpPr>
          <p:spPr>
            <a:xfrm>
              <a:off x="3728520" y="3812400"/>
              <a:ext cx="213480" cy="290880"/>
            </a:xfrm>
            <a:custGeom>
              <a:avLst/>
              <a:gdLst/>
              <a:ahLst/>
              <a:cxnLst/>
              <a:rect l="0" t="0" r="r" b="b"/>
              <a:pathLst>
                <a:path w="213480" h="290880" fill="none">
                  <a:moveTo>
                    <a:pt x="213480" y="0"/>
                  </a:moveTo>
                  <a:lnTo>
                    <a:pt x="116280" y="0"/>
                  </a:lnTo>
                  <a:lnTo>
                    <a:pt x="116280" y="264600"/>
                  </a:lnTo>
                  <a:lnTo>
                    <a:pt x="0" y="264600"/>
                  </a:lnTo>
                  <a:lnTo>
                    <a:pt x="0" y="290880"/>
                  </a:lnTo>
                </a:path>
              </a:pathLst>
            </a:custGeom>
            <a:ln w="5040" cap="flat">
              <a:solidFill>
                <a:srgbClr val="438FC1"/>
              </a:solidFill>
              <a:miter lim="800000"/>
            </a:ln>
          </p:spPr>
        </p:sp>
        <p:sp>
          <p:nvSpPr>
            <p:cNvPr id="140" name="Arrow | language_vector → graph_attention_Q | arrowhead">
              <a:extLst>
                <a:ext uri="{FF2B5EF4-FFF2-40B4-BE49-F238E27FC236}">
                  <a16:creationId xmlns:a16="http://schemas.microsoft.com/office/drawing/2014/main" id="{7BEB23A4-8233-8599-EE6E-B8D6627AAFAA}"/>
                </a:ext>
              </a:extLst>
            </p:cNvPr>
            <p:cNvSpPr/>
            <p:nvPr/>
          </p:nvSpPr>
          <p:spPr>
            <a:xfrm>
              <a:off x="3718440" y="410328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grpSp>
        <p:nvGrpSpPr>
          <p:cNvPr id="115" name="Arrow | language_vector → context_attention_Q | editable route">
            <a:extLst>
              <a:ext uri="{FF2B5EF4-FFF2-40B4-BE49-F238E27FC236}">
                <a16:creationId xmlns:a16="http://schemas.microsoft.com/office/drawing/2014/main" id="{F7D76ABB-477B-2E0E-BEF8-C338339A91A2}"/>
              </a:ext>
            </a:extLst>
          </p:cNvPr>
          <p:cNvGrpSpPr/>
          <p:nvPr/>
        </p:nvGrpSpPr>
        <p:grpSpPr>
          <a:xfrm>
            <a:off x="3847786" y="3353492"/>
            <a:ext cx="330480" cy="316800"/>
            <a:chOff x="4280400" y="3812400"/>
            <a:chExt cx="330480" cy="316800"/>
          </a:xfrm>
        </p:grpSpPr>
        <p:sp>
          <p:nvSpPr>
            <p:cNvPr id="137" name="Arrow | language_vector → context_attention_Q">
              <a:extLst>
                <a:ext uri="{FF2B5EF4-FFF2-40B4-BE49-F238E27FC236}">
                  <a16:creationId xmlns:a16="http://schemas.microsoft.com/office/drawing/2014/main" id="{B177B090-645F-2024-7BFD-97C92AEF79D5}"/>
                </a:ext>
              </a:extLst>
            </p:cNvPr>
            <p:cNvSpPr/>
            <p:nvPr/>
          </p:nvSpPr>
          <p:spPr>
            <a:xfrm>
              <a:off x="4280400" y="3812400"/>
              <a:ext cx="320400" cy="290880"/>
            </a:xfrm>
            <a:custGeom>
              <a:avLst/>
              <a:gdLst/>
              <a:ahLst/>
              <a:cxnLst/>
              <a:rect l="0" t="0" r="r" b="b"/>
              <a:pathLst>
                <a:path w="320400" h="290880" fill="none">
                  <a:moveTo>
                    <a:pt x="0" y="0"/>
                  </a:moveTo>
                  <a:lnTo>
                    <a:pt x="154800" y="0"/>
                  </a:lnTo>
                  <a:lnTo>
                    <a:pt x="154800" y="264600"/>
                  </a:lnTo>
                  <a:lnTo>
                    <a:pt x="320400" y="264600"/>
                  </a:lnTo>
                  <a:lnTo>
                    <a:pt x="320400" y="290880"/>
                  </a:lnTo>
                </a:path>
              </a:pathLst>
            </a:custGeom>
            <a:ln w="5040" cap="flat">
              <a:solidFill>
                <a:srgbClr val="438FC1"/>
              </a:solidFill>
              <a:miter lim="800000"/>
            </a:ln>
          </p:spPr>
        </p:sp>
        <p:sp>
          <p:nvSpPr>
            <p:cNvPr id="138" name="Arrow | language_vector → context_attention_Q | arrowhead">
              <a:extLst>
                <a:ext uri="{FF2B5EF4-FFF2-40B4-BE49-F238E27FC236}">
                  <a16:creationId xmlns:a16="http://schemas.microsoft.com/office/drawing/2014/main" id="{90710012-D069-4F46-6A45-DE487AE43A11}"/>
                </a:ext>
              </a:extLst>
            </p:cNvPr>
            <p:cNvSpPr/>
            <p:nvPr/>
          </p:nvSpPr>
          <p:spPr>
            <a:xfrm>
              <a:off x="4590720" y="410328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grpSp>
        <p:nvGrpSpPr>
          <p:cNvPr id="116" name="Arrow | graph_attention_out → identity_concat | editable route">
            <a:extLst>
              <a:ext uri="{FF2B5EF4-FFF2-40B4-BE49-F238E27FC236}">
                <a16:creationId xmlns:a16="http://schemas.microsoft.com/office/drawing/2014/main" id="{006DD8DF-9B78-C637-5E7C-DF6BC54C6B98}"/>
              </a:ext>
            </a:extLst>
          </p:cNvPr>
          <p:cNvGrpSpPr/>
          <p:nvPr/>
        </p:nvGrpSpPr>
        <p:grpSpPr>
          <a:xfrm>
            <a:off x="3295906" y="3854252"/>
            <a:ext cx="387720" cy="197280"/>
            <a:chOff x="3728520" y="4313160"/>
            <a:chExt cx="387720" cy="197280"/>
          </a:xfrm>
        </p:grpSpPr>
        <p:sp>
          <p:nvSpPr>
            <p:cNvPr id="135" name="Arrow | graph_attention_out → identity_concat">
              <a:extLst>
                <a:ext uri="{FF2B5EF4-FFF2-40B4-BE49-F238E27FC236}">
                  <a16:creationId xmlns:a16="http://schemas.microsoft.com/office/drawing/2014/main" id="{7353DBFF-471F-9AF6-4A08-62ADB6706044}"/>
                </a:ext>
              </a:extLst>
            </p:cNvPr>
            <p:cNvSpPr/>
            <p:nvPr/>
          </p:nvSpPr>
          <p:spPr>
            <a:xfrm>
              <a:off x="3728520" y="4313160"/>
              <a:ext cx="361800" cy="187200"/>
            </a:xfrm>
            <a:custGeom>
              <a:avLst/>
              <a:gdLst/>
              <a:ahLst/>
              <a:cxnLst/>
              <a:rect l="0" t="0" r="r" b="b"/>
              <a:pathLst>
                <a:path w="361800" h="187200" fill="none">
                  <a:moveTo>
                    <a:pt x="0" y="0"/>
                  </a:moveTo>
                  <a:lnTo>
                    <a:pt x="0" y="187200"/>
                  </a:lnTo>
                  <a:lnTo>
                    <a:pt x="361800" y="18720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6" name="Arrow | graph_attention_out → identity_concat | arrowhead">
              <a:extLst>
                <a:ext uri="{FF2B5EF4-FFF2-40B4-BE49-F238E27FC236}">
                  <a16:creationId xmlns:a16="http://schemas.microsoft.com/office/drawing/2014/main" id="{7A43E00B-8748-D912-E2C7-6ECE3C16F95A}"/>
                </a:ext>
              </a:extLst>
            </p:cNvPr>
            <p:cNvSpPr/>
            <p:nvPr/>
          </p:nvSpPr>
          <p:spPr>
            <a:xfrm>
              <a:off x="409032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7" name="Arrow | context_attention_out → identity_concat | editable route">
            <a:extLst>
              <a:ext uri="{FF2B5EF4-FFF2-40B4-BE49-F238E27FC236}">
                <a16:creationId xmlns:a16="http://schemas.microsoft.com/office/drawing/2014/main" id="{48202A88-661D-8E8A-6256-871C2B310E77}"/>
              </a:ext>
            </a:extLst>
          </p:cNvPr>
          <p:cNvGrpSpPr/>
          <p:nvPr/>
        </p:nvGrpSpPr>
        <p:grpSpPr>
          <a:xfrm>
            <a:off x="3795226" y="3854252"/>
            <a:ext cx="476280" cy="197280"/>
            <a:chOff x="4227840" y="4313160"/>
            <a:chExt cx="476280" cy="197280"/>
          </a:xfrm>
        </p:grpSpPr>
        <p:sp>
          <p:nvSpPr>
            <p:cNvPr id="133" name="Arrow | context_attention_out → identity_concat">
              <a:extLst>
                <a:ext uri="{FF2B5EF4-FFF2-40B4-BE49-F238E27FC236}">
                  <a16:creationId xmlns:a16="http://schemas.microsoft.com/office/drawing/2014/main" id="{0E09D198-0D44-5D79-09F3-D3C718A22200}"/>
                </a:ext>
              </a:extLst>
            </p:cNvPr>
            <p:cNvSpPr/>
            <p:nvPr/>
          </p:nvSpPr>
          <p:spPr>
            <a:xfrm>
              <a:off x="4253760" y="4313160"/>
              <a:ext cx="450360" cy="187200"/>
            </a:xfrm>
            <a:custGeom>
              <a:avLst/>
              <a:gdLst/>
              <a:ahLst/>
              <a:cxnLst/>
              <a:rect l="0" t="0" r="r" b="b"/>
              <a:pathLst>
                <a:path w="450360" h="187200" fill="none">
                  <a:moveTo>
                    <a:pt x="450360" y="0"/>
                  </a:moveTo>
                  <a:lnTo>
                    <a:pt x="450360" y="187200"/>
                  </a:lnTo>
                  <a:lnTo>
                    <a:pt x="0" y="18720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4" name="Arrow | context_attention_out → identity_concat | arrowhead">
              <a:extLst>
                <a:ext uri="{FF2B5EF4-FFF2-40B4-BE49-F238E27FC236}">
                  <a16:creationId xmlns:a16="http://schemas.microsoft.com/office/drawing/2014/main" id="{E22EF967-0F70-B24F-610B-4ECCF57AD25F}"/>
                </a:ext>
              </a:extLst>
            </p:cNvPr>
            <p:cNvSpPr/>
            <p:nvPr/>
          </p:nvSpPr>
          <p:spPr>
            <a:xfrm>
              <a:off x="422784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0" y="10080"/>
                  </a:moveTo>
                  <a:lnTo>
                    <a:pt x="25920" y="0"/>
                  </a:lnTo>
                  <a:lnTo>
                    <a:pt x="25920" y="2016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8" name="Arrow | language_vector → identity_concat | editable route">
            <a:extLst>
              <a:ext uri="{FF2B5EF4-FFF2-40B4-BE49-F238E27FC236}">
                <a16:creationId xmlns:a16="http://schemas.microsoft.com/office/drawing/2014/main" id="{E24FBA8C-61F4-45FC-46C0-A9BFF04827CE}"/>
              </a:ext>
            </a:extLst>
          </p:cNvPr>
          <p:cNvGrpSpPr/>
          <p:nvPr/>
        </p:nvGrpSpPr>
        <p:grpSpPr>
          <a:xfrm>
            <a:off x="3673546" y="3391292"/>
            <a:ext cx="75960" cy="594360"/>
            <a:chOff x="4106160" y="3850200"/>
            <a:chExt cx="75960" cy="594360"/>
          </a:xfrm>
        </p:grpSpPr>
        <p:sp>
          <p:nvSpPr>
            <p:cNvPr id="131" name="Arrow | language_vector → identity_concat">
              <a:extLst>
                <a:ext uri="{FF2B5EF4-FFF2-40B4-BE49-F238E27FC236}">
                  <a16:creationId xmlns:a16="http://schemas.microsoft.com/office/drawing/2014/main" id="{7CAD7968-10E1-B6B9-3EAE-54B1ED51AF7E}"/>
                </a:ext>
              </a:extLst>
            </p:cNvPr>
            <p:cNvSpPr/>
            <p:nvPr/>
          </p:nvSpPr>
          <p:spPr>
            <a:xfrm>
              <a:off x="4106160" y="3850200"/>
              <a:ext cx="65880" cy="568440"/>
            </a:xfrm>
            <a:custGeom>
              <a:avLst/>
              <a:gdLst/>
              <a:ahLst/>
              <a:cxnLst/>
              <a:rect l="0" t="0" r="r" b="b"/>
              <a:pathLst>
                <a:path w="65880" h="568440" fill="none">
                  <a:moveTo>
                    <a:pt x="0" y="0"/>
                  </a:moveTo>
                  <a:lnTo>
                    <a:pt x="0" y="523800"/>
                  </a:lnTo>
                  <a:lnTo>
                    <a:pt x="65880" y="523800"/>
                  </a:lnTo>
                  <a:lnTo>
                    <a:pt x="65880" y="56844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2" name="Arrow | language_vector → identity_concat | arrowhead">
              <a:extLst>
                <a:ext uri="{FF2B5EF4-FFF2-40B4-BE49-F238E27FC236}">
                  <a16:creationId xmlns:a16="http://schemas.microsoft.com/office/drawing/2014/main" id="{0F03A006-3EC7-F501-1E99-059777091C37}"/>
                </a:ext>
              </a:extLst>
            </p:cNvPr>
            <p:cNvSpPr/>
            <p:nvPr/>
          </p:nvSpPr>
          <p:spPr>
            <a:xfrm>
              <a:off x="4161960" y="44186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9" name="Arrow | identity_concat → identity_repr | editable route">
            <a:extLst>
              <a:ext uri="{FF2B5EF4-FFF2-40B4-BE49-F238E27FC236}">
                <a16:creationId xmlns:a16="http://schemas.microsoft.com/office/drawing/2014/main" id="{6D695B95-4710-8D52-2942-C967126FEFCC}"/>
              </a:ext>
            </a:extLst>
          </p:cNvPr>
          <p:cNvGrpSpPr/>
          <p:nvPr/>
        </p:nvGrpSpPr>
        <p:grpSpPr>
          <a:xfrm>
            <a:off x="3729346" y="4097252"/>
            <a:ext cx="20160" cy="190800"/>
            <a:chOff x="4161960" y="4556160"/>
            <a:chExt cx="20160" cy="190800"/>
          </a:xfrm>
        </p:grpSpPr>
        <p:sp>
          <p:nvSpPr>
            <p:cNvPr id="129" name="Arrow | identity_concat → identity_repr">
              <a:extLst>
                <a:ext uri="{FF2B5EF4-FFF2-40B4-BE49-F238E27FC236}">
                  <a16:creationId xmlns:a16="http://schemas.microsoft.com/office/drawing/2014/main" id="{1ABD307F-AEE4-BA34-8F9C-7482A6C4D8B9}"/>
                </a:ext>
              </a:extLst>
            </p:cNvPr>
            <p:cNvSpPr/>
            <p:nvPr/>
          </p:nvSpPr>
          <p:spPr>
            <a:xfrm>
              <a:off x="4172040" y="4556160"/>
              <a:ext cx="36" cy="164880"/>
            </a:xfrm>
            <a:custGeom>
              <a:avLst/>
              <a:gdLst/>
              <a:ahLst/>
              <a:cxnLst/>
              <a:rect l="0" t="0" r="r" b="b"/>
              <a:pathLst>
                <a:path w="36" h="164880" fill="none">
                  <a:moveTo>
                    <a:pt x="0" y="0"/>
                  </a:moveTo>
                  <a:lnTo>
                    <a:pt x="0" y="16488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0" name="Arrow | identity_concat → identity_repr | arrowhead">
              <a:extLst>
                <a:ext uri="{FF2B5EF4-FFF2-40B4-BE49-F238E27FC236}">
                  <a16:creationId xmlns:a16="http://schemas.microsoft.com/office/drawing/2014/main" id="{F9390322-6875-1C8C-6045-60B98D1BB88C}"/>
                </a:ext>
              </a:extLst>
            </p:cNvPr>
            <p:cNvSpPr/>
            <p:nvPr/>
          </p:nvSpPr>
          <p:spPr>
            <a:xfrm>
              <a:off x="4161960" y="47210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20" name="Arrow | candidate_repr → scoring_candidate | editable route">
            <a:extLst>
              <a:ext uri="{FF2B5EF4-FFF2-40B4-BE49-F238E27FC236}">
                <a16:creationId xmlns:a16="http://schemas.microsoft.com/office/drawing/2014/main" id="{245FD3E0-F279-8E5F-8814-B55FB52E4AB9}"/>
              </a:ext>
            </a:extLst>
          </p:cNvPr>
          <p:cNvGrpSpPr/>
          <p:nvPr/>
        </p:nvGrpSpPr>
        <p:grpSpPr>
          <a:xfrm>
            <a:off x="2408866" y="4360412"/>
            <a:ext cx="603000" cy="292320"/>
            <a:chOff x="2841480" y="4819320"/>
            <a:chExt cx="603000" cy="292320"/>
          </a:xfrm>
        </p:grpSpPr>
        <p:sp>
          <p:nvSpPr>
            <p:cNvPr id="127" name="Arrow | candidate_repr → scoring_candidate">
              <a:extLst>
                <a:ext uri="{FF2B5EF4-FFF2-40B4-BE49-F238E27FC236}">
                  <a16:creationId xmlns:a16="http://schemas.microsoft.com/office/drawing/2014/main" id="{79846FAD-EE7A-95DE-5080-E90DB3564067}"/>
                </a:ext>
              </a:extLst>
            </p:cNvPr>
            <p:cNvSpPr/>
            <p:nvPr/>
          </p:nvSpPr>
          <p:spPr>
            <a:xfrm>
              <a:off x="2841480" y="4819320"/>
              <a:ext cx="577080" cy="282240"/>
            </a:xfrm>
            <a:custGeom>
              <a:avLst/>
              <a:gdLst/>
              <a:ahLst/>
              <a:cxnLst/>
              <a:rect l="0" t="0" r="r" b="b"/>
              <a:pathLst>
                <a:path w="577080" h="282240" fill="none">
                  <a:moveTo>
                    <a:pt x="0" y="0"/>
                  </a:moveTo>
                  <a:lnTo>
                    <a:pt x="0" y="121680"/>
                  </a:lnTo>
                  <a:lnTo>
                    <a:pt x="556920" y="121680"/>
                  </a:lnTo>
                  <a:lnTo>
                    <a:pt x="556920" y="282240"/>
                  </a:lnTo>
                  <a:lnTo>
                    <a:pt x="577080" y="282240"/>
                  </a:lnTo>
                </a:path>
              </a:pathLst>
            </a:custGeom>
            <a:ln w="5400" cap="flat">
              <a:solidFill>
                <a:srgbClr val="438FC1"/>
              </a:solidFill>
              <a:miter lim="800000"/>
            </a:ln>
          </p:spPr>
        </p:sp>
        <p:sp>
          <p:nvSpPr>
            <p:cNvPr id="128" name="Arrow | candidate_repr → scoring_candidate | arrowhead">
              <a:extLst>
                <a:ext uri="{FF2B5EF4-FFF2-40B4-BE49-F238E27FC236}">
                  <a16:creationId xmlns:a16="http://schemas.microsoft.com/office/drawing/2014/main" id="{2D704E3C-EAC0-BD8D-DEA3-DE77E1044C58}"/>
                </a:ext>
              </a:extLst>
            </p:cNvPr>
            <p:cNvSpPr/>
            <p:nvPr/>
          </p:nvSpPr>
          <p:spPr>
            <a:xfrm>
              <a:off x="3418560" y="50914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grpSp>
        <p:nvGrpSpPr>
          <p:cNvPr id="121" name="Arrow | identity_repr → scoring_identity | editable route">
            <a:extLst>
              <a:ext uri="{FF2B5EF4-FFF2-40B4-BE49-F238E27FC236}">
                <a16:creationId xmlns:a16="http://schemas.microsoft.com/office/drawing/2014/main" id="{B11ED3AF-309C-3A10-C906-8DD983813DAF}"/>
              </a:ext>
            </a:extLst>
          </p:cNvPr>
          <p:cNvGrpSpPr/>
          <p:nvPr/>
        </p:nvGrpSpPr>
        <p:grpSpPr>
          <a:xfrm>
            <a:off x="3269626" y="4360412"/>
            <a:ext cx="469800" cy="203400"/>
            <a:chOff x="3702240" y="4819320"/>
            <a:chExt cx="469800" cy="203400"/>
          </a:xfrm>
        </p:grpSpPr>
        <p:sp>
          <p:nvSpPr>
            <p:cNvPr id="125" name="Arrow | identity_repr → scoring_identity">
              <a:extLst>
                <a:ext uri="{FF2B5EF4-FFF2-40B4-BE49-F238E27FC236}">
                  <a16:creationId xmlns:a16="http://schemas.microsoft.com/office/drawing/2014/main" id="{B1F09FF3-E92D-90CD-8111-521AF793B225}"/>
                </a:ext>
              </a:extLst>
            </p:cNvPr>
            <p:cNvSpPr/>
            <p:nvPr/>
          </p:nvSpPr>
          <p:spPr>
            <a:xfrm>
              <a:off x="3712320" y="4819320"/>
              <a:ext cx="459720" cy="177480"/>
            </a:xfrm>
            <a:custGeom>
              <a:avLst/>
              <a:gdLst/>
              <a:ahLst/>
              <a:cxnLst/>
              <a:rect l="0" t="0" r="r" b="b"/>
              <a:pathLst>
                <a:path w="459720" h="177480" fill="none">
                  <a:moveTo>
                    <a:pt x="459720" y="0"/>
                  </a:moveTo>
                  <a:lnTo>
                    <a:pt x="459720" y="92880"/>
                  </a:lnTo>
                  <a:lnTo>
                    <a:pt x="0" y="92880"/>
                  </a:lnTo>
                  <a:lnTo>
                    <a:pt x="0" y="177480"/>
                  </a:lnTo>
                </a:path>
              </a:pathLst>
            </a:custGeom>
            <a:ln w="5400" cap="flat">
              <a:solidFill>
                <a:srgbClr val="398D80"/>
              </a:solidFill>
              <a:miter lim="800000"/>
            </a:ln>
          </p:spPr>
        </p:sp>
        <p:sp>
          <p:nvSpPr>
            <p:cNvPr id="126" name="Arrow | identity_repr → scoring_identity | arrowhead">
              <a:extLst>
                <a:ext uri="{FF2B5EF4-FFF2-40B4-BE49-F238E27FC236}">
                  <a16:creationId xmlns:a16="http://schemas.microsoft.com/office/drawing/2014/main" id="{995EDE6B-7330-B3CD-048D-01DA6F37823F}"/>
                </a:ext>
              </a:extLst>
            </p:cNvPr>
            <p:cNvSpPr/>
            <p:nvPr/>
          </p:nvSpPr>
          <p:spPr>
            <a:xfrm>
              <a:off x="3702240" y="499680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385692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0" name="b | Find redesigned"/>
          <p:cNvGrpSpPr/>
          <p:nvPr/>
        </p:nvGrpSpPr>
        <p:grpSpPr>
          <a:xfrm>
            <a:off x="661851" y="1141830"/>
            <a:ext cx="4139100" cy="2233800"/>
            <a:chOff x="0" y="0"/>
            <a:chExt cx="15240000" cy="8225038"/>
          </a:xfrm>
        </p:grpSpPr>
        <p:sp>
          <p:nvSpPr>
            <p:cNvPr id="12001" name="b | panel background">
              <a:extLst>
                <a:ext uri="{FF2B5EF4-FFF2-40B4-BE49-F238E27FC236}">
                  <a16:creationId xmlns:a16="http://schemas.microsoft.com/office/drawing/2014/main" id="{3A36AB75-08F4-40A9-8C9A-E76E610ECE9D}"/>
                </a:ext>
              </a:extLst>
            </p:cNvPr>
            <p:cNvSpPr>
              <a:spLocks noGrp="1"/>
            </p:cNvSpPr>
            <p:nvPr/>
          </p:nvSpPr>
          <p:spPr>
            <a:xfrm>
              <a:off x="0" y="0"/>
              <a:ext cx="15240000" cy="8225038"/>
            </a:xfrm>
            <a:prstGeom prst="roundRect">
              <a:avLst>
                <a:gd name="adj" fmla="val 1737"/>
              </a:avLst>
            </a:prstGeom>
            <a:solidFill>
              <a:srgbClr val="F4F8FC"/>
            </a:solidFill>
            <a:ln w="5174">
              <a:solidFill>
                <a:srgbClr val="BCD3E4"/>
              </a:solidFill>
              <a:prstDash val="solid"/>
            </a:ln>
          </p:spPr>
        </p:sp>
        <p:sp>
          <p:nvSpPr>
            <p:cNvPr id="12002" name="b | panel label">
              <a:extLst>
                <a:ext uri="{FF2B5EF4-FFF2-40B4-BE49-F238E27FC236}">
                  <a16:creationId xmlns:a16="http://schemas.microsoft.com/office/drawing/2014/main" id="{28D3A9EE-9324-43C3-AA20-3BADD2A21FF5}"/>
                </a:ext>
              </a:extLst>
            </p:cNvPr>
            <p:cNvSpPr>
              <a:spLocks noGrp="1"/>
            </p:cNvSpPr>
            <p:nvPr/>
          </p:nvSpPr>
          <p:spPr>
            <a:xfrm>
              <a:off x="219075" y="200025"/>
              <a:ext cx="457200" cy="571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2003" name="b | title">
              <a:extLst>
                <a:ext uri="{FF2B5EF4-FFF2-40B4-BE49-F238E27FC236}">
                  <a16:creationId xmlns:a16="http://schemas.microsoft.com/office/drawing/2014/main" id="{09478F27-B4B8-48BD-B808-AEAAF1D5AB63}"/>
                </a:ext>
              </a:extLst>
            </p:cNvPr>
            <p:cNvSpPr>
              <a:spLocks noGrp="1"/>
            </p:cNvSpPr>
            <p:nvPr/>
          </p:nvSpPr>
          <p:spPr>
            <a:xfrm>
              <a:off x="762000" y="257175"/>
              <a:ext cx="11049000" cy="523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Find: locate ligand area</a:t>
              </a:r>
            </a:p>
          </p:txBody>
        </p:sp>
        <p:sp>
          <p:nvSpPr>
            <p:cNvPr id="12004" name="b | density input frame">
              <a:extLst>
                <a:ext uri="{FF2B5EF4-FFF2-40B4-BE49-F238E27FC236}">
                  <a16:creationId xmlns:a16="http://schemas.microsoft.com/office/drawing/2014/main" id="{2507CF83-4594-4F83-894A-C75A9172F73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1333500"/>
              <a:ext cx="2143125" cy="2619375"/>
            </a:xfrm>
            <a:prstGeom prst="roundRect">
              <a:avLst>
                <a:gd name="adj" fmla="val 3556"/>
              </a:avLst>
            </a:prstGeom>
            <a:noFill/>
            <a:ln w="4010">
              <a:solidFill>
                <a:srgbClr val="B9D1E7"/>
              </a:solidFill>
              <a:prstDash val="solid"/>
            </a:ln>
          </p:spPr>
        </p:sp>
        <p:sp>
          <p:nvSpPr>
            <p:cNvPr id="12005" name="b | receptor input frame">
              <a:extLst>
                <a:ext uri="{FF2B5EF4-FFF2-40B4-BE49-F238E27FC236}">
                  <a16:creationId xmlns:a16="http://schemas.microsoft.com/office/drawing/2014/main" id="{4E2B7186-7B67-449A-8971-349280255950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4391025"/>
              <a:ext cx="2143125" cy="2276475"/>
            </a:xfrm>
            <a:prstGeom prst="roundRect">
              <a:avLst>
                <a:gd name="adj" fmla="val 3556"/>
              </a:avLst>
            </a:prstGeom>
            <a:noFill/>
            <a:ln w="4010">
              <a:solidFill>
                <a:srgbClr val="C8BEDB"/>
              </a:solidFill>
              <a:prstDash val="solid"/>
            </a:ln>
          </p:spPr>
        </p:sp>
        <p:sp>
          <p:nvSpPr>
            <p:cNvPr id="12006" name="b | pseudo input frame">
              <a:extLst>
                <a:ext uri="{FF2B5EF4-FFF2-40B4-BE49-F238E27FC236}">
                  <a16:creationId xmlns:a16="http://schemas.microsoft.com/office/drawing/2014/main" id="{4B016077-A82D-4912-ADAD-40A8D106789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6905625"/>
              <a:ext cx="2143125" cy="1066800"/>
            </a:xfrm>
            <a:prstGeom prst="roundRect">
              <a:avLst>
                <a:gd name="adj" fmla="val 7143"/>
              </a:avLst>
            </a:prstGeom>
            <a:noFill/>
            <a:ln w="4010">
              <a:solidFill>
                <a:srgbClr val="DEC6A0"/>
              </a:solidFill>
              <a:prstDash val="solid"/>
            </a:ln>
          </p:spPr>
        </p:sp>
        <p:sp>
          <p:nvSpPr>
            <p:cNvPr id="12007" name="b | ligand probability frame">
              <a:extLst>
                <a:ext uri="{FF2B5EF4-FFF2-40B4-BE49-F238E27FC236}">
                  <a16:creationId xmlns:a16="http://schemas.microsoft.com/office/drawing/2014/main" id="{9D357C7A-B171-4706-A73B-9A0918BF66EF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1257300"/>
              <a:ext cx="3095625" cy="2647950"/>
            </a:xfrm>
            <a:prstGeom prst="roundRect">
              <a:avLst>
                <a:gd name="adj" fmla="val 2878"/>
              </a:avLst>
            </a:prstGeom>
            <a:noFill/>
            <a:ln w="4398">
              <a:solidFill>
                <a:srgbClr val="AFC9DF"/>
              </a:solidFill>
              <a:prstDash val="solid"/>
            </a:ln>
          </p:spPr>
        </p:sp>
        <p:sp>
          <p:nvSpPr>
            <p:cNvPr id="12008" name="b | cues frame">
              <a:extLst>
                <a:ext uri="{FF2B5EF4-FFF2-40B4-BE49-F238E27FC236}">
                  <a16:creationId xmlns:a16="http://schemas.microsoft.com/office/drawing/2014/main" id="{D3A1D84F-57F0-4118-ACC7-42CFE3E00C34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4114800"/>
              <a:ext cx="3095625" cy="1076325"/>
            </a:xfrm>
            <a:prstGeom prst="roundRect">
              <a:avLst>
                <a:gd name="adj" fmla="val 7080"/>
              </a:avLst>
            </a:prstGeom>
            <a:noFill/>
            <a:ln w="4139">
              <a:solidFill>
                <a:srgbClr val="AFC9DF"/>
              </a:solidFill>
              <a:prstDash val="dash"/>
            </a:ln>
          </p:spPr>
        </p:sp>
        <p:sp>
          <p:nvSpPr>
            <p:cNvPr id="12009" name="b | atom probability frame">
              <a:extLst>
                <a:ext uri="{FF2B5EF4-FFF2-40B4-BE49-F238E27FC236}">
                  <a16:creationId xmlns:a16="http://schemas.microsoft.com/office/drawing/2014/main" id="{031829B9-A8C8-410D-AC12-C89F068C1A3F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5410200"/>
              <a:ext cx="3095625" cy="2562225"/>
            </a:xfrm>
            <a:prstGeom prst="roundRect">
              <a:avLst>
                <a:gd name="adj" fmla="val 2974"/>
              </a:avLst>
            </a:prstGeom>
            <a:noFill/>
            <a:ln w="4398">
              <a:solidFill>
                <a:srgbClr val="C2B8D4"/>
              </a:solidFill>
              <a:prstDash val="solid"/>
            </a:ln>
          </p:spPr>
        </p:sp>
        <p:sp>
          <p:nvSpPr>
            <p:cNvPr id="12010" name="Density bank">
              <a:extLst>
                <a:ext uri="{FF2B5EF4-FFF2-40B4-BE49-F238E27FC236}">
                  <a16:creationId xmlns:a16="http://schemas.microsoft.com/office/drawing/2014/main" id="{3333ADC4-5FF7-40F5-B785-8CBEB3CEB249}"/>
                </a:ext>
              </a:extLst>
            </p:cNvPr>
            <p:cNvSpPr>
              <a:spLocks noGrp="1"/>
            </p:cNvSpPr>
            <p:nvPr/>
          </p:nvSpPr>
          <p:spPr>
            <a:xfrm>
              <a:off x="371475" y="1457325"/>
              <a:ext cx="1895475" cy="419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3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3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Density bank</a:t>
              </a:r>
            </a:p>
          </p:txBody>
        </p:sp>
        <p:pic>
          <p:nvPicPr>
            <p:cNvPr id="12011" name=""/>
            <p:cNvPicPr>
              <a:picLocks noChangeAspect="1"/>
            </p:cNvPicPr>
            <p:nvPr/>
          </p:nvPicPr>
          <p:blipFill>
            <a:blip r:embed="rIdMethodB2"/>
            <a:stretch/>
          </p:blipFill>
          <p:spPr>
            <a:xfrm>
              <a:off x="407924" y="1981200"/>
              <a:ext cx="1822577" cy="1866900"/>
            </a:xfrm>
            <a:prstGeom prst="rect">
              <a:avLst/>
            </a:prstGeom>
          </p:spPr>
        </p:pic>
        <p:sp>
          <p:nvSpPr>
            <p:cNvPr id="12012" name="Receptor atoms">
              <a:extLst>
                <a:ext uri="{FF2B5EF4-FFF2-40B4-BE49-F238E27FC236}">
                  <a16:creationId xmlns:a16="http://schemas.microsoft.com/office/drawing/2014/main" id="{7F353272-5DC7-43FF-B3FE-2D2F0FB8399C}"/>
                </a:ext>
              </a:extLst>
            </p:cNvPr>
            <p:cNvSpPr>
              <a:spLocks noGrp="1"/>
            </p:cNvSpPr>
            <p:nvPr/>
          </p:nvSpPr>
          <p:spPr>
            <a:xfrm>
              <a:off x="352425" y="4476750"/>
              <a:ext cx="191452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Receptor atoms</a:t>
              </a:r>
            </a:p>
          </p:txBody>
        </p:sp>
        <p:pic>
          <p:nvPicPr>
            <p:cNvPr id="12013" name=""/>
            <p:cNvPicPr>
              <a:picLocks noChangeAspect="1"/>
            </p:cNvPicPr>
            <p:nvPr/>
          </p:nvPicPr>
          <p:blipFill>
            <a:blip r:embed="rIdMethodB3"/>
            <a:stretch/>
          </p:blipFill>
          <p:spPr>
            <a:xfrm>
              <a:off x="361950" y="4898708"/>
              <a:ext cx="1895475" cy="1137285"/>
            </a:xfrm>
            <a:prstGeom prst="rect">
              <a:avLst/>
            </a:prstGeom>
          </p:spPr>
        </p:pic>
        <p:sp>
          <p:nvSpPr>
            <p:cNvPr id="12014" name="Atom encoding">
              <a:extLst>
                <a:ext uri="{FF2B5EF4-FFF2-40B4-BE49-F238E27FC236}">
                  <a16:creationId xmlns:a16="http://schemas.microsoft.com/office/drawing/2014/main" id="{318251EB-88CC-4E35-AA6D-172DBC3796EC}"/>
                </a:ext>
              </a:extLst>
            </p:cNvPr>
            <p:cNvSpPr>
              <a:spLocks noGrp="1"/>
            </p:cNvSpPr>
            <p:nvPr/>
          </p:nvSpPr>
          <p:spPr>
            <a:xfrm>
              <a:off x="342900" y="6096000"/>
              <a:ext cx="19431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70" b="0">
                  <a:solidFill>
                    <a:srgbClr val="8C77B3"/>
                  </a:solidFill>
                  <a:latin typeface="Arial"/>
                  <a:ea typeface="Arial"/>
                  <a:cs typeface="Arial"/>
                </a:defRPr>
              </a:pPr>
              <a:r>
                <a:rPr sz="570" b="0">
                  <a:solidFill>
                    <a:srgbClr val="8C77B3"/>
                  </a:solidFill>
                  <a:latin typeface="Arial"/>
                  <a:ea typeface="Arial"/>
                  <a:cs typeface="Arial"/>
                </a:rPr>
                <a:t>Atom encoding</a:t>
              </a:r>
            </a:p>
          </p:txBody>
        </p:sp>
        <p:sp>
          <p:nvSpPr>
            <p:cNvPr id="12015" name="Pseudo atoms">
              <a:extLst>
                <a:ext uri="{FF2B5EF4-FFF2-40B4-BE49-F238E27FC236}">
                  <a16:creationId xmlns:a16="http://schemas.microsoft.com/office/drawing/2014/main" id="{B2452564-2CE3-4304-AA7E-C9A7CAF823A8}"/>
                </a:ext>
              </a:extLst>
            </p:cNvPr>
            <p:cNvSpPr>
              <a:spLocks noGrp="1"/>
            </p:cNvSpPr>
            <p:nvPr/>
          </p:nvSpPr>
          <p:spPr>
            <a:xfrm>
              <a:off x="333375" y="6981825"/>
              <a:ext cx="1952625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16" name="3D voxel U-Net">
              <a:extLst>
                <a:ext uri="{FF2B5EF4-FFF2-40B4-BE49-F238E27FC236}">
                  <a16:creationId xmlns:a16="http://schemas.microsoft.com/office/drawing/2014/main" id="{4A1F2334-5519-4D18-A7F7-A1B8D121AA5A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1095375"/>
              <a:ext cx="5191125" cy="419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3D voxel U-Net</a:t>
              </a:r>
            </a:p>
          </p:txBody>
        </p:sp>
        <p:pic>
          <p:nvPicPr>
            <p:cNvPr id="12017" name=""/>
            <p:cNvPicPr>
              <a:picLocks noChangeAspect="1"/>
            </p:cNvPicPr>
            <p:nvPr/>
          </p:nvPicPr>
          <p:blipFill>
            <a:blip r:embed="rIdMethodB4"/>
            <a:stretch/>
          </p:blipFill>
          <p:spPr>
            <a:xfrm>
              <a:off x="3219450" y="2448445"/>
              <a:ext cx="1190625" cy="1484860"/>
            </a:xfrm>
            <a:prstGeom prst="rect">
              <a:avLst/>
            </a:prstGeom>
          </p:spPr>
        </p:pic>
        <p:pic>
          <p:nvPicPr>
            <p:cNvPr id="12018" name=""/>
            <p:cNvPicPr>
              <a:picLocks noChangeAspect="1"/>
            </p:cNvPicPr>
            <p:nvPr/>
          </p:nvPicPr>
          <p:blipFill>
            <a:blip r:embed="rIdMethodB5"/>
            <a:stretch/>
          </p:blipFill>
          <p:spPr>
            <a:xfrm>
              <a:off x="4981575" y="2982512"/>
              <a:ext cx="1219200" cy="978700"/>
            </a:xfrm>
            <a:prstGeom prst="rect">
              <a:avLst/>
            </a:prstGeom>
          </p:spPr>
        </p:pic>
        <p:pic>
          <p:nvPicPr>
            <p:cNvPr id="12019" name=""/>
            <p:cNvPicPr>
              <a:picLocks noChangeAspect="1"/>
            </p:cNvPicPr>
            <p:nvPr/>
          </p:nvPicPr>
          <p:blipFill>
            <a:blip r:embed="rIdMethodB6"/>
            <a:stretch/>
          </p:blipFill>
          <p:spPr>
            <a:xfrm>
              <a:off x="6762750" y="3479664"/>
              <a:ext cx="1190625" cy="517798"/>
            </a:xfrm>
            <a:prstGeom prst="rect">
              <a:avLst/>
            </a:prstGeom>
          </p:spPr>
        </p:pic>
        <p:pic>
          <p:nvPicPr>
            <p:cNvPr id="12020" name=""/>
            <p:cNvPicPr>
              <a:picLocks noChangeAspect="1"/>
            </p:cNvPicPr>
            <p:nvPr/>
          </p:nvPicPr>
          <p:blipFill>
            <a:blip r:embed="rIdMethodB7"/>
            <a:stretch/>
          </p:blipFill>
          <p:spPr>
            <a:xfrm>
              <a:off x="8515350" y="2995562"/>
              <a:ext cx="1219200" cy="952602"/>
            </a:xfrm>
            <a:prstGeom prst="rect">
              <a:avLst/>
            </a:prstGeom>
          </p:spPr>
        </p:pic>
        <p:pic>
          <p:nvPicPr>
            <p:cNvPr id="12021" name=""/>
            <p:cNvPicPr>
              <a:picLocks noChangeAspect="1"/>
            </p:cNvPicPr>
            <p:nvPr/>
          </p:nvPicPr>
          <p:blipFill>
            <a:blip r:embed="rIdMethodB8"/>
            <a:stretch/>
          </p:blipFill>
          <p:spPr>
            <a:xfrm>
              <a:off x="10287000" y="2453095"/>
              <a:ext cx="1190625" cy="1475561"/>
            </a:xfrm>
            <a:prstGeom prst="rect">
              <a:avLst/>
            </a:prstGeom>
          </p:spPr>
        </p:pic>
        <p:sp>
          <p:nvSpPr>
            <p:cNvPr id="12022" name="Density bank to voxel input">
              <a:extLst>
                <a:ext uri="{FF2B5EF4-FFF2-40B4-BE49-F238E27FC236}">
                  <a16:creationId xmlns:a16="http://schemas.microsoft.com/office/drawing/2014/main" id="{808CB21E-5598-4E62-9159-1EF700E3BFE6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105150"/>
              <a:ext cx="742950" cy="476"/>
            </a:xfrm>
            <a:custGeom>
              <a:pathLst>
                <a:path w="742950" h="476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7761">
              <a:solidFill>
                <a:srgbClr val="388BBE"/>
              </a:solidFill>
              <a:prstDash val="solid"/>
            </a:ln>
          </p:spPr>
        </p:sp>
        <p:sp>
          <p:nvSpPr>
            <p:cNvPr id="12023" name="Density bank to voxel input | arrowhead">
              <a:extLst>
                <a:ext uri="{FF2B5EF4-FFF2-40B4-BE49-F238E27FC236}">
                  <a16:creationId xmlns:a16="http://schemas.microsoft.com/office/drawing/2014/main" id="{55059B02-FCF4-4422-983E-7C9DE2372359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30613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24" name="Atom encoding to voxel input">
              <a:extLst>
                <a:ext uri="{FF2B5EF4-FFF2-40B4-BE49-F238E27FC236}">
                  <a16:creationId xmlns:a16="http://schemas.microsoft.com/office/drawing/2014/main" id="{44BE1C7C-481B-481B-8265-E9E323061D45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95675"/>
              <a:ext cx="742950" cy="3000375"/>
            </a:xfrm>
            <a:custGeom>
              <a:pathLst>
                <a:path w="742950" h="3000375">
                  <a:moveTo>
                    <a:pt x="0" y="3000375"/>
                  </a:moveTo>
                  <a:lnTo>
                    <a:pt x="333375" y="3000375"/>
                  </a:lnTo>
                  <a:lnTo>
                    <a:pt x="333375" y="0"/>
                  </a:lnTo>
                  <a:lnTo>
                    <a:pt x="742950" y="0"/>
                  </a:lnTo>
                </a:path>
              </a:pathLst>
            </a:custGeom>
            <a:noFill/>
            <a:ln w="6985">
              <a:solidFill>
                <a:srgbClr val="8C77B3"/>
              </a:solidFill>
              <a:prstDash val="solid"/>
            </a:ln>
          </p:spPr>
        </p:sp>
        <p:sp>
          <p:nvSpPr>
            <p:cNvPr id="12025" name="Atom encoding to voxel input | arrowhead">
              <a:extLst>
                <a:ext uri="{FF2B5EF4-FFF2-40B4-BE49-F238E27FC236}">
                  <a16:creationId xmlns:a16="http://schemas.microsoft.com/office/drawing/2014/main" id="{8C531F18-18B2-40F7-AB96-A1E4C1A152A1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3451860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6" name="Atom encoding to point input">
              <a:extLst>
                <a:ext uri="{FF2B5EF4-FFF2-40B4-BE49-F238E27FC236}">
                  <a16:creationId xmlns:a16="http://schemas.microsoft.com/office/drawing/2014/main" id="{8F871071-85E6-481F-9AB9-69E25140AAB5}"/>
                </a:ext>
              </a:extLst>
            </p:cNvPr>
            <p:cNvSpPr>
              <a:spLocks noGrp="1"/>
            </p:cNvSpPr>
            <p:nvPr/>
          </p:nvSpPr>
          <p:spPr>
            <a:xfrm>
              <a:off x="2714625" y="6381750"/>
              <a:ext cx="409575" cy="476"/>
            </a:xfrm>
            <a:custGeom>
              <a:pathLst>
                <a:path w="409575" h="476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6985">
              <a:solidFill>
                <a:srgbClr val="8C77B3"/>
              </a:solidFill>
              <a:prstDash val="solid"/>
            </a:ln>
          </p:spPr>
        </p:sp>
        <p:sp>
          <p:nvSpPr>
            <p:cNvPr id="12027" name="Atom encoding to point input | arrowhead">
              <a:extLst>
                <a:ext uri="{FF2B5EF4-FFF2-40B4-BE49-F238E27FC236}">
                  <a16:creationId xmlns:a16="http://schemas.microsoft.com/office/drawing/2014/main" id="{58D93E21-602B-4C63-9BAB-4AF608FB0B01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63379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8" name="Pseudo atoms to point input">
              <a:extLst>
                <a:ext uri="{FF2B5EF4-FFF2-40B4-BE49-F238E27FC236}">
                  <a16:creationId xmlns:a16="http://schemas.microsoft.com/office/drawing/2014/main" id="{2F7E3134-A252-4EAA-AF17-189275164CDD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705600"/>
              <a:ext cx="742950" cy="885825"/>
            </a:xfrm>
            <a:custGeom>
              <a:pathLst>
                <a:path w="742950" h="885825">
                  <a:moveTo>
                    <a:pt x="0" y="885825"/>
                  </a:moveTo>
                  <a:lnTo>
                    <a:pt x="552450" y="885825"/>
                  </a:lnTo>
                  <a:lnTo>
                    <a:pt x="552450" y="0"/>
                  </a:lnTo>
                  <a:lnTo>
                    <a:pt x="742950" y="0"/>
                  </a:lnTo>
                </a:path>
              </a:pathLst>
            </a:custGeom>
            <a:noFill/>
            <a:ln w="6985">
              <a:solidFill>
                <a:srgbClr val="C78A2B"/>
              </a:solidFill>
              <a:prstDash val="solid"/>
            </a:ln>
          </p:spPr>
        </p:sp>
        <p:sp>
          <p:nvSpPr>
            <p:cNvPr id="12029" name="Pseudo atoms to point input | arrowhead">
              <a:extLst>
                <a:ext uri="{FF2B5EF4-FFF2-40B4-BE49-F238E27FC236}">
                  <a16:creationId xmlns:a16="http://schemas.microsoft.com/office/drawing/2014/main" id="{6441349A-58A2-4CDA-A8DE-8DF915B89E0E}"/>
                </a:ext>
              </a:extLst>
            </p:cNvPr>
            <p:cNvSpPr>
              <a:spLocks noGrp="1"/>
            </p:cNvSpPr>
            <p:nvPr/>
          </p:nvSpPr>
          <p:spPr>
            <a:xfrm>
              <a:off x="3024188" y="66617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C78A2B"/>
            </a:solidFill>
            <a:ln w="0">
              <a:noFill/>
            </a:ln>
          </p:spPr>
        </p:sp>
        <p:sp>
          <p:nvSpPr>
            <p:cNvPr id="12030" name="U-Net forward">
              <a:extLst>
                <a:ext uri="{FF2B5EF4-FFF2-40B4-BE49-F238E27FC236}">
                  <a16:creationId xmlns:a16="http://schemas.microsoft.com/office/drawing/2014/main" id="{C328C9B8-2D10-4E98-A56F-6D9287260462}"/>
                </a:ext>
              </a:extLst>
            </p:cNvPr>
            <p:cNvSpPr>
              <a:spLocks noGrp="1"/>
            </p:cNvSpPr>
            <p:nvPr/>
          </p:nvSpPr>
          <p:spPr>
            <a:xfrm>
              <a:off x="4467225" y="3638550"/>
              <a:ext cx="428625" cy="476"/>
            </a:xfrm>
            <a:custGeom>
              <a:pathLst>
                <a:path w="428625" h="476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1" name="U-Net forward | arrowhead">
              <a:extLst>
                <a:ext uri="{FF2B5EF4-FFF2-40B4-BE49-F238E27FC236}">
                  <a16:creationId xmlns:a16="http://schemas.microsoft.com/office/drawing/2014/main" id="{93B9E225-A387-4711-AEE2-A33BE602C227}"/>
                </a:ext>
              </a:extLst>
            </p:cNvPr>
            <p:cNvSpPr>
              <a:spLocks noGrp="1"/>
            </p:cNvSpPr>
            <p:nvPr/>
          </p:nvSpPr>
          <p:spPr>
            <a:xfrm>
              <a:off x="479583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2" name="U-Net forward">
              <a:extLst>
                <a:ext uri="{FF2B5EF4-FFF2-40B4-BE49-F238E27FC236}">
                  <a16:creationId xmlns:a16="http://schemas.microsoft.com/office/drawing/2014/main" id="{86BA73B5-4BFC-4810-9723-EE6852A0D4B6}"/>
                </a:ext>
              </a:extLst>
            </p:cNvPr>
            <p:cNvSpPr>
              <a:spLocks noGrp="1"/>
            </p:cNvSpPr>
            <p:nvPr/>
          </p:nvSpPr>
          <p:spPr>
            <a:xfrm>
              <a:off x="6276975" y="3638550"/>
              <a:ext cx="390525" cy="476"/>
            </a:xfrm>
            <a:custGeom>
              <a:pathLst>
                <a:path w="390525" h="476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3" name="U-Net forward | arrowhead">
              <a:extLst>
                <a:ext uri="{FF2B5EF4-FFF2-40B4-BE49-F238E27FC236}">
                  <a16:creationId xmlns:a16="http://schemas.microsoft.com/office/drawing/2014/main" id="{F43C7077-157D-4D3E-9905-16873D23CC78}"/>
                </a:ext>
              </a:extLst>
            </p:cNvPr>
            <p:cNvSpPr>
              <a:spLocks noGrp="1"/>
            </p:cNvSpPr>
            <p:nvPr/>
          </p:nvSpPr>
          <p:spPr>
            <a:xfrm>
              <a:off x="656748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4" name="U-Net forward">
              <a:extLst>
                <a:ext uri="{FF2B5EF4-FFF2-40B4-BE49-F238E27FC236}">
                  <a16:creationId xmlns:a16="http://schemas.microsoft.com/office/drawing/2014/main" id="{7478767B-34DF-4BAD-A4B6-316C68328617}"/>
                </a:ext>
              </a:extLst>
            </p:cNvPr>
            <p:cNvSpPr>
              <a:spLocks noGrp="1"/>
            </p:cNvSpPr>
            <p:nvPr/>
          </p:nvSpPr>
          <p:spPr>
            <a:xfrm>
              <a:off x="8029575" y="3638550"/>
              <a:ext cx="390525" cy="476"/>
            </a:xfrm>
            <a:custGeom>
              <a:pathLst>
                <a:path w="390525" h="476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5" name="U-Net forward | arrowhead">
              <a:extLst>
                <a:ext uri="{FF2B5EF4-FFF2-40B4-BE49-F238E27FC236}">
                  <a16:creationId xmlns:a16="http://schemas.microsoft.com/office/drawing/2014/main" id="{DEC84AA1-012B-4544-A87F-497F06CBD827}"/>
                </a:ext>
              </a:extLst>
            </p:cNvPr>
            <p:cNvSpPr>
              <a:spLocks noGrp="1"/>
            </p:cNvSpPr>
            <p:nvPr/>
          </p:nvSpPr>
          <p:spPr>
            <a:xfrm>
              <a:off x="832008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6" name="U-Net forward">
              <a:extLst>
                <a:ext uri="{FF2B5EF4-FFF2-40B4-BE49-F238E27FC236}">
                  <a16:creationId xmlns:a16="http://schemas.microsoft.com/office/drawing/2014/main" id="{83A7362E-D55D-46B1-92F1-A1E1794F07DB}"/>
                </a:ext>
              </a:extLst>
            </p:cNvPr>
            <p:cNvSpPr>
              <a:spLocks noGrp="1"/>
            </p:cNvSpPr>
            <p:nvPr/>
          </p:nvSpPr>
          <p:spPr>
            <a:xfrm>
              <a:off x="9810750" y="3638550"/>
              <a:ext cx="381000" cy="476"/>
            </a:xfrm>
            <a:custGeom>
              <a:pathLst>
                <a:path w="381000" h="476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6467">
              <a:solidFill>
                <a:srgbClr val="6993B4"/>
              </a:solidFill>
              <a:prstDash val="solid"/>
            </a:ln>
          </p:spPr>
        </p:sp>
        <p:sp>
          <p:nvSpPr>
            <p:cNvPr id="12037" name="U-Net forward | arrowhead">
              <a:extLst>
                <a:ext uri="{FF2B5EF4-FFF2-40B4-BE49-F238E27FC236}">
                  <a16:creationId xmlns:a16="http://schemas.microsoft.com/office/drawing/2014/main" id="{01F61993-7429-49A6-84EB-9724D907C1D0}"/>
                </a:ext>
              </a:extLst>
            </p:cNvPr>
            <p:cNvSpPr>
              <a:spLocks noGrp="1"/>
            </p:cNvSpPr>
            <p:nvPr/>
          </p:nvSpPr>
          <p:spPr>
            <a:xfrm>
              <a:off x="10091738" y="35947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8" name="U-Net outer skip">
              <a:extLst>
                <a:ext uri="{FF2B5EF4-FFF2-40B4-BE49-F238E27FC236}">
                  <a16:creationId xmlns:a16="http://schemas.microsoft.com/office/drawing/2014/main" id="{A2DB058E-B16E-4F5E-AF56-C86036E0AEEB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1752600"/>
              <a:ext cx="7067550" cy="581025"/>
            </a:xfrm>
            <a:custGeom>
              <a:pathLst>
                <a:path w="7067550" h="581025">
                  <a:moveTo>
                    <a:pt x="0" y="581025"/>
                  </a:moveTo>
                  <a:lnTo>
                    <a:pt x="0" y="0"/>
                  </a:lnTo>
                  <a:lnTo>
                    <a:pt x="7067550" y="0"/>
                  </a:lnTo>
                  <a:lnTo>
                    <a:pt x="7067550" y="581025"/>
                  </a:lnTo>
                </a:path>
              </a:pathLst>
            </a:custGeom>
            <a:noFill/>
            <a:ln w="5691">
              <a:solidFill>
                <a:srgbClr val="97B6D0"/>
              </a:solidFill>
              <a:prstDash val="dash"/>
            </a:ln>
          </p:spPr>
        </p:sp>
        <p:sp>
          <p:nvSpPr>
            <p:cNvPr id="12039" name="U-Net outer skip | arrowhead">
              <a:extLst>
                <a:ext uri="{FF2B5EF4-FFF2-40B4-BE49-F238E27FC236}">
                  <a16:creationId xmlns:a16="http://schemas.microsoft.com/office/drawing/2014/main" id="{887CEA1A-B4AE-426A-9E28-1CC81780A8F0}"/>
                </a:ext>
              </a:extLst>
            </p:cNvPr>
            <p:cNvSpPr>
              <a:spLocks noGrp="1"/>
            </p:cNvSpPr>
            <p:nvPr/>
          </p:nvSpPr>
          <p:spPr>
            <a:xfrm>
              <a:off x="10843260" y="22336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B6D0"/>
            </a:solidFill>
            <a:ln w="0">
              <a:noFill/>
            </a:ln>
          </p:spPr>
        </p:sp>
        <p:sp>
          <p:nvSpPr>
            <p:cNvPr id="12040" name="U-Net inner skip">
              <a:extLst>
                <a:ext uri="{FF2B5EF4-FFF2-40B4-BE49-F238E27FC236}">
                  <a16:creationId xmlns:a16="http://schemas.microsoft.com/office/drawing/2014/main" id="{E7106C98-61A5-4CEF-802D-4917C2485741}"/>
                </a:ext>
              </a:extLst>
            </p:cNvPr>
            <p:cNvSpPr>
              <a:spLocks noGrp="1"/>
            </p:cNvSpPr>
            <p:nvPr/>
          </p:nvSpPr>
          <p:spPr>
            <a:xfrm>
              <a:off x="5591175" y="2095500"/>
              <a:ext cx="3533775" cy="800100"/>
            </a:xfrm>
            <a:custGeom>
              <a:pathLst>
                <a:path w="3533775" h="800100">
                  <a:moveTo>
                    <a:pt x="0" y="800100"/>
                  </a:moveTo>
                  <a:lnTo>
                    <a:pt x="0" y="0"/>
                  </a:lnTo>
                  <a:lnTo>
                    <a:pt x="3533775" y="0"/>
                  </a:lnTo>
                  <a:lnTo>
                    <a:pt x="3533775" y="800100"/>
                  </a:lnTo>
                </a:path>
              </a:pathLst>
            </a:custGeom>
            <a:noFill/>
            <a:ln w="5691">
              <a:solidFill>
                <a:srgbClr val="97B6D0"/>
              </a:solidFill>
              <a:prstDash val="dash"/>
            </a:ln>
          </p:spPr>
        </p:sp>
        <p:sp>
          <p:nvSpPr>
            <p:cNvPr id="12041" name="U-Net inner skip | arrowhead">
              <a:extLst>
                <a:ext uri="{FF2B5EF4-FFF2-40B4-BE49-F238E27FC236}">
                  <a16:creationId xmlns:a16="http://schemas.microsoft.com/office/drawing/2014/main" id="{FEE2870D-E420-456D-B1CC-FD6540F45A26}"/>
                </a:ext>
              </a:extLst>
            </p:cNvPr>
            <p:cNvSpPr>
              <a:spLocks noGrp="1"/>
            </p:cNvSpPr>
            <p:nvPr/>
          </p:nvSpPr>
          <p:spPr>
            <a:xfrm>
              <a:off x="9081135" y="2795588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B6D0"/>
            </a:solidFill>
            <a:ln w="0">
              <a:noFill/>
            </a:ln>
          </p:spPr>
        </p:sp>
        <p:sp>
          <p:nvSpPr>
            <p:cNvPr id="12042" name="Encoder">
              <a:extLst>
                <a:ext uri="{FF2B5EF4-FFF2-40B4-BE49-F238E27FC236}">
                  <a16:creationId xmlns:a16="http://schemas.microsoft.com/office/drawing/2014/main" id="{7433B127-52FC-420D-BC80-287A7F7DD846}"/>
                </a:ext>
              </a:extLst>
            </p:cNvPr>
            <p:cNvSpPr>
              <a:spLocks noGrp="1"/>
            </p:cNvSpPr>
            <p:nvPr/>
          </p:nvSpPr>
          <p:spPr>
            <a:xfrm>
              <a:off x="3476625" y="4124325"/>
              <a:ext cx="246697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507CAB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507CAB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  <p:sp>
          <p:nvSpPr>
            <p:cNvPr id="12043" name="Bottleneck">
              <a:extLst>
                <a:ext uri="{FF2B5EF4-FFF2-40B4-BE49-F238E27FC236}">
                  <a16:creationId xmlns:a16="http://schemas.microsoft.com/office/drawing/2014/main" id="{1989A385-5CFD-4A8D-BA83-8F7D093D0461}"/>
                </a:ext>
              </a:extLst>
            </p:cNvPr>
            <p:cNvSpPr>
              <a:spLocks noGrp="1"/>
            </p:cNvSpPr>
            <p:nvPr/>
          </p:nvSpPr>
          <p:spPr>
            <a:xfrm>
              <a:off x="6353175" y="4124325"/>
              <a:ext cx="200025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8C72AC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8C72AC"/>
                  </a:solidFill>
                  <a:latin typeface="Arial"/>
                  <a:ea typeface="Arial"/>
                  <a:cs typeface="Arial"/>
                </a:rPr>
                <a:t>Bottleneck</a:t>
              </a:r>
            </a:p>
          </p:txBody>
        </p:sp>
        <p:sp>
          <p:nvSpPr>
            <p:cNvPr id="12044" name="Decoder">
              <a:extLst>
                <a:ext uri="{FF2B5EF4-FFF2-40B4-BE49-F238E27FC236}">
                  <a16:creationId xmlns:a16="http://schemas.microsoft.com/office/drawing/2014/main" id="{48614F48-23EC-4E15-AC2F-660B92B07D7A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4124325"/>
              <a:ext cx="237172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4F8E84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4F8E84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  <p:sp>
          <p:nvSpPr>
            <p:cNvPr id="12045" name="Voxel-to-point fusion">
              <a:extLst>
                <a:ext uri="{FF2B5EF4-FFF2-40B4-BE49-F238E27FC236}">
                  <a16:creationId xmlns:a16="http://schemas.microsoft.com/office/drawing/2014/main" id="{2E19D855-72CD-4A7B-9814-47AA3E15EE98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46" name="Voxel-to-point fusion | arrowhead">
              <a:extLst>
                <a:ext uri="{FF2B5EF4-FFF2-40B4-BE49-F238E27FC236}">
                  <a16:creationId xmlns:a16="http://schemas.microsoft.com/office/drawing/2014/main" id="{5A02CCA0-D239-482E-A5C0-DABA02E2FE4B}"/>
                </a:ext>
              </a:extLst>
            </p:cNvPr>
            <p:cNvSpPr>
              <a:spLocks noGrp="1"/>
            </p:cNvSpPr>
            <p:nvPr/>
          </p:nvSpPr>
          <p:spPr>
            <a:xfrm>
              <a:off x="3775710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47" name="Voxel-to-point fusion">
              <a:extLst>
                <a:ext uri="{FF2B5EF4-FFF2-40B4-BE49-F238E27FC236}">
                  <a16:creationId xmlns:a16="http://schemas.microsoft.com/office/drawing/2014/main" id="{D021B9F3-6B7C-4BEE-9FDE-9D83A51025D9}"/>
                </a:ext>
              </a:extLst>
            </p:cNvPr>
            <p:cNvSpPr>
              <a:spLocks noGrp="1"/>
            </p:cNvSpPr>
            <p:nvPr/>
          </p:nvSpPr>
          <p:spPr>
            <a:xfrm>
              <a:off x="7353300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48" name="Voxel-to-point fusion | arrowhead">
              <a:extLst>
                <a:ext uri="{FF2B5EF4-FFF2-40B4-BE49-F238E27FC236}">
                  <a16:creationId xmlns:a16="http://schemas.microsoft.com/office/drawing/2014/main" id="{E079982C-2DD6-4061-98D7-930607294992}"/>
                </a:ext>
              </a:extLst>
            </p:cNvPr>
            <p:cNvSpPr>
              <a:spLocks noGrp="1"/>
            </p:cNvSpPr>
            <p:nvPr/>
          </p:nvSpPr>
          <p:spPr>
            <a:xfrm>
              <a:off x="7309485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49" name="Voxel-to-point fusion">
              <a:extLst>
                <a:ext uri="{FF2B5EF4-FFF2-40B4-BE49-F238E27FC236}">
                  <a16:creationId xmlns:a16="http://schemas.microsoft.com/office/drawing/2014/main" id="{B8130579-44B0-413F-A85D-7A0007176467}"/>
                </a:ext>
              </a:extLst>
            </p:cNvPr>
            <p:cNvSpPr>
              <a:spLocks noGrp="1"/>
            </p:cNvSpPr>
            <p:nvPr/>
          </p:nvSpPr>
          <p:spPr>
            <a:xfrm>
              <a:off x="10887075" y="4581525"/>
              <a:ext cx="476" cy="1295400"/>
            </a:xfrm>
            <a:custGeom>
              <a:pathLst>
                <a:path w="476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0089">
              <a:solidFill>
                <a:srgbClr val="388BBE"/>
              </a:solidFill>
              <a:prstDash val="solid"/>
            </a:ln>
          </p:spPr>
        </p:sp>
        <p:sp>
          <p:nvSpPr>
            <p:cNvPr id="12050" name="Voxel-to-point fusion | arrowhead">
              <a:extLst>
                <a:ext uri="{FF2B5EF4-FFF2-40B4-BE49-F238E27FC236}">
                  <a16:creationId xmlns:a16="http://schemas.microsoft.com/office/drawing/2014/main" id="{A3F5A8D0-CC75-480C-B1DA-8E712712E9B1}"/>
                </a:ext>
              </a:extLst>
            </p:cNvPr>
            <p:cNvSpPr>
              <a:spLocks noGrp="1"/>
            </p:cNvSpPr>
            <p:nvPr/>
          </p:nvSpPr>
          <p:spPr>
            <a:xfrm>
              <a:off x="10843260" y="5776913"/>
              <a:ext cx="87630" cy="100013"/>
            </a:xfrm>
            <a:custGeom>
              <a:pathLst>
                <a:path w="87630" h="100013">
                  <a:moveTo>
                    <a:pt x="43815" y="100013"/>
                  </a:moveTo>
                  <a:lnTo>
                    <a:pt x="87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51" name="Voxel-to-point fusion">
              <a:extLst>
                <a:ext uri="{FF2B5EF4-FFF2-40B4-BE49-F238E27FC236}">
                  <a16:creationId xmlns:a16="http://schemas.microsoft.com/office/drawing/2014/main" id="{F27E6F9A-A09D-4E68-8429-A3A60A0656C7}"/>
                </a:ext>
              </a:extLst>
            </p:cNvPr>
            <p:cNvSpPr>
              <a:spLocks noGrp="1"/>
            </p:cNvSpPr>
            <p:nvPr/>
          </p:nvSpPr>
          <p:spPr>
            <a:xfrm>
              <a:off x="4162425" y="4924425"/>
              <a:ext cx="27908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Voxel-to-point</a:t>
              </a:r>
            </a:p>
            <a:p>
              <a:pPr algn="ctr">
                <a:def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61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fusion</a:t>
              </a:r>
            </a:p>
          </p:txBody>
        </p:sp>
        <p:sp>
          <p:nvSpPr>
            <p:cNvPr id="12052" name="Point pathway forward">
              <a:extLst>
                <a:ext uri="{FF2B5EF4-FFF2-40B4-BE49-F238E27FC236}">
                  <a16:creationId xmlns:a16="http://schemas.microsoft.com/office/drawing/2014/main" id="{5CBF7463-0649-4E84-8E2A-9B750D6594DC}"/>
                </a:ext>
              </a:extLst>
            </p:cNvPr>
            <p:cNvSpPr>
              <a:spLocks noGrp="1"/>
            </p:cNvSpPr>
            <p:nvPr/>
          </p:nvSpPr>
          <p:spPr>
            <a:xfrm>
              <a:off x="4448175" y="6400800"/>
              <a:ext cx="504825" cy="476"/>
            </a:xfrm>
            <a:custGeom>
              <a:pathLst>
                <a:path w="504825" h="476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3" name="Point pathway forward | arrowhead">
              <a:extLst>
                <a:ext uri="{FF2B5EF4-FFF2-40B4-BE49-F238E27FC236}">
                  <a16:creationId xmlns:a16="http://schemas.microsoft.com/office/drawing/2014/main" id="{F7BE2ED4-99A3-45A4-AA3E-A72882D3993B}"/>
                </a:ext>
              </a:extLst>
            </p:cNvPr>
            <p:cNvSpPr>
              <a:spLocks noGrp="1"/>
            </p:cNvSpPr>
            <p:nvPr/>
          </p:nvSpPr>
          <p:spPr>
            <a:xfrm>
              <a:off x="485298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4" name="Point pathway forward">
              <a:extLst>
                <a:ext uri="{FF2B5EF4-FFF2-40B4-BE49-F238E27FC236}">
                  <a16:creationId xmlns:a16="http://schemas.microsoft.com/office/drawing/2014/main" id="{6F1E73D5-E618-4F72-A3B3-72585E911C16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6400800"/>
              <a:ext cx="495300" cy="476"/>
            </a:xfrm>
            <a:custGeom>
              <a:pathLst>
                <a:path w="495300" h="476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5" name="Point pathway forward | arrowhead">
              <a:extLst>
                <a:ext uri="{FF2B5EF4-FFF2-40B4-BE49-F238E27FC236}">
                  <a16:creationId xmlns:a16="http://schemas.microsoft.com/office/drawing/2014/main" id="{CD37C046-6FEB-4FA7-9302-7EE2F262506E}"/>
                </a:ext>
              </a:extLst>
            </p:cNvPr>
            <p:cNvSpPr>
              <a:spLocks noGrp="1"/>
            </p:cNvSpPr>
            <p:nvPr/>
          </p:nvSpPr>
          <p:spPr>
            <a:xfrm>
              <a:off x="6615113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6" name="Point pathway forward">
              <a:extLst>
                <a:ext uri="{FF2B5EF4-FFF2-40B4-BE49-F238E27FC236}">
                  <a16:creationId xmlns:a16="http://schemas.microsoft.com/office/drawing/2014/main" id="{A4C90B7B-D4D5-47BB-B67E-9451F5E5C945}"/>
                </a:ext>
              </a:extLst>
            </p:cNvPr>
            <p:cNvSpPr>
              <a:spLocks noGrp="1"/>
            </p:cNvSpPr>
            <p:nvPr/>
          </p:nvSpPr>
          <p:spPr>
            <a:xfrm>
              <a:off x="7981950" y="6400800"/>
              <a:ext cx="504825" cy="476"/>
            </a:xfrm>
            <a:custGeom>
              <a:pathLst>
                <a:path w="504825" h="476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7" name="Point pathway forward | arrowhead">
              <a:extLst>
                <a:ext uri="{FF2B5EF4-FFF2-40B4-BE49-F238E27FC236}">
                  <a16:creationId xmlns:a16="http://schemas.microsoft.com/office/drawing/2014/main" id="{F82D1976-921E-4405-80AC-F3D9AD6588D5}"/>
                </a:ext>
              </a:extLst>
            </p:cNvPr>
            <p:cNvSpPr>
              <a:spLocks noGrp="1"/>
            </p:cNvSpPr>
            <p:nvPr/>
          </p:nvSpPr>
          <p:spPr>
            <a:xfrm>
              <a:off x="8386763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58" name="Point pathway forward">
              <a:extLst>
                <a:ext uri="{FF2B5EF4-FFF2-40B4-BE49-F238E27FC236}">
                  <a16:creationId xmlns:a16="http://schemas.microsoft.com/office/drawing/2014/main" id="{B858A5E5-6274-4EC0-9653-E170504D1168}"/>
                </a:ext>
              </a:extLst>
            </p:cNvPr>
            <p:cNvSpPr>
              <a:spLocks noGrp="1"/>
            </p:cNvSpPr>
            <p:nvPr/>
          </p:nvSpPr>
          <p:spPr>
            <a:xfrm>
              <a:off x="9753600" y="6400800"/>
              <a:ext cx="495300" cy="476"/>
            </a:xfrm>
            <a:custGeom>
              <a:pathLst>
                <a:path w="495300" h="476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8020">
              <a:solidFill>
                <a:srgbClr val="8C77B3"/>
              </a:solidFill>
              <a:prstDash val="solid"/>
            </a:ln>
          </p:spPr>
        </p:sp>
        <p:sp>
          <p:nvSpPr>
            <p:cNvPr id="12059" name="Point pathway forward | arrowhead">
              <a:extLst>
                <a:ext uri="{FF2B5EF4-FFF2-40B4-BE49-F238E27FC236}">
                  <a16:creationId xmlns:a16="http://schemas.microsoft.com/office/drawing/2014/main" id="{FF519A43-DF77-448A-A9A2-F2B0C8FF1DE0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60" name="Point recycling">
              <a:extLst>
                <a:ext uri="{FF2B5EF4-FFF2-40B4-BE49-F238E27FC236}">
                  <a16:creationId xmlns:a16="http://schemas.microsoft.com/office/drawing/2014/main" id="{8349F4A1-5D54-4626-8EE1-63C3C859B930}"/>
                </a:ext>
              </a:extLst>
            </p:cNvPr>
            <p:cNvSpPr>
              <a:spLocks noGrp="1"/>
            </p:cNvSpPr>
            <p:nvPr/>
          </p:nvSpPr>
          <p:spPr>
            <a:xfrm>
              <a:off x="3819525" y="6943725"/>
              <a:ext cx="7067550" cy="381000"/>
            </a:xfrm>
            <a:custGeom>
              <a:pathLst>
                <a:path w="7067550" h="381000">
                  <a:moveTo>
                    <a:pt x="7067550" y="0"/>
                  </a:moveTo>
                  <a:lnTo>
                    <a:pt x="7067550" y="381000"/>
                  </a:lnTo>
                  <a:lnTo>
                    <a:pt x="0" y="381000"/>
                  </a:lnTo>
                  <a:lnTo>
                    <a:pt x="0" y="0"/>
                  </a:lnTo>
                </a:path>
              </a:pathLst>
            </a:custGeom>
            <a:noFill/>
            <a:ln w="7243">
              <a:solidFill>
                <a:srgbClr val="639CCB"/>
              </a:solidFill>
              <a:prstDash val="solid"/>
            </a:ln>
          </p:spPr>
        </p:sp>
        <p:sp>
          <p:nvSpPr>
            <p:cNvPr id="12061" name="Point recycling | arrowhead">
              <a:extLst>
                <a:ext uri="{FF2B5EF4-FFF2-40B4-BE49-F238E27FC236}">
                  <a16:creationId xmlns:a16="http://schemas.microsoft.com/office/drawing/2014/main" id="{90402031-E2D6-4254-AA44-AFF5372FD9AF}"/>
                </a:ext>
              </a:extLst>
            </p:cNvPr>
            <p:cNvSpPr>
              <a:spLocks noGrp="1"/>
            </p:cNvSpPr>
            <p:nvPr/>
          </p:nvSpPr>
          <p:spPr>
            <a:xfrm>
              <a:off x="3775710" y="6943725"/>
              <a:ext cx="87630" cy="100013"/>
            </a:xfrm>
            <a:custGeom>
              <a:pathLst>
                <a:path w="87630" h="100013">
                  <a:moveTo>
                    <a:pt x="43815" y="0"/>
                  </a:moveTo>
                  <a:lnTo>
                    <a:pt x="0" y="100013"/>
                  </a:lnTo>
                  <a:lnTo>
                    <a:pt x="87630" y="100013"/>
                  </a:lnTo>
                  <a:close/>
                </a:path>
              </a:pathLst>
            </a:custGeom>
            <a:solidFill>
              <a:srgbClr val="639CCB"/>
            </a:solidFill>
            <a:ln w="0">
              <a:noFill/>
            </a:ln>
          </p:spPr>
        </p:sp>
        <p:sp>
          <p:nvSpPr>
            <p:cNvPr id="12062" name="Recycle">
              <a:extLst>
                <a:ext uri="{FF2B5EF4-FFF2-40B4-BE49-F238E27FC236}">
                  <a16:creationId xmlns:a16="http://schemas.microsoft.com/office/drawing/2014/main" id="{9C93D229-7AA8-4500-BFBF-AE1A9CCB8795}"/>
                </a:ext>
              </a:extLst>
            </p:cNvPr>
            <p:cNvSpPr>
              <a:spLocks noGrp="1"/>
            </p:cNvSpPr>
            <p:nvPr/>
          </p:nvSpPr>
          <p:spPr>
            <a:xfrm>
              <a:off x="6619875" y="7115175"/>
              <a:ext cx="1495425" cy="400050"/>
            </a:xfrm>
            <a:prstGeom prst="rect">
              <a:avLst/>
            </a:prstGeom>
            <a:solidFill>
              <a:srgbClr val="F4F8FC"/>
            </a:solidFill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4D82AA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4D82AA"/>
                  </a:solidFill>
                  <a:latin typeface="Arial"/>
                  <a:ea typeface="Arial"/>
                  <a:cs typeface="Arial"/>
                </a:rPr>
                <a:t>Recycle</a:t>
              </a:r>
            </a:p>
          </p:txBody>
        </p:sp>
        <p:sp>
          <p:nvSpPr>
            <p:cNvPr id="12063" name="Point Transformer V3">
              <a:extLst>
                <a:ext uri="{FF2B5EF4-FFF2-40B4-BE49-F238E27FC236}">
                  <a16:creationId xmlns:a16="http://schemas.microsoft.com/office/drawing/2014/main" id="{96D189F3-B4E2-4571-BF80-2176CD68D9C8}"/>
                </a:ext>
              </a:extLst>
            </p:cNvPr>
            <p:cNvSpPr>
              <a:spLocks noGrp="1"/>
            </p:cNvSpPr>
            <p:nvPr/>
          </p:nvSpPr>
          <p:spPr>
            <a:xfrm>
              <a:off x="4219575" y="7648575"/>
              <a:ext cx="6296025" cy="428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Point Transformer V3</a:t>
              </a:r>
            </a:p>
          </p:txBody>
        </p:sp>
        <p:sp>
          <p:nvSpPr>
            <p:cNvPr id="12064" name="Voxel pathway to ligand-area probability">
              <a:extLst>
                <a:ext uri="{FF2B5EF4-FFF2-40B4-BE49-F238E27FC236}">
                  <a16:creationId xmlns:a16="http://schemas.microsoft.com/office/drawing/2014/main" id="{381E1A67-D932-4760-93D7-49DCFF1EBBBE}"/>
                </a:ext>
              </a:extLst>
            </p:cNvPr>
            <p:cNvSpPr>
              <a:spLocks noGrp="1"/>
            </p:cNvSpPr>
            <p:nvPr/>
          </p:nvSpPr>
          <p:spPr>
            <a:xfrm>
              <a:off x="11553825" y="3105150"/>
              <a:ext cx="352425" cy="476"/>
            </a:xfrm>
            <a:custGeom>
              <a:pathLst>
                <a:path w="352425" h="476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w="8278">
              <a:solidFill>
                <a:srgbClr val="388BBE"/>
              </a:solidFill>
              <a:prstDash val="solid"/>
            </a:ln>
          </p:spPr>
        </p:sp>
        <p:sp>
          <p:nvSpPr>
            <p:cNvPr id="12065" name="Voxel pathway to ligand-area probability | arrowhead">
              <a:extLst>
                <a:ext uri="{FF2B5EF4-FFF2-40B4-BE49-F238E27FC236}">
                  <a16:creationId xmlns:a16="http://schemas.microsoft.com/office/drawing/2014/main" id="{763C4C41-E8A7-4033-B182-19A0F77CF785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8" y="306133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66" name="Point pathway to atom binding probability">
              <a:extLst>
                <a:ext uri="{FF2B5EF4-FFF2-40B4-BE49-F238E27FC236}">
                  <a16:creationId xmlns:a16="http://schemas.microsoft.com/office/drawing/2014/main" id="{9201B913-92CF-4D76-A4E0-D0587A3C8F46}"/>
                </a:ext>
              </a:extLst>
            </p:cNvPr>
            <p:cNvSpPr>
              <a:spLocks noGrp="1"/>
            </p:cNvSpPr>
            <p:nvPr/>
          </p:nvSpPr>
          <p:spPr>
            <a:xfrm>
              <a:off x="11534775" y="6400800"/>
              <a:ext cx="371475" cy="476"/>
            </a:xfrm>
            <a:custGeom>
              <a:pathLst>
                <a:path w="371475" h="476">
                  <a:moveTo>
                    <a:pt x="0" y="0"/>
                  </a:moveTo>
                  <a:lnTo>
                    <a:pt x="371475" y="0"/>
                  </a:lnTo>
                </a:path>
              </a:pathLst>
            </a:custGeom>
            <a:noFill/>
            <a:ln w="8278">
              <a:solidFill>
                <a:srgbClr val="8C77B3"/>
              </a:solidFill>
              <a:prstDash val="solid"/>
            </a:ln>
          </p:spPr>
        </p:sp>
        <p:sp>
          <p:nvSpPr>
            <p:cNvPr id="12067" name="Point pathway to atom binding probability | arrowhead">
              <a:extLst>
                <a:ext uri="{FF2B5EF4-FFF2-40B4-BE49-F238E27FC236}">
                  <a16:creationId xmlns:a16="http://schemas.microsoft.com/office/drawing/2014/main" id="{C42BBE72-FFAF-40CF-9226-AE7D2E6E1B74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8" y="6356985"/>
              <a:ext cx="100013" cy="87630"/>
            </a:xfrm>
            <a:custGeom>
              <a:pathLst>
                <a:path w="100013" h="87630">
                  <a:moveTo>
                    <a:pt x="100013" y="43815"/>
                  </a:moveTo>
                  <a:lnTo>
                    <a:pt x="0" y="0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68" name="Ligand-area probability">
              <a:extLst>
                <a:ext uri="{FF2B5EF4-FFF2-40B4-BE49-F238E27FC236}">
                  <a16:creationId xmlns:a16="http://schemas.microsoft.com/office/drawing/2014/main" id="{593A94F6-1DA8-4E9E-97CB-AC2A81EFEC14}"/>
                </a:ext>
              </a:extLst>
            </p:cNvPr>
            <p:cNvSpPr>
              <a:spLocks noGrp="1"/>
            </p:cNvSpPr>
            <p:nvPr/>
          </p:nvSpPr>
          <p:spPr>
            <a:xfrm>
              <a:off x="12106275" y="1371600"/>
              <a:ext cx="270510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Ligand-area</a:t>
              </a:r>
            </a:p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pic>
          <p:nvPicPr>
            <p:cNvPr id="12069" name=""/>
            <p:cNvPicPr>
              <a:picLocks noChangeAspect="1"/>
            </p:cNvPicPr>
            <p:nvPr/>
          </p:nvPicPr>
          <p:blipFill>
            <a:blip r:embed="rIdMethodB9"/>
            <a:stretch/>
          </p:blipFill>
          <p:spPr>
            <a:xfrm>
              <a:off x="12272773" y="2143125"/>
              <a:ext cx="1619630" cy="1638300"/>
            </a:xfrm>
            <a:prstGeom prst="rect">
              <a:avLst/>
            </a:prstGeom>
          </p:spPr>
        </p:pic>
        <p:sp>
          <p:nvSpPr>
            <p:cNvPr id="12070" name="Cues to Match">
              <a:extLst>
                <a:ext uri="{FF2B5EF4-FFF2-40B4-BE49-F238E27FC236}">
                  <a16:creationId xmlns:a16="http://schemas.microsoft.com/office/drawing/2014/main" id="{AFC35B8B-3C14-4C29-BCC5-16020B1AE6BD}"/>
                </a:ext>
              </a:extLst>
            </p:cNvPr>
            <p:cNvSpPr>
              <a:spLocks noGrp="1"/>
            </p:cNvSpPr>
            <p:nvPr/>
          </p:nvSpPr>
          <p:spPr>
            <a:xfrm>
              <a:off x="12115800" y="4191000"/>
              <a:ext cx="266700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Cues to Match</a:t>
              </a:r>
            </a:p>
          </p:txBody>
        </p:sp>
        <p:sp>
          <p:nvSpPr>
            <p:cNvPr id="12071" name="Blob">
              <a:extLst>
                <a:ext uri="{FF2B5EF4-FFF2-40B4-BE49-F238E27FC236}">
                  <a16:creationId xmlns:a16="http://schemas.microsoft.com/office/drawing/2014/main" id="{0BD65C1B-0FE2-430E-8BFF-02A43D45613E}"/>
                </a:ext>
              </a:extLst>
            </p:cNvPr>
            <p:cNvSpPr>
              <a:spLocks noGrp="1"/>
            </p:cNvSpPr>
            <p:nvPr/>
          </p:nvSpPr>
          <p:spPr>
            <a:xfrm>
              <a:off x="12163425" y="4829175"/>
              <a:ext cx="99060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Blob</a:t>
              </a:r>
            </a:p>
          </p:txBody>
        </p:sp>
        <p:sp>
          <p:nvSpPr>
            <p:cNvPr id="12072" name="Pseudo atoms cue">
              <a:extLst>
                <a:ext uri="{FF2B5EF4-FFF2-40B4-BE49-F238E27FC236}">
                  <a16:creationId xmlns:a16="http://schemas.microsoft.com/office/drawing/2014/main" id="{F35D7F89-F7FA-477D-9F59-8BE25E17980E}"/>
                </a:ext>
              </a:extLst>
            </p:cNvPr>
            <p:cNvSpPr>
              <a:spLocks noGrp="1"/>
            </p:cNvSpPr>
            <p:nvPr/>
          </p:nvSpPr>
          <p:spPr>
            <a:xfrm>
              <a:off x="13220700" y="4829175"/>
              <a:ext cx="16573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73" name="Atom binding probability">
              <a:extLst>
                <a:ext uri="{FF2B5EF4-FFF2-40B4-BE49-F238E27FC236}">
                  <a16:creationId xmlns:a16="http://schemas.microsoft.com/office/drawing/2014/main" id="{EFE9FB00-D00B-4BBB-AEBA-40C45DDF6E97}"/>
                </a:ext>
              </a:extLst>
            </p:cNvPr>
            <p:cNvSpPr>
              <a:spLocks noGrp="1"/>
            </p:cNvSpPr>
            <p:nvPr/>
          </p:nvSpPr>
          <p:spPr>
            <a:xfrm>
              <a:off x="12106275" y="5524500"/>
              <a:ext cx="270510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Atom binding</a:t>
              </a:r>
            </a:p>
            <a:p>
              <a:pPr algn="l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sp>
          <p:nvSpPr>
            <p:cNvPr id="12074" name="Probability scale">
              <a:extLst>
                <a:ext uri="{FF2B5EF4-FFF2-40B4-BE49-F238E27FC236}">
                  <a16:creationId xmlns:a16="http://schemas.microsoft.com/office/drawing/2014/main" id="{E53F23E7-A394-48F9-8E25-A14C9D91306D}"/>
                </a:ext>
              </a:extLst>
            </p:cNvPr>
            <p:cNvSpPr>
              <a:spLocks noGrp="1"/>
            </p:cNvSpPr>
            <p:nvPr/>
          </p:nvSpPr>
          <p:spPr>
            <a:xfrm>
              <a:off x="14154150" y="2447925"/>
              <a:ext cx="114300" cy="904875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75" name="High">
              <a:extLst>
                <a:ext uri="{FF2B5EF4-FFF2-40B4-BE49-F238E27FC236}">
                  <a16:creationId xmlns:a16="http://schemas.microsoft.com/office/drawing/2014/main" id="{B086D2D6-9D1B-4F16-B027-DBA16BEBB91B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2352675"/>
              <a:ext cx="638175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076" name="Low">
              <a:extLst>
                <a:ext uri="{FF2B5EF4-FFF2-40B4-BE49-F238E27FC236}">
                  <a16:creationId xmlns:a16="http://schemas.microsoft.com/office/drawing/2014/main" id="{20732218-2ACA-4D65-BF21-EE776F11AE4A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3133725"/>
              <a:ext cx="609600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sp>
          <p:nvSpPr>
            <p:cNvPr id="12077" name="Probability scale">
              <a:extLst>
                <a:ext uri="{FF2B5EF4-FFF2-40B4-BE49-F238E27FC236}">
                  <a16:creationId xmlns:a16="http://schemas.microsoft.com/office/drawing/2014/main" id="{CEDFC6D7-50A2-4802-BBB6-A39A330D202C}"/>
                </a:ext>
              </a:extLst>
            </p:cNvPr>
            <p:cNvSpPr>
              <a:spLocks noGrp="1"/>
            </p:cNvSpPr>
            <p:nvPr/>
          </p:nvSpPr>
          <p:spPr>
            <a:xfrm>
              <a:off x="14154150" y="6562725"/>
              <a:ext cx="114300" cy="904875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78" name="High">
              <a:extLst>
                <a:ext uri="{FF2B5EF4-FFF2-40B4-BE49-F238E27FC236}">
                  <a16:creationId xmlns:a16="http://schemas.microsoft.com/office/drawing/2014/main" id="{254A0B03-4586-4860-9815-0AD774C1766D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6467475"/>
              <a:ext cx="638175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079" name="Low">
              <a:extLst>
                <a:ext uri="{FF2B5EF4-FFF2-40B4-BE49-F238E27FC236}">
                  <a16:creationId xmlns:a16="http://schemas.microsoft.com/office/drawing/2014/main" id="{5BB43DD0-EAAF-4CC7-9D61-590505C4C0D8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7248525"/>
              <a:ext cx="609600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grpSp>
          <p:nvGrpSpPr>
            <p:cNvPr id="12080" name="b | PTV3 stage 1">
              <a:extLst>
                <a:ext uri="{FF2B5EF4-FFF2-40B4-BE49-F238E27FC236}">
                  <a16:creationId xmlns:a16="http://schemas.microsoft.com/office/drawing/2014/main" id="{C45814B3-EFC9-43F3-86EA-9E90B55A5FA2}"/>
                </a:ext>
              </a:extLst>
            </p:cNvPr>
            <p:cNvGrpSpPr/>
            <p:nvPr/>
          </p:nvGrpSpPr>
          <p:grpSpPr>
            <a:xfrm>
              <a:off x="3219450" y="5972175"/>
              <a:ext cx="1200150" cy="857250"/>
              <a:chOff x="1837958" y="1438830"/>
              <a:chExt cx="279225" cy="243090"/>
            </a:xfrm>
          </p:grpSpPr>
          <p:sp>
            <p:nvSpPr>
              <p:cNvPr id="12081" name="rect_1844">
                <a:extLst>
                  <a:ext uri="{FF2B5EF4-FFF2-40B4-BE49-F238E27FC236}">
                    <a16:creationId xmlns:a16="http://schemas.microsoft.com/office/drawing/2014/main" id="{B5671B83-C213-C890-1425-1EB7DF5A4A0C}"/>
                  </a:ext>
                </a:extLst>
              </p:cNvPr>
              <p:cNvSpPr/>
              <p:nvPr/>
            </p:nvSpPr>
            <p:spPr>
              <a:xfrm>
                <a:off x="183795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2" name="ellipse_1845">
                <a:extLst>
                  <a:ext uri="{FF2B5EF4-FFF2-40B4-BE49-F238E27FC236}">
                    <a16:creationId xmlns:a16="http://schemas.microsoft.com/office/drawing/2014/main" id="{B50990B0-29D6-7AF9-F0C5-15002957B0B5}"/>
                  </a:ext>
                </a:extLst>
              </p:cNvPr>
              <p:cNvSpPr/>
              <p:nvPr/>
            </p:nvSpPr>
            <p:spPr>
              <a:xfrm>
                <a:off x="1911179" y="154988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3" name="ellipse_1846">
                <a:extLst>
                  <a:ext uri="{FF2B5EF4-FFF2-40B4-BE49-F238E27FC236}">
                    <a16:creationId xmlns:a16="http://schemas.microsoft.com/office/drawing/2014/main" id="{FEFFD3D0-0BD7-DDF3-F532-55FA4DEE08AD}"/>
                  </a:ext>
                </a:extLst>
              </p:cNvPr>
              <p:cNvSpPr/>
              <p:nvPr/>
            </p:nvSpPr>
            <p:spPr>
              <a:xfrm>
                <a:off x="2016057" y="15691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4" name="ellipse_1847">
                <a:extLst>
                  <a:ext uri="{FF2B5EF4-FFF2-40B4-BE49-F238E27FC236}">
                    <a16:creationId xmlns:a16="http://schemas.microsoft.com/office/drawing/2014/main" id="{5AC63B99-5AA2-748D-4B2A-8738E56838EE}"/>
                  </a:ext>
                </a:extLst>
              </p:cNvPr>
              <p:cNvSpPr/>
              <p:nvPr/>
            </p:nvSpPr>
            <p:spPr>
              <a:xfrm>
                <a:off x="1901005" y="1463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5" name="ellipse_1848">
                <a:extLst>
                  <a:ext uri="{FF2B5EF4-FFF2-40B4-BE49-F238E27FC236}">
                    <a16:creationId xmlns:a16="http://schemas.microsoft.com/office/drawing/2014/main" id="{5E56F200-0481-CC61-DDAD-84339083D2F4}"/>
                  </a:ext>
                </a:extLst>
              </p:cNvPr>
              <p:cNvSpPr/>
              <p:nvPr/>
            </p:nvSpPr>
            <p:spPr>
              <a:xfrm>
                <a:off x="1966917" y="149122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6" name="ellipse_1849">
                <a:extLst>
                  <a:ext uri="{FF2B5EF4-FFF2-40B4-BE49-F238E27FC236}">
                    <a16:creationId xmlns:a16="http://schemas.microsoft.com/office/drawing/2014/main" id="{79CD2A1E-1F24-0A68-968A-24B787463A8A}"/>
                  </a:ext>
                </a:extLst>
              </p:cNvPr>
              <p:cNvSpPr/>
              <p:nvPr/>
            </p:nvSpPr>
            <p:spPr>
              <a:xfrm>
                <a:off x="1981202" y="14619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7" name="ellipse_1850">
                <a:extLst>
                  <a:ext uri="{FF2B5EF4-FFF2-40B4-BE49-F238E27FC236}">
                    <a16:creationId xmlns:a16="http://schemas.microsoft.com/office/drawing/2014/main" id="{838BE43E-7E48-FEF9-B8D3-053336C9A9B7}"/>
                  </a:ext>
                </a:extLst>
              </p:cNvPr>
              <p:cNvSpPr/>
              <p:nvPr/>
            </p:nvSpPr>
            <p:spPr>
              <a:xfrm>
                <a:off x="2025801" y="15227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8" name="ellipse_1851">
                <a:extLst>
                  <a:ext uri="{FF2B5EF4-FFF2-40B4-BE49-F238E27FC236}">
                    <a16:creationId xmlns:a16="http://schemas.microsoft.com/office/drawing/2014/main" id="{21BEDD8C-EE87-E19B-DCA4-3B837D86767F}"/>
                  </a:ext>
                </a:extLst>
              </p:cNvPr>
              <p:cNvSpPr/>
              <p:nvPr/>
            </p:nvSpPr>
            <p:spPr>
              <a:xfrm>
                <a:off x="1923657" y="157409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89" name="ellipse_1852">
                <a:extLst>
                  <a:ext uri="{FF2B5EF4-FFF2-40B4-BE49-F238E27FC236}">
                    <a16:creationId xmlns:a16="http://schemas.microsoft.com/office/drawing/2014/main" id="{FB7B6F56-6957-96B0-8FC6-8ADEC6EA375D}"/>
                  </a:ext>
                </a:extLst>
              </p:cNvPr>
              <p:cNvSpPr/>
              <p:nvPr/>
            </p:nvSpPr>
            <p:spPr>
              <a:xfrm>
                <a:off x="2046951" y="149268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0" name="ellipse_1853">
                <a:extLst>
                  <a:ext uri="{FF2B5EF4-FFF2-40B4-BE49-F238E27FC236}">
                    <a16:creationId xmlns:a16="http://schemas.microsoft.com/office/drawing/2014/main" id="{9F548155-5A32-FA98-97D0-F474D5064CBD}"/>
                  </a:ext>
                </a:extLst>
              </p:cNvPr>
              <p:cNvSpPr/>
              <p:nvPr/>
            </p:nvSpPr>
            <p:spPr>
              <a:xfrm>
                <a:off x="1971403" y="1621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1" name="ellipse_1854">
                <a:extLst>
                  <a:ext uri="{FF2B5EF4-FFF2-40B4-BE49-F238E27FC236}">
                    <a16:creationId xmlns:a16="http://schemas.microsoft.com/office/drawing/2014/main" id="{AABD4A82-C93A-7FD1-31B8-E344E1F4797F}"/>
                  </a:ext>
                </a:extLst>
              </p:cNvPr>
              <p:cNvSpPr/>
              <p:nvPr/>
            </p:nvSpPr>
            <p:spPr>
              <a:xfrm>
                <a:off x="1916632" y="148370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2" name="Pseudo atom | small solid diamond">
                <a:extLst>
                  <a:ext uri="{FF2B5EF4-FFF2-40B4-BE49-F238E27FC236}">
                    <a16:creationId xmlns:a16="http://schemas.microsoft.com/office/drawing/2014/main" id="{DB67DBC7-DAB5-B477-3F1B-BDDE77209B28}"/>
                  </a:ext>
                </a:extLst>
              </p:cNvPr>
              <p:cNvSpPr/>
              <p:nvPr/>
            </p:nvSpPr>
            <p:spPr>
              <a:xfrm>
                <a:off x="1935302" y="1496547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3" name="Pseudo atom | small solid diamond">
                <a:extLst>
                  <a:ext uri="{FF2B5EF4-FFF2-40B4-BE49-F238E27FC236}">
                    <a16:creationId xmlns:a16="http://schemas.microsoft.com/office/drawing/2014/main" id="{CAC90253-5839-7BAD-4118-9C44FAA8A907}"/>
                  </a:ext>
                </a:extLst>
              </p:cNvPr>
              <p:cNvSpPr/>
              <p:nvPr/>
            </p:nvSpPr>
            <p:spPr>
              <a:xfrm>
                <a:off x="2008513" y="15343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4" name="Pseudo atom | small solid diamond">
                <a:extLst>
                  <a:ext uri="{FF2B5EF4-FFF2-40B4-BE49-F238E27FC236}">
                    <a16:creationId xmlns:a16="http://schemas.microsoft.com/office/drawing/2014/main" id="{512A1101-FC32-A34B-94F4-3CDD54153C51}"/>
                  </a:ext>
                </a:extLst>
              </p:cNvPr>
              <p:cNvSpPr/>
              <p:nvPr/>
            </p:nvSpPr>
            <p:spPr>
              <a:xfrm>
                <a:off x="2067183" y="155715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5" name="Pseudo atom | small solid diamond">
                <a:extLst>
                  <a:ext uri="{FF2B5EF4-FFF2-40B4-BE49-F238E27FC236}">
                    <a16:creationId xmlns:a16="http://schemas.microsoft.com/office/drawing/2014/main" id="{27158A7D-4742-9F4F-55A5-CB30E1635F9F}"/>
                  </a:ext>
                </a:extLst>
              </p:cNvPr>
              <p:cNvSpPr/>
              <p:nvPr/>
            </p:nvSpPr>
            <p:spPr>
              <a:xfrm>
                <a:off x="1931625" y="160262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6" name="Pseudo atom | small solid diamond">
                <a:extLst>
                  <a:ext uri="{FF2B5EF4-FFF2-40B4-BE49-F238E27FC236}">
                    <a16:creationId xmlns:a16="http://schemas.microsoft.com/office/drawing/2014/main" id="{0337DFA3-0A52-3980-5B1C-1F8620AF6818}"/>
                  </a:ext>
                </a:extLst>
              </p:cNvPr>
              <p:cNvSpPr/>
              <p:nvPr/>
            </p:nvSpPr>
            <p:spPr>
              <a:xfrm>
                <a:off x="2063847" y="15524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097" name="b | PTV3 stage 2">
              <a:extLst>
                <a:ext uri="{FF2B5EF4-FFF2-40B4-BE49-F238E27FC236}">
                  <a16:creationId xmlns:a16="http://schemas.microsoft.com/office/drawing/2014/main" id="{169877C2-B1CC-E156-0617-4FF0702D3626}"/>
                </a:ext>
              </a:extLst>
            </p:cNvPr>
            <p:cNvGrpSpPr/>
            <p:nvPr/>
          </p:nvGrpSpPr>
          <p:grpSpPr>
            <a:xfrm>
              <a:off x="5029200" y="5972175"/>
              <a:ext cx="1123950" cy="857250"/>
              <a:chOff x="2276505" y="1465110"/>
              <a:chExt cx="243090" cy="190530"/>
            </a:xfrm>
          </p:grpSpPr>
          <p:sp>
            <p:nvSpPr>
              <p:cNvPr id="12098" name="rect_1860">
                <a:extLst>
                  <a:ext uri="{FF2B5EF4-FFF2-40B4-BE49-F238E27FC236}">
                    <a16:creationId xmlns:a16="http://schemas.microsoft.com/office/drawing/2014/main" id="{E7FE313C-B088-3BC2-A144-58397A0D874F}"/>
                  </a:ext>
                </a:extLst>
              </p:cNvPr>
              <p:cNvSpPr/>
              <p:nvPr/>
            </p:nvSpPr>
            <p:spPr>
              <a:xfrm>
                <a:off x="227650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099" name="ellipse_1861">
                <a:extLst>
                  <a:ext uri="{FF2B5EF4-FFF2-40B4-BE49-F238E27FC236}">
                    <a16:creationId xmlns:a16="http://schemas.microsoft.com/office/drawing/2014/main" id="{7A8053ED-9FB4-D759-96F2-9E81B11D938F}"/>
                  </a:ext>
                </a:extLst>
              </p:cNvPr>
              <p:cNvSpPr/>
              <p:nvPr/>
            </p:nvSpPr>
            <p:spPr>
              <a:xfrm>
                <a:off x="2443383" y="14753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0" name="ellipse_1862">
                <a:extLst>
                  <a:ext uri="{FF2B5EF4-FFF2-40B4-BE49-F238E27FC236}">
                    <a16:creationId xmlns:a16="http://schemas.microsoft.com/office/drawing/2014/main" id="{246A1410-22A0-1622-383A-1A82C2C75BEE}"/>
                  </a:ext>
                </a:extLst>
              </p:cNvPr>
              <p:cNvSpPr/>
              <p:nvPr/>
            </p:nvSpPr>
            <p:spPr>
              <a:xfrm>
                <a:off x="2334302" y="149054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1" name="ellipse_1863">
                <a:extLst>
                  <a:ext uri="{FF2B5EF4-FFF2-40B4-BE49-F238E27FC236}">
                    <a16:creationId xmlns:a16="http://schemas.microsoft.com/office/drawing/2014/main" id="{F264C225-B1F6-F8CF-CB2A-6E26C48FD7E1}"/>
                  </a:ext>
                </a:extLst>
              </p:cNvPr>
              <p:cNvSpPr/>
              <p:nvPr/>
            </p:nvSpPr>
            <p:spPr>
              <a:xfrm>
                <a:off x="2421391" y="151821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2" name="ellipse_1864">
                <a:extLst>
                  <a:ext uri="{FF2B5EF4-FFF2-40B4-BE49-F238E27FC236}">
                    <a16:creationId xmlns:a16="http://schemas.microsoft.com/office/drawing/2014/main" id="{C565E44C-21A0-328D-C288-98104DD48C6D}"/>
                  </a:ext>
                </a:extLst>
              </p:cNvPr>
              <p:cNvSpPr/>
              <p:nvPr/>
            </p:nvSpPr>
            <p:spPr>
              <a:xfrm>
                <a:off x="2395798" y="148175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3" name="ellipse_1865">
                <a:extLst>
                  <a:ext uri="{FF2B5EF4-FFF2-40B4-BE49-F238E27FC236}">
                    <a16:creationId xmlns:a16="http://schemas.microsoft.com/office/drawing/2014/main" id="{D943A76F-FB5A-511A-594A-83C075E1B54F}"/>
                  </a:ext>
                </a:extLst>
              </p:cNvPr>
              <p:cNvSpPr/>
              <p:nvPr/>
            </p:nvSpPr>
            <p:spPr>
              <a:xfrm>
                <a:off x="2345071" y="160888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4" name="ellipse_1866">
                <a:extLst>
                  <a:ext uri="{FF2B5EF4-FFF2-40B4-BE49-F238E27FC236}">
                    <a16:creationId xmlns:a16="http://schemas.microsoft.com/office/drawing/2014/main" id="{61100D22-A04D-0416-D9DA-056C0CFE7F46}"/>
                  </a:ext>
                </a:extLst>
              </p:cNvPr>
              <p:cNvSpPr/>
              <p:nvPr/>
            </p:nvSpPr>
            <p:spPr>
              <a:xfrm>
                <a:off x="2455927" y="15235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5" name="ellipse_1867">
                <a:extLst>
                  <a:ext uri="{FF2B5EF4-FFF2-40B4-BE49-F238E27FC236}">
                    <a16:creationId xmlns:a16="http://schemas.microsoft.com/office/drawing/2014/main" id="{7002FE02-268A-0E0A-05C6-D277F17E300F}"/>
                  </a:ext>
                </a:extLst>
              </p:cNvPr>
              <p:cNvSpPr/>
              <p:nvPr/>
            </p:nvSpPr>
            <p:spPr>
              <a:xfrm>
                <a:off x="2415612" y="15382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6" name="ellipse_1868">
                <a:extLst>
                  <a:ext uri="{FF2B5EF4-FFF2-40B4-BE49-F238E27FC236}">
                    <a16:creationId xmlns:a16="http://schemas.microsoft.com/office/drawing/2014/main" id="{5F729E57-F126-90CA-A611-36B648F9412F}"/>
                  </a:ext>
                </a:extLst>
              </p:cNvPr>
              <p:cNvSpPr/>
              <p:nvPr/>
            </p:nvSpPr>
            <p:spPr>
              <a:xfrm>
                <a:off x="2384162" y="155385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7" name="Pseudo atom | small solid diamond">
                <a:extLst>
                  <a:ext uri="{FF2B5EF4-FFF2-40B4-BE49-F238E27FC236}">
                    <a16:creationId xmlns:a16="http://schemas.microsoft.com/office/drawing/2014/main" id="{EB33EFD3-C061-488F-30C2-64DBAB17108D}"/>
                  </a:ext>
                </a:extLst>
              </p:cNvPr>
              <p:cNvSpPr/>
              <p:nvPr/>
            </p:nvSpPr>
            <p:spPr>
              <a:xfrm>
                <a:off x="2439478" y="155421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8" name="Pseudo atom | small solid diamond">
                <a:extLst>
                  <a:ext uri="{FF2B5EF4-FFF2-40B4-BE49-F238E27FC236}">
                    <a16:creationId xmlns:a16="http://schemas.microsoft.com/office/drawing/2014/main" id="{846C3C46-9B13-3ABC-9457-051B6D2276D9}"/>
                  </a:ext>
                </a:extLst>
              </p:cNvPr>
              <p:cNvSpPr/>
              <p:nvPr/>
            </p:nvSpPr>
            <p:spPr>
              <a:xfrm>
                <a:off x="2442231" y="1503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9" name="Pseudo atom | small solid diamond">
                <a:extLst>
                  <a:ext uri="{FF2B5EF4-FFF2-40B4-BE49-F238E27FC236}">
                    <a16:creationId xmlns:a16="http://schemas.microsoft.com/office/drawing/2014/main" id="{CC888648-2BE3-C210-6A05-8C2BE6E4FB70}"/>
                  </a:ext>
                </a:extLst>
              </p:cNvPr>
              <p:cNvSpPr/>
              <p:nvPr/>
            </p:nvSpPr>
            <p:spPr>
              <a:xfrm>
                <a:off x="2474917" y="14958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0" name="Pseudo atom | small solid diamond">
                <a:extLst>
                  <a:ext uri="{FF2B5EF4-FFF2-40B4-BE49-F238E27FC236}">
                    <a16:creationId xmlns:a16="http://schemas.microsoft.com/office/drawing/2014/main" id="{4719F69F-ECDE-3472-2D1F-44EF2B2F7520}"/>
                  </a:ext>
                </a:extLst>
              </p:cNvPr>
              <p:cNvSpPr/>
              <p:nvPr/>
            </p:nvSpPr>
            <p:spPr>
              <a:xfrm>
                <a:off x="2437751" y="155980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1" name="Pseudo atom | small solid diamond">
                <a:extLst>
                  <a:ext uri="{FF2B5EF4-FFF2-40B4-BE49-F238E27FC236}">
                    <a16:creationId xmlns:a16="http://schemas.microsoft.com/office/drawing/2014/main" id="{CB7AB8EF-6D54-F7CB-CD10-0A2B173E1C3F}"/>
                  </a:ext>
                </a:extLst>
              </p:cNvPr>
              <p:cNvSpPr/>
              <p:nvPr/>
            </p:nvSpPr>
            <p:spPr>
              <a:xfrm>
                <a:off x="2307921" y="154747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12" name="b | PTV3 stage 3">
              <a:extLst>
                <a:ext uri="{FF2B5EF4-FFF2-40B4-BE49-F238E27FC236}">
                  <a16:creationId xmlns:a16="http://schemas.microsoft.com/office/drawing/2014/main" id="{1A590DEC-001C-BAF0-B6DA-A88C3857ACE9}"/>
                </a:ext>
              </a:extLst>
            </p:cNvPr>
            <p:cNvGrpSpPr/>
            <p:nvPr/>
          </p:nvGrpSpPr>
          <p:grpSpPr>
            <a:xfrm>
              <a:off x="6848475" y="6029325"/>
              <a:ext cx="1009650" cy="752475"/>
              <a:chOff x="2703555" y="1491390"/>
              <a:chExt cx="190530" cy="137970"/>
            </a:xfrm>
          </p:grpSpPr>
          <p:sp>
            <p:nvSpPr>
              <p:cNvPr id="12113" name="rect_1874">
                <a:extLst>
                  <a:ext uri="{FF2B5EF4-FFF2-40B4-BE49-F238E27FC236}">
                    <a16:creationId xmlns:a16="http://schemas.microsoft.com/office/drawing/2014/main" id="{14735FA8-DDEF-613D-A9EF-A483782AF406}"/>
                  </a:ext>
                </a:extLst>
              </p:cNvPr>
              <p:cNvSpPr/>
              <p:nvPr/>
            </p:nvSpPr>
            <p:spPr>
              <a:xfrm>
                <a:off x="2703555" y="1491390"/>
                <a:ext cx="190530" cy="137970"/>
              </a:xfrm>
              <a:prstGeom prst="roundRect">
                <a:avLst>
                  <a:gd name="adj" fmla="val 11905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4" name="ellipse_1875">
                <a:extLst>
                  <a:ext uri="{FF2B5EF4-FFF2-40B4-BE49-F238E27FC236}">
                    <a16:creationId xmlns:a16="http://schemas.microsoft.com/office/drawing/2014/main" id="{DCDF1F7A-9875-CB45-E4BB-28E7159BEFE0}"/>
                  </a:ext>
                </a:extLst>
              </p:cNvPr>
              <p:cNvSpPr/>
              <p:nvPr/>
            </p:nvSpPr>
            <p:spPr>
              <a:xfrm>
                <a:off x="2782342" y="152486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5" name="ellipse_1876">
                <a:extLst>
                  <a:ext uri="{FF2B5EF4-FFF2-40B4-BE49-F238E27FC236}">
                    <a16:creationId xmlns:a16="http://schemas.microsoft.com/office/drawing/2014/main" id="{2E40DBB3-5E6B-1B85-F35C-D61294D7756B}"/>
                  </a:ext>
                </a:extLst>
              </p:cNvPr>
              <p:cNvSpPr/>
              <p:nvPr/>
            </p:nvSpPr>
            <p:spPr>
              <a:xfrm>
                <a:off x="2750750" y="159446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6" name="ellipse_1877">
                <a:extLst>
                  <a:ext uri="{FF2B5EF4-FFF2-40B4-BE49-F238E27FC236}">
                    <a16:creationId xmlns:a16="http://schemas.microsoft.com/office/drawing/2014/main" id="{C883B191-F5C0-7BCC-FDFB-0D3E9E941B27}"/>
                  </a:ext>
                </a:extLst>
              </p:cNvPr>
              <p:cNvSpPr/>
              <p:nvPr/>
            </p:nvSpPr>
            <p:spPr>
              <a:xfrm>
                <a:off x="2743887" y="14971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7" name="ellipse_1878">
                <a:extLst>
                  <a:ext uri="{FF2B5EF4-FFF2-40B4-BE49-F238E27FC236}">
                    <a16:creationId xmlns:a16="http://schemas.microsoft.com/office/drawing/2014/main" id="{72CD30D0-1E2E-2FDE-626B-6DB7F8A86C8A}"/>
                  </a:ext>
                </a:extLst>
              </p:cNvPr>
              <p:cNvSpPr/>
              <p:nvPr/>
            </p:nvSpPr>
            <p:spPr>
              <a:xfrm>
                <a:off x="2833390" y="151132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8" name="ellipse_1879">
                <a:extLst>
                  <a:ext uri="{FF2B5EF4-FFF2-40B4-BE49-F238E27FC236}">
                    <a16:creationId xmlns:a16="http://schemas.microsoft.com/office/drawing/2014/main" id="{59AF83A6-5A8D-26D6-9A05-B582205C5033}"/>
                  </a:ext>
                </a:extLst>
              </p:cNvPr>
              <p:cNvSpPr/>
              <p:nvPr/>
            </p:nvSpPr>
            <p:spPr>
              <a:xfrm>
                <a:off x="2831792" y="156772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9" name="Pseudo atom | small solid diamond">
                <a:extLst>
                  <a:ext uri="{FF2B5EF4-FFF2-40B4-BE49-F238E27FC236}">
                    <a16:creationId xmlns:a16="http://schemas.microsoft.com/office/drawing/2014/main" id="{690FD819-9463-B822-E74F-CD287892A2AF}"/>
                  </a:ext>
                </a:extLst>
              </p:cNvPr>
              <p:cNvSpPr/>
              <p:nvPr/>
            </p:nvSpPr>
            <p:spPr>
              <a:xfrm>
                <a:off x="2729018" y="150994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0" name="Pseudo atom | small solid diamond">
                <a:extLst>
                  <a:ext uri="{FF2B5EF4-FFF2-40B4-BE49-F238E27FC236}">
                    <a16:creationId xmlns:a16="http://schemas.microsoft.com/office/drawing/2014/main" id="{5D124A7B-75E6-D988-B71F-DF6AF5A02C34}"/>
                  </a:ext>
                </a:extLst>
              </p:cNvPr>
              <p:cNvSpPr/>
              <p:nvPr/>
            </p:nvSpPr>
            <p:spPr>
              <a:xfrm>
                <a:off x="2783132" y="157697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1" name="Pseudo atom | small solid diamond">
                <a:extLst>
                  <a:ext uri="{FF2B5EF4-FFF2-40B4-BE49-F238E27FC236}">
                    <a16:creationId xmlns:a16="http://schemas.microsoft.com/office/drawing/2014/main" id="{0ABF23B3-841B-82E4-C320-291E6E5D9EF0}"/>
                  </a:ext>
                </a:extLst>
              </p:cNvPr>
              <p:cNvSpPr/>
              <p:nvPr/>
            </p:nvSpPr>
            <p:spPr>
              <a:xfrm>
                <a:off x="2734347" y="151780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2" name="Pseudo atom | small solid diamond">
                <a:extLst>
                  <a:ext uri="{FF2B5EF4-FFF2-40B4-BE49-F238E27FC236}">
                    <a16:creationId xmlns:a16="http://schemas.microsoft.com/office/drawing/2014/main" id="{25304FC7-CC4A-930C-BBBB-3EEC5167D80F}"/>
                  </a:ext>
                </a:extLst>
              </p:cNvPr>
              <p:cNvSpPr/>
              <p:nvPr/>
            </p:nvSpPr>
            <p:spPr>
              <a:xfrm>
                <a:off x="2829372" y="15331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3" name="Pseudo atom | small solid diamond">
                <a:extLst>
                  <a:ext uri="{FF2B5EF4-FFF2-40B4-BE49-F238E27FC236}">
                    <a16:creationId xmlns:a16="http://schemas.microsoft.com/office/drawing/2014/main" id="{992B0518-C1F7-D4AC-D776-7215FCD2DE7C}"/>
                  </a:ext>
                </a:extLst>
              </p:cNvPr>
              <p:cNvSpPr/>
              <p:nvPr/>
            </p:nvSpPr>
            <p:spPr>
              <a:xfrm>
                <a:off x="2834265" y="1511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24" name="b | PTV3 stage 4">
              <a:extLst>
                <a:ext uri="{FF2B5EF4-FFF2-40B4-BE49-F238E27FC236}">
                  <a16:creationId xmlns:a16="http://schemas.microsoft.com/office/drawing/2014/main" id="{ECC7476B-F155-C211-4799-C0A223175A8F}"/>
                </a:ext>
              </a:extLst>
            </p:cNvPr>
            <p:cNvGrpSpPr/>
            <p:nvPr/>
          </p:nvGrpSpPr>
          <p:grpSpPr>
            <a:xfrm>
              <a:off x="8562975" y="5972175"/>
              <a:ext cx="1123950" cy="857250"/>
              <a:chOff x="3097755" y="1465110"/>
              <a:chExt cx="243090" cy="190530"/>
            </a:xfrm>
          </p:grpSpPr>
          <p:sp>
            <p:nvSpPr>
              <p:cNvPr id="12125" name="rect_1885">
                <a:extLst>
                  <a:ext uri="{FF2B5EF4-FFF2-40B4-BE49-F238E27FC236}">
                    <a16:creationId xmlns:a16="http://schemas.microsoft.com/office/drawing/2014/main" id="{25656BB8-8B4D-090C-58C4-4B418AC3FE75}"/>
                  </a:ext>
                </a:extLst>
              </p:cNvPr>
              <p:cNvSpPr/>
              <p:nvPr/>
            </p:nvSpPr>
            <p:spPr>
              <a:xfrm>
                <a:off x="309775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6" name="ellipse_1886">
                <a:extLst>
                  <a:ext uri="{FF2B5EF4-FFF2-40B4-BE49-F238E27FC236}">
                    <a16:creationId xmlns:a16="http://schemas.microsoft.com/office/drawing/2014/main" id="{920E56D4-53B9-7C0D-29FA-C7388E1FA8DF}"/>
                  </a:ext>
                </a:extLst>
              </p:cNvPr>
              <p:cNvSpPr/>
              <p:nvPr/>
            </p:nvSpPr>
            <p:spPr>
              <a:xfrm>
                <a:off x="3274804" y="154785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7" name="ellipse_1887">
                <a:extLst>
                  <a:ext uri="{FF2B5EF4-FFF2-40B4-BE49-F238E27FC236}">
                    <a16:creationId xmlns:a16="http://schemas.microsoft.com/office/drawing/2014/main" id="{FDE3AFF9-C2E1-9B13-CF49-48A668AE383C}"/>
                  </a:ext>
                </a:extLst>
              </p:cNvPr>
              <p:cNvSpPr/>
              <p:nvPr/>
            </p:nvSpPr>
            <p:spPr>
              <a:xfrm>
                <a:off x="3235593" y="156879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8" name="ellipse_1888">
                <a:extLst>
                  <a:ext uri="{FF2B5EF4-FFF2-40B4-BE49-F238E27FC236}">
                    <a16:creationId xmlns:a16="http://schemas.microsoft.com/office/drawing/2014/main" id="{F5C0CDCE-F94E-C9AA-4396-DAD22724EC7F}"/>
                  </a:ext>
                </a:extLst>
              </p:cNvPr>
              <p:cNvSpPr/>
              <p:nvPr/>
            </p:nvSpPr>
            <p:spPr>
              <a:xfrm>
                <a:off x="3215524" y="154839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9" name="ellipse_1889">
                <a:extLst>
                  <a:ext uri="{FF2B5EF4-FFF2-40B4-BE49-F238E27FC236}">
                    <a16:creationId xmlns:a16="http://schemas.microsoft.com/office/drawing/2014/main" id="{B79FA953-B52D-4F3C-950E-25A9A14DB55B}"/>
                  </a:ext>
                </a:extLst>
              </p:cNvPr>
              <p:cNvSpPr/>
              <p:nvPr/>
            </p:nvSpPr>
            <p:spPr>
              <a:xfrm>
                <a:off x="3114632" y="15799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0" name="ellipse_1890">
                <a:extLst>
                  <a:ext uri="{FF2B5EF4-FFF2-40B4-BE49-F238E27FC236}">
                    <a16:creationId xmlns:a16="http://schemas.microsoft.com/office/drawing/2014/main" id="{F20C37D6-71D4-25D7-854A-88A7C1438BCB}"/>
                  </a:ext>
                </a:extLst>
              </p:cNvPr>
              <p:cNvSpPr/>
              <p:nvPr/>
            </p:nvSpPr>
            <p:spPr>
              <a:xfrm>
                <a:off x="3288227" y="158414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1" name="ellipse_1891">
                <a:extLst>
                  <a:ext uri="{FF2B5EF4-FFF2-40B4-BE49-F238E27FC236}">
                    <a16:creationId xmlns:a16="http://schemas.microsoft.com/office/drawing/2014/main" id="{4C85A09D-8DD7-3221-633D-CEF8BCCEB107}"/>
                  </a:ext>
                </a:extLst>
              </p:cNvPr>
              <p:cNvSpPr/>
              <p:nvPr/>
            </p:nvSpPr>
            <p:spPr>
              <a:xfrm>
                <a:off x="3206468" y="16100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2" name="ellipse_1892">
                <a:extLst>
                  <a:ext uri="{FF2B5EF4-FFF2-40B4-BE49-F238E27FC236}">
                    <a16:creationId xmlns:a16="http://schemas.microsoft.com/office/drawing/2014/main" id="{F0D3C4ED-4604-B7A2-AE90-9F1D42DEC07E}"/>
                  </a:ext>
                </a:extLst>
              </p:cNvPr>
              <p:cNvSpPr/>
              <p:nvPr/>
            </p:nvSpPr>
            <p:spPr>
              <a:xfrm>
                <a:off x="3224851" y="161218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3" name="ellipse_1893">
                <a:extLst>
                  <a:ext uri="{FF2B5EF4-FFF2-40B4-BE49-F238E27FC236}">
                    <a16:creationId xmlns:a16="http://schemas.microsoft.com/office/drawing/2014/main" id="{8D5CCA2A-D682-EE4A-4114-97E8CF3F1898}"/>
                  </a:ext>
                </a:extLst>
              </p:cNvPr>
              <p:cNvSpPr/>
              <p:nvPr/>
            </p:nvSpPr>
            <p:spPr>
              <a:xfrm>
                <a:off x="3255857" y="14772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4" name="Pseudo atom | small solid diamond">
                <a:extLst>
                  <a:ext uri="{FF2B5EF4-FFF2-40B4-BE49-F238E27FC236}">
                    <a16:creationId xmlns:a16="http://schemas.microsoft.com/office/drawing/2014/main" id="{B85F552F-7106-EB19-0FA5-E61092B2352E}"/>
                  </a:ext>
                </a:extLst>
              </p:cNvPr>
              <p:cNvSpPr/>
              <p:nvPr/>
            </p:nvSpPr>
            <p:spPr>
              <a:xfrm>
                <a:off x="3146237" y="160963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5" name="Pseudo atom | small solid diamond">
                <a:extLst>
                  <a:ext uri="{FF2B5EF4-FFF2-40B4-BE49-F238E27FC236}">
                    <a16:creationId xmlns:a16="http://schemas.microsoft.com/office/drawing/2014/main" id="{6A94B955-2783-5EF7-B9F2-086A2493F618}"/>
                  </a:ext>
                </a:extLst>
              </p:cNvPr>
              <p:cNvSpPr/>
              <p:nvPr/>
            </p:nvSpPr>
            <p:spPr>
              <a:xfrm>
                <a:off x="3136719" y="15084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6" name="Pseudo atom | small solid diamond">
                <a:extLst>
                  <a:ext uri="{FF2B5EF4-FFF2-40B4-BE49-F238E27FC236}">
                    <a16:creationId xmlns:a16="http://schemas.microsoft.com/office/drawing/2014/main" id="{A8CD6C2E-F1E4-68B4-6833-3C46E6C12471}"/>
                  </a:ext>
                </a:extLst>
              </p:cNvPr>
              <p:cNvSpPr/>
              <p:nvPr/>
            </p:nvSpPr>
            <p:spPr>
              <a:xfrm>
                <a:off x="3165587" y="1530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7" name="Pseudo atom | small solid diamond">
                <a:extLst>
                  <a:ext uri="{FF2B5EF4-FFF2-40B4-BE49-F238E27FC236}">
                    <a16:creationId xmlns:a16="http://schemas.microsoft.com/office/drawing/2014/main" id="{9F954409-FD76-6E2A-A8B7-72FF5FC8FBE0}"/>
                  </a:ext>
                </a:extLst>
              </p:cNvPr>
              <p:cNvSpPr/>
              <p:nvPr/>
            </p:nvSpPr>
            <p:spPr>
              <a:xfrm>
                <a:off x="3190329" y="15435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8" name="Pseudo atom | small solid diamond">
                <a:extLst>
                  <a:ext uri="{FF2B5EF4-FFF2-40B4-BE49-F238E27FC236}">
                    <a16:creationId xmlns:a16="http://schemas.microsoft.com/office/drawing/2014/main" id="{C9C810BB-3795-C27D-C9F5-90FECEEFD52B}"/>
                  </a:ext>
                </a:extLst>
              </p:cNvPr>
              <p:cNvSpPr/>
              <p:nvPr/>
            </p:nvSpPr>
            <p:spPr>
              <a:xfrm>
                <a:off x="3217164" y="1553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39" name="b | PTV3 stage 5">
              <a:extLst>
                <a:ext uri="{FF2B5EF4-FFF2-40B4-BE49-F238E27FC236}">
                  <a16:creationId xmlns:a16="http://schemas.microsoft.com/office/drawing/2014/main" id="{4AD0C8DC-A514-12A0-E439-63682213958A}"/>
                </a:ext>
              </a:extLst>
            </p:cNvPr>
            <p:cNvGrpSpPr/>
            <p:nvPr/>
          </p:nvGrpSpPr>
          <p:grpSpPr>
            <a:xfrm>
              <a:off x="10287000" y="5972175"/>
              <a:ext cx="1200150" cy="857250"/>
              <a:chOff x="3473888" y="1438830"/>
              <a:chExt cx="279225" cy="243090"/>
            </a:xfrm>
          </p:grpSpPr>
          <p:sp>
            <p:nvSpPr>
              <p:cNvPr id="12140" name="rect_1899">
                <a:extLst>
                  <a:ext uri="{FF2B5EF4-FFF2-40B4-BE49-F238E27FC236}">
                    <a16:creationId xmlns:a16="http://schemas.microsoft.com/office/drawing/2014/main" id="{D2BABAFC-70F7-681B-7355-C5274FD88301}"/>
                  </a:ext>
                </a:extLst>
              </p:cNvPr>
              <p:cNvSpPr/>
              <p:nvPr/>
            </p:nvSpPr>
            <p:spPr>
              <a:xfrm>
                <a:off x="347388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2540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1" name="ellipse_1900">
                <a:extLst>
                  <a:ext uri="{FF2B5EF4-FFF2-40B4-BE49-F238E27FC236}">
                    <a16:creationId xmlns:a16="http://schemas.microsoft.com/office/drawing/2014/main" id="{84447246-1C77-CF16-965F-5AD6D6E948CD}"/>
                  </a:ext>
                </a:extLst>
              </p:cNvPr>
              <p:cNvSpPr/>
              <p:nvPr/>
            </p:nvSpPr>
            <p:spPr>
              <a:xfrm>
                <a:off x="3538819" y="148253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2" name="ellipse_1901">
                <a:extLst>
                  <a:ext uri="{FF2B5EF4-FFF2-40B4-BE49-F238E27FC236}">
                    <a16:creationId xmlns:a16="http://schemas.microsoft.com/office/drawing/2014/main" id="{B2C607F9-B4E3-9A75-1D50-0CD10019BBC9}"/>
                  </a:ext>
                </a:extLst>
              </p:cNvPr>
              <p:cNvSpPr/>
              <p:nvPr/>
            </p:nvSpPr>
            <p:spPr>
              <a:xfrm>
                <a:off x="3631999" y="157809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3" name="ellipse_1902">
                <a:extLst>
                  <a:ext uri="{FF2B5EF4-FFF2-40B4-BE49-F238E27FC236}">
                    <a16:creationId xmlns:a16="http://schemas.microsoft.com/office/drawing/2014/main" id="{A2BFD919-74CF-DCDC-C125-7C9E5FE60162}"/>
                  </a:ext>
                </a:extLst>
              </p:cNvPr>
              <p:cNvSpPr/>
              <p:nvPr/>
            </p:nvSpPr>
            <p:spPr>
              <a:xfrm>
                <a:off x="3687564" y="15901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4" name="ellipse_1903">
                <a:extLst>
                  <a:ext uri="{FF2B5EF4-FFF2-40B4-BE49-F238E27FC236}">
                    <a16:creationId xmlns:a16="http://schemas.microsoft.com/office/drawing/2014/main" id="{A797244C-7FAF-2BBB-BF4F-EDC22D846211}"/>
                  </a:ext>
                </a:extLst>
              </p:cNvPr>
              <p:cNvSpPr/>
              <p:nvPr/>
            </p:nvSpPr>
            <p:spPr>
              <a:xfrm>
                <a:off x="3686262" y="162539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5" name="ellipse_1904">
                <a:extLst>
                  <a:ext uri="{FF2B5EF4-FFF2-40B4-BE49-F238E27FC236}">
                    <a16:creationId xmlns:a16="http://schemas.microsoft.com/office/drawing/2014/main" id="{E6427AB1-4923-2205-0F87-8582EA05BCAE}"/>
                  </a:ext>
                </a:extLst>
              </p:cNvPr>
              <p:cNvSpPr/>
              <p:nvPr/>
            </p:nvSpPr>
            <p:spPr>
              <a:xfrm>
                <a:off x="3673847" y="145725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6" name="ellipse_1905">
                <a:extLst>
                  <a:ext uri="{FF2B5EF4-FFF2-40B4-BE49-F238E27FC236}">
                    <a16:creationId xmlns:a16="http://schemas.microsoft.com/office/drawing/2014/main" id="{DBFCBD51-D6EE-E69E-DE3B-535D237798CB}"/>
                  </a:ext>
                </a:extLst>
              </p:cNvPr>
              <p:cNvSpPr/>
              <p:nvPr/>
            </p:nvSpPr>
            <p:spPr>
              <a:xfrm>
                <a:off x="3580150" y="160304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7" name="ellipse_1906">
                <a:extLst>
                  <a:ext uri="{FF2B5EF4-FFF2-40B4-BE49-F238E27FC236}">
                    <a16:creationId xmlns:a16="http://schemas.microsoft.com/office/drawing/2014/main" id="{BDC62FB4-8E9F-686F-3ED0-8FD8F60F392F}"/>
                  </a:ext>
                </a:extLst>
              </p:cNvPr>
              <p:cNvSpPr/>
              <p:nvPr/>
            </p:nvSpPr>
            <p:spPr>
              <a:xfrm>
                <a:off x="3499431" y="147999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8" name="ellipse_1907">
                <a:extLst>
                  <a:ext uri="{FF2B5EF4-FFF2-40B4-BE49-F238E27FC236}">
                    <a16:creationId xmlns:a16="http://schemas.microsoft.com/office/drawing/2014/main" id="{2B020A4A-BDDA-C5D3-E502-AEF378A05360}"/>
                  </a:ext>
                </a:extLst>
              </p:cNvPr>
              <p:cNvSpPr/>
              <p:nvPr/>
            </p:nvSpPr>
            <p:spPr>
              <a:xfrm>
                <a:off x="3698498" y="163375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9" name="ellipse_1908">
                <a:extLst>
                  <a:ext uri="{FF2B5EF4-FFF2-40B4-BE49-F238E27FC236}">
                    <a16:creationId xmlns:a16="http://schemas.microsoft.com/office/drawing/2014/main" id="{5342D734-D9B0-8CDD-54F5-B3A57C4BE8D5}"/>
                  </a:ext>
                </a:extLst>
              </p:cNvPr>
              <p:cNvSpPr/>
              <p:nvPr/>
            </p:nvSpPr>
            <p:spPr>
              <a:xfrm>
                <a:off x="3664475" y="160668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0" name="ellipse_1909">
                <a:extLst>
                  <a:ext uri="{FF2B5EF4-FFF2-40B4-BE49-F238E27FC236}">
                    <a16:creationId xmlns:a16="http://schemas.microsoft.com/office/drawing/2014/main" id="{BDAC0A3D-49DD-B8DA-3D93-DA2B690353E3}"/>
                  </a:ext>
                </a:extLst>
              </p:cNvPr>
              <p:cNvSpPr/>
              <p:nvPr/>
            </p:nvSpPr>
            <p:spPr>
              <a:xfrm>
                <a:off x="3577670" y="157500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1" name="Pseudo atom | small solid diamond">
                <a:extLst>
                  <a:ext uri="{FF2B5EF4-FFF2-40B4-BE49-F238E27FC236}">
                    <a16:creationId xmlns:a16="http://schemas.microsoft.com/office/drawing/2014/main" id="{A4FFCB6B-BD2F-FD0D-A612-4CCDE5FEBC3D}"/>
                  </a:ext>
                </a:extLst>
              </p:cNvPr>
              <p:cNvSpPr/>
              <p:nvPr/>
            </p:nvSpPr>
            <p:spPr>
              <a:xfrm>
                <a:off x="3676217" y="1640920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2" name="Pseudo atom | small solid diamond">
                <a:extLst>
                  <a:ext uri="{FF2B5EF4-FFF2-40B4-BE49-F238E27FC236}">
                    <a16:creationId xmlns:a16="http://schemas.microsoft.com/office/drawing/2014/main" id="{073769A3-A5DD-5642-DF5C-217B4347B624}"/>
                  </a:ext>
                </a:extLst>
              </p:cNvPr>
              <p:cNvSpPr/>
              <p:nvPr/>
            </p:nvSpPr>
            <p:spPr>
              <a:xfrm>
                <a:off x="3541475" y="15238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3" name="Pseudo atom | small solid diamond">
                <a:extLst>
                  <a:ext uri="{FF2B5EF4-FFF2-40B4-BE49-F238E27FC236}">
                    <a16:creationId xmlns:a16="http://schemas.microsoft.com/office/drawing/2014/main" id="{91238D07-4314-8CF9-76FE-307C53B88E43}"/>
                  </a:ext>
                </a:extLst>
              </p:cNvPr>
              <p:cNvSpPr/>
              <p:nvPr/>
            </p:nvSpPr>
            <p:spPr>
              <a:xfrm>
                <a:off x="3589439" y="149208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4" name="Pseudo atom | small solid diamond">
                <a:extLst>
                  <a:ext uri="{FF2B5EF4-FFF2-40B4-BE49-F238E27FC236}">
                    <a16:creationId xmlns:a16="http://schemas.microsoft.com/office/drawing/2014/main" id="{FD01334D-137A-5940-D8D0-049B940834F0}"/>
                  </a:ext>
                </a:extLst>
              </p:cNvPr>
              <p:cNvSpPr/>
              <p:nvPr/>
            </p:nvSpPr>
            <p:spPr>
              <a:xfrm>
                <a:off x="3709909" y="162680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5" name="Pseudo atom | small solid diamond">
                <a:extLst>
                  <a:ext uri="{FF2B5EF4-FFF2-40B4-BE49-F238E27FC236}">
                    <a16:creationId xmlns:a16="http://schemas.microsoft.com/office/drawing/2014/main" id="{4433566D-14A5-C439-C7FB-365B01CECE9D}"/>
                  </a:ext>
                </a:extLst>
              </p:cNvPr>
              <p:cNvSpPr/>
              <p:nvPr/>
            </p:nvSpPr>
            <p:spPr>
              <a:xfrm>
                <a:off x="3551886" y="14759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56" name="b | Receptor embedding feature bar">
              <a:extLst>
                <a:ext uri="{FF2B5EF4-FFF2-40B4-BE49-F238E27FC236}">
                  <a16:creationId xmlns:a16="http://schemas.microsoft.com/office/drawing/2014/main" id="{2D030886-B9F1-7A02-63DC-DDCC9BC0419F}"/>
                </a:ext>
              </a:extLst>
            </p:cNvPr>
            <p:cNvGrpSpPr/>
            <p:nvPr/>
          </p:nvGrpSpPr>
          <p:grpSpPr>
            <a:xfrm>
              <a:off x="685800" y="6496050"/>
              <a:ext cx="1247775" cy="95250"/>
              <a:chOff x="1258155" y="1540665"/>
              <a:chExt cx="325215" cy="42705"/>
            </a:xfrm>
          </p:grpSpPr>
          <p:sp>
            <p:nvSpPr>
              <p:cNvPr id="12157" name="feature_1">
                <a:extLst>
                  <a:ext uri="{FF2B5EF4-FFF2-40B4-BE49-F238E27FC236}">
                    <a16:creationId xmlns:a16="http://schemas.microsoft.com/office/drawing/2014/main" id="{483764BB-0D53-2884-95E6-1D7E0B7F0393}"/>
                  </a:ext>
                </a:extLst>
              </p:cNvPr>
              <p:cNvSpPr/>
              <p:nvPr/>
            </p:nvSpPr>
            <p:spPr>
              <a:xfrm>
                <a:off x="1258155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8" name="feature_2">
                <a:extLst>
                  <a:ext uri="{FF2B5EF4-FFF2-40B4-BE49-F238E27FC236}">
                    <a16:creationId xmlns:a16="http://schemas.microsoft.com/office/drawing/2014/main" id="{7EF8DAD8-A47F-169E-8803-D64D84663BEE}"/>
                  </a:ext>
                </a:extLst>
              </p:cNvPr>
              <p:cNvSpPr/>
              <p:nvPr/>
            </p:nvSpPr>
            <p:spPr>
              <a:xfrm>
                <a:off x="1305084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9" name="feature_3">
                <a:extLst>
                  <a:ext uri="{FF2B5EF4-FFF2-40B4-BE49-F238E27FC236}">
                    <a16:creationId xmlns:a16="http://schemas.microsoft.com/office/drawing/2014/main" id="{87AD452F-51AB-FC5B-7A62-B065C000ED24}"/>
                  </a:ext>
                </a:extLst>
              </p:cNvPr>
              <p:cNvSpPr/>
              <p:nvPr/>
            </p:nvSpPr>
            <p:spPr>
              <a:xfrm>
                <a:off x="1352012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0" name="feature_4">
                <a:extLst>
                  <a:ext uri="{FF2B5EF4-FFF2-40B4-BE49-F238E27FC236}">
                    <a16:creationId xmlns:a16="http://schemas.microsoft.com/office/drawing/2014/main" id="{13A4B539-CD66-28B4-776C-C446B9BDDB99}"/>
                  </a:ext>
                </a:extLst>
              </p:cNvPr>
              <p:cNvSpPr/>
              <p:nvPr/>
            </p:nvSpPr>
            <p:spPr>
              <a:xfrm>
                <a:off x="1398941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1" name="feature_5">
                <a:extLst>
                  <a:ext uri="{FF2B5EF4-FFF2-40B4-BE49-F238E27FC236}">
                    <a16:creationId xmlns:a16="http://schemas.microsoft.com/office/drawing/2014/main" id="{8307CCC4-F292-25F6-9209-94C2AD771DDF}"/>
                  </a:ext>
                </a:extLst>
              </p:cNvPr>
              <p:cNvSpPr/>
              <p:nvPr/>
            </p:nvSpPr>
            <p:spPr>
              <a:xfrm>
                <a:off x="1445869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2" name="feature_6">
                <a:extLst>
                  <a:ext uri="{FF2B5EF4-FFF2-40B4-BE49-F238E27FC236}">
                    <a16:creationId xmlns:a16="http://schemas.microsoft.com/office/drawing/2014/main" id="{1B18565A-D938-A30C-EA12-0534C3DB0529}"/>
                  </a:ext>
                </a:extLst>
              </p:cNvPr>
              <p:cNvSpPr/>
              <p:nvPr/>
            </p:nvSpPr>
            <p:spPr>
              <a:xfrm>
                <a:off x="1492798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3" name="feature_7">
                <a:extLst>
                  <a:ext uri="{FF2B5EF4-FFF2-40B4-BE49-F238E27FC236}">
                    <a16:creationId xmlns:a16="http://schemas.microsoft.com/office/drawing/2014/main" id="{F12F7E13-9017-22E2-6893-FAE96CBF8204}"/>
                  </a:ext>
                </a:extLst>
              </p:cNvPr>
              <p:cNvSpPr/>
              <p:nvPr/>
            </p:nvSpPr>
            <p:spPr>
              <a:xfrm>
                <a:off x="1539726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64" name="b | Pseudo atoms">
              <a:extLst>
                <a:ext uri="{FF2B5EF4-FFF2-40B4-BE49-F238E27FC236}">
                  <a16:creationId xmlns:a16="http://schemas.microsoft.com/office/drawing/2014/main" id="{2E13E4FC-1B76-C014-8D33-7262582D458E}"/>
                </a:ext>
              </a:extLst>
            </p:cNvPr>
            <p:cNvGrpSpPr/>
            <p:nvPr/>
          </p:nvGrpSpPr>
          <p:grpSpPr>
            <a:xfrm>
              <a:off x="695325" y="7410450"/>
              <a:ext cx="1238250" cy="447675"/>
              <a:chOff x="1224494" y="1827718"/>
              <a:chExt cx="319272" cy="160003"/>
            </a:xfrm>
          </p:grpSpPr>
          <p:sp>
            <p:nvSpPr>
              <p:cNvPr id="12165" name="Pseudo atom | small solid diamond">
                <a:extLst>
                  <a:ext uri="{FF2B5EF4-FFF2-40B4-BE49-F238E27FC236}">
                    <a16:creationId xmlns:a16="http://schemas.microsoft.com/office/drawing/2014/main" id="{DE598664-A88A-827C-1CE8-B553C34B7EB4}"/>
                  </a:ext>
                </a:extLst>
              </p:cNvPr>
              <p:cNvSpPr/>
              <p:nvPr/>
            </p:nvSpPr>
            <p:spPr>
              <a:xfrm>
                <a:off x="1236562" y="186409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6" name="Pseudo atom | small solid diamond">
                <a:extLst>
                  <a:ext uri="{FF2B5EF4-FFF2-40B4-BE49-F238E27FC236}">
                    <a16:creationId xmlns:a16="http://schemas.microsoft.com/office/drawing/2014/main" id="{BD3A012A-A43D-A0E8-8058-D488352D30B7}"/>
                  </a:ext>
                </a:extLst>
              </p:cNvPr>
              <p:cNvSpPr/>
              <p:nvPr/>
            </p:nvSpPr>
            <p:spPr>
              <a:xfrm>
                <a:off x="1333316" y="197247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7" name="Pseudo atom | small solid diamond">
                <a:extLst>
                  <a:ext uri="{FF2B5EF4-FFF2-40B4-BE49-F238E27FC236}">
                    <a16:creationId xmlns:a16="http://schemas.microsoft.com/office/drawing/2014/main" id="{522776C4-AC78-2117-6EDD-2FADEB081BA1}"/>
                  </a:ext>
                </a:extLst>
              </p:cNvPr>
              <p:cNvSpPr/>
              <p:nvPr/>
            </p:nvSpPr>
            <p:spPr>
              <a:xfrm>
                <a:off x="1250143" y="195542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8" name="Pseudo atom | small solid diamond">
                <a:extLst>
                  <a:ext uri="{FF2B5EF4-FFF2-40B4-BE49-F238E27FC236}">
                    <a16:creationId xmlns:a16="http://schemas.microsoft.com/office/drawing/2014/main" id="{E815F73F-0055-3B59-A3AF-A617DDCF0F87}"/>
                  </a:ext>
                </a:extLst>
              </p:cNvPr>
              <p:cNvSpPr/>
              <p:nvPr/>
            </p:nvSpPr>
            <p:spPr>
              <a:xfrm>
                <a:off x="1250392" y="1876265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9" name="Pseudo atom | small solid diamond">
                <a:extLst>
                  <a:ext uri="{FF2B5EF4-FFF2-40B4-BE49-F238E27FC236}">
                    <a16:creationId xmlns:a16="http://schemas.microsoft.com/office/drawing/2014/main" id="{E83FF45F-354E-286F-FB39-3964735BAF88}"/>
                  </a:ext>
                </a:extLst>
              </p:cNvPr>
              <p:cNvSpPr/>
              <p:nvPr/>
            </p:nvSpPr>
            <p:spPr>
              <a:xfrm>
                <a:off x="1426226" y="191872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0" name="Pseudo atom | small solid diamond">
                <a:extLst>
                  <a:ext uri="{FF2B5EF4-FFF2-40B4-BE49-F238E27FC236}">
                    <a16:creationId xmlns:a16="http://schemas.microsoft.com/office/drawing/2014/main" id="{A626898D-F500-81EF-4EC9-9ABCAE83DAFC}"/>
                  </a:ext>
                </a:extLst>
              </p:cNvPr>
              <p:cNvSpPr/>
              <p:nvPr/>
            </p:nvSpPr>
            <p:spPr>
              <a:xfrm>
                <a:off x="1520933" y="188745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1" name="Pseudo atom | small solid diamond">
                <a:extLst>
                  <a:ext uri="{FF2B5EF4-FFF2-40B4-BE49-F238E27FC236}">
                    <a16:creationId xmlns:a16="http://schemas.microsoft.com/office/drawing/2014/main" id="{3E037B7D-728F-4CFC-214E-574C512A9824}"/>
                  </a:ext>
                </a:extLst>
              </p:cNvPr>
              <p:cNvSpPr/>
              <p:nvPr/>
            </p:nvSpPr>
            <p:spPr>
              <a:xfrm>
                <a:off x="1515708" y="196601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2" name="Pseudo atom | small solid diamond">
                <a:extLst>
                  <a:ext uri="{FF2B5EF4-FFF2-40B4-BE49-F238E27FC236}">
                    <a16:creationId xmlns:a16="http://schemas.microsoft.com/office/drawing/2014/main" id="{A43D3CF5-C84D-5E2C-2ECC-36EB923E3D9A}"/>
                  </a:ext>
                </a:extLst>
              </p:cNvPr>
              <p:cNvSpPr/>
              <p:nvPr/>
            </p:nvSpPr>
            <p:spPr>
              <a:xfrm>
                <a:off x="1439157" y="1827718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3" name="Pseudo atom | small solid diamond">
                <a:extLst>
                  <a:ext uri="{FF2B5EF4-FFF2-40B4-BE49-F238E27FC236}">
                    <a16:creationId xmlns:a16="http://schemas.microsoft.com/office/drawing/2014/main" id="{323E68B1-BF12-2EDE-8209-1C1C1BDC6E99}"/>
                  </a:ext>
                </a:extLst>
              </p:cNvPr>
              <p:cNvSpPr/>
              <p:nvPr/>
            </p:nvSpPr>
            <p:spPr>
              <a:xfrm>
                <a:off x="1467112" y="196204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4" name="Pseudo atom | small solid diamond">
                <a:extLst>
                  <a:ext uri="{FF2B5EF4-FFF2-40B4-BE49-F238E27FC236}">
                    <a16:creationId xmlns:a16="http://schemas.microsoft.com/office/drawing/2014/main" id="{97D4DF72-6CE1-3782-4CFA-E616CFEA1F1D}"/>
                  </a:ext>
                </a:extLst>
              </p:cNvPr>
              <p:cNvSpPr/>
              <p:nvPr/>
            </p:nvSpPr>
            <p:spPr>
              <a:xfrm>
                <a:off x="1373661" y="185480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5" name="Pseudo atom | small solid diamond">
                <a:extLst>
                  <a:ext uri="{FF2B5EF4-FFF2-40B4-BE49-F238E27FC236}">
                    <a16:creationId xmlns:a16="http://schemas.microsoft.com/office/drawing/2014/main" id="{87556519-7519-414A-BE8E-8160BD905A36}"/>
                  </a:ext>
                </a:extLst>
              </p:cNvPr>
              <p:cNvSpPr/>
              <p:nvPr/>
            </p:nvSpPr>
            <p:spPr>
              <a:xfrm>
                <a:off x="1256455" y="195361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6" name="Pseudo atom | small solid diamond">
                <a:extLst>
                  <a:ext uri="{FF2B5EF4-FFF2-40B4-BE49-F238E27FC236}">
                    <a16:creationId xmlns:a16="http://schemas.microsoft.com/office/drawing/2014/main" id="{8DD19FA8-9BDC-087C-F556-F8AAFCC6D2A3}"/>
                  </a:ext>
                </a:extLst>
              </p:cNvPr>
              <p:cNvSpPr/>
              <p:nvPr/>
            </p:nvSpPr>
            <p:spPr>
              <a:xfrm>
                <a:off x="1224494" y="1908007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7" name="Pseudo atom | small solid diamond">
                <a:extLst>
                  <a:ext uri="{FF2B5EF4-FFF2-40B4-BE49-F238E27FC236}">
                    <a16:creationId xmlns:a16="http://schemas.microsoft.com/office/drawing/2014/main" id="{18BA0353-1A2E-5C01-3D88-557FA8BF8A3E}"/>
                  </a:ext>
                </a:extLst>
              </p:cNvPr>
              <p:cNvSpPr/>
              <p:nvPr/>
            </p:nvSpPr>
            <p:spPr>
              <a:xfrm>
                <a:off x="1264187" y="187067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8" name="Pseudo atom | small solid diamond">
                <a:extLst>
                  <a:ext uri="{FF2B5EF4-FFF2-40B4-BE49-F238E27FC236}">
                    <a16:creationId xmlns:a16="http://schemas.microsoft.com/office/drawing/2014/main" id="{23E638F0-AAE5-C24A-374A-F6056D3607D5}"/>
                  </a:ext>
                </a:extLst>
              </p:cNvPr>
              <p:cNvSpPr/>
              <p:nvPr/>
            </p:nvSpPr>
            <p:spPr>
              <a:xfrm>
                <a:off x="1528524" y="186691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9" name="Pseudo atom | small solid diamond">
                <a:extLst>
                  <a:ext uri="{FF2B5EF4-FFF2-40B4-BE49-F238E27FC236}">
                    <a16:creationId xmlns:a16="http://schemas.microsoft.com/office/drawing/2014/main" id="{9F34F518-46C0-A65F-E185-175A2E3942DE}"/>
                  </a:ext>
                </a:extLst>
              </p:cNvPr>
              <p:cNvSpPr/>
              <p:nvPr/>
            </p:nvSpPr>
            <p:spPr>
              <a:xfrm>
                <a:off x="1428203" y="194172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0" name="Pseudo atom | small solid diamond">
                <a:extLst>
                  <a:ext uri="{FF2B5EF4-FFF2-40B4-BE49-F238E27FC236}">
                    <a16:creationId xmlns:a16="http://schemas.microsoft.com/office/drawing/2014/main" id="{81906AD3-556C-363A-3BFC-C63000B33A1E}"/>
                  </a:ext>
                </a:extLst>
              </p:cNvPr>
              <p:cNvSpPr/>
              <p:nvPr/>
            </p:nvSpPr>
            <p:spPr>
              <a:xfrm>
                <a:off x="1293160" y="184709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2181" name="b | Candidate blob">
              <a:extLst>
                <a:ext uri="{FF2B5EF4-FFF2-40B4-BE49-F238E27FC236}">
                  <a16:creationId xmlns:a16="http://schemas.microsoft.com/office/drawing/2014/main" id="{5018E914-8322-DB9C-C14B-79CC9104DD5F}"/>
                </a:ext>
              </a:extLst>
            </p:cNvPr>
            <p:cNvSpPr/>
            <p:nvPr/>
          </p:nvSpPr>
          <p:spPr>
            <a:xfrm>
              <a:off x="12382500" y="4543425"/>
              <a:ext cx="533400" cy="276225"/>
            </a:xfrm>
            <a:custGeom>
              <a:avLst/>
              <a:gdLst/>
              <a:ahLst/>
              <a:cxnLst/>
              <a:rect l="0" t="0" r="w" b="h"/>
              <a:pathLst>
                <a:path w="191433" h="121715" extrusionOk="0">
                  <a:moveTo>
                    <a:pt x="4484" y="76513"/>
                  </a:moveTo>
                  <a:cubicBezTo>
                    <a:pt x="0" y="63094"/>
                    <a:pt x="15867" y="42612"/>
                    <a:pt x="25180" y="34137"/>
                  </a:cubicBezTo>
                  <a:cubicBezTo>
                    <a:pt x="34492" y="25661"/>
                    <a:pt x="49324" y="30841"/>
                    <a:pt x="60362" y="25661"/>
                  </a:cubicBezTo>
                  <a:cubicBezTo>
                    <a:pt x="71399" y="20482"/>
                    <a:pt x="77608" y="6121"/>
                    <a:pt x="91405" y="3061"/>
                  </a:cubicBezTo>
                  <a:cubicBezTo>
                    <a:pt x="105202" y="0"/>
                    <a:pt x="129347" y="2825"/>
                    <a:pt x="143144" y="7298"/>
                  </a:cubicBezTo>
                  <a:cubicBezTo>
                    <a:pt x="156941" y="11771"/>
                    <a:pt x="166599" y="20482"/>
                    <a:pt x="174187" y="29899"/>
                  </a:cubicBezTo>
                  <a:cubicBezTo>
                    <a:pt x="181775" y="39316"/>
                    <a:pt x="191433" y="52500"/>
                    <a:pt x="188674" y="63800"/>
                  </a:cubicBezTo>
                  <a:cubicBezTo>
                    <a:pt x="185915" y="75101"/>
                    <a:pt x="170738" y="88520"/>
                    <a:pt x="157631" y="97701"/>
                  </a:cubicBezTo>
                  <a:cubicBezTo>
                    <a:pt x="144524" y="106883"/>
                    <a:pt x="127622" y="116065"/>
                    <a:pt x="110031" y="118890"/>
                  </a:cubicBezTo>
                  <a:cubicBezTo>
                    <a:pt x="92440" y="121715"/>
                    <a:pt x="69675" y="121715"/>
                    <a:pt x="52084" y="114652"/>
                  </a:cubicBezTo>
                  <a:cubicBezTo>
                    <a:pt x="34492" y="107589"/>
                    <a:pt x="8968" y="89932"/>
                    <a:pt x="4484" y="7651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2540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12182" name="b | Pseudo atoms cue">
              <a:extLst>
                <a:ext uri="{FF2B5EF4-FFF2-40B4-BE49-F238E27FC236}">
                  <a16:creationId xmlns:a16="http://schemas.microsoft.com/office/drawing/2014/main" id="{221DD6B1-6F3E-FB92-C9E2-A112F8E38EF1}"/>
                </a:ext>
              </a:extLst>
            </p:cNvPr>
            <p:cNvGrpSpPr/>
            <p:nvPr/>
          </p:nvGrpSpPr>
          <p:grpSpPr>
            <a:xfrm>
              <a:off x="13582650" y="4562475"/>
              <a:ext cx="866775" cy="257175"/>
              <a:chOff x="4590996" y="2053896"/>
              <a:chExt cx="222101" cy="100386"/>
            </a:xfrm>
          </p:grpSpPr>
          <p:sp>
            <p:nvSpPr>
              <p:cNvPr id="12183" name="Pseudo atom | small solid diamond">
                <a:extLst>
                  <a:ext uri="{FF2B5EF4-FFF2-40B4-BE49-F238E27FC236}">
                    <a16:creationId xmlns:a16="http://schemas.microsoft.com/office/drawing/2014/main" id="{36280339-CAAB-6A72-3090-79ADF2302BBB}"/>
                  </a:ext>
                </a:extLst>
              </p:cNvPr>
              <p:cNvSpPr/>
              <p:nvPr/>
            </p:nvSpPr>
            <p:spPr>
              <a:xfrm>
                <a:off x="4649653" y="2143507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4" name="Pseudo atom | small solid diamond">
                <a:extLst>
                  <a:ext uri="{FF2B5EF4-FFF2-40B4-BE49-F238E27FC236}">
                    <a16:creationId xmlns:a16="http://schemas.microsoft.com/office/drawing/2014/main" id="{6387D384-2CF7-01F6-FA1D-298E4D309CED}"/>
                  </a:ext>
                </a:extLst>
              </p:cNvPr>
              <p:cNvSpPr/>
              <p:nvPr/>
            </p:nvSpPr>
            <p:spPr>
              <a:xfrm>
                <a:off x="4635106" y="206081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5" name="Pseudo atom | small solid diamond">
                <a:extLst>
                  <a:ext uri="{FF2B5EF4-FFF2-40B4-BE49-F238E27FC236}">
                    <a16:creationId xmlns:a16="http://schemas.microsoft.com/office/drawing/2014/main" id="{5F135021-7A58-2899-64E6-3BFCA2283BD1}"/>
                  </a:ext>
                </a:extLst>
              </p:cNvPr>
              <p:cNvSpPr/>
              <p:nvPr/>
            </p:nvSpPr>
            <p:spPr>
              <a:xfrm>
                <a:off x="4673083" y="206633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6" name="Pseudo atom | small solid diamond">
                <a:extLst>
                  <a:ext uri="{FF2B5EF4-FFF2-40B4-BE49-F238E27FC236}">
                    <a16:creationId xmlns:a16="http://schemas.microsoft.com/office/drawing/2014/main" id="{00C34ED0-4E8A-6127-1C9A-01737AF32DF9}"/>
                  </a:ext>
                </a:extLst>
              </p:cNvPr>
              <p:cNvSpPr/>
              <p:nvPr/>
            </p:nvSpPr>
            <p:spPr>
              <a:xfrm>
                <a:off x="4748901" y="205389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7" name="Pseudo atom | small solid diamond">
                <a:extLst>
                  <a:ext uri="{FF2B5EF4-FFF2-40B4-BE49-F238E27FC236}">
                    <a16:creationId xmlns:a16="http://schemas.microsoft.com/office/drawing/2014/main" id="{DBF795BD-A1CF-4832-F7D8-2F3AF21D900A}"/>
                  </a:ext>
                </a:extLst>
              </p:cNvPr>
              <p:cNvSpPr/>
              <p:nvPr/>
            </p:nvSpPr>
            <p:spPr>
              <a:xfrm>
                <a:off x="4802323" y="213395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8" name="Pseudo atom | small solid diamond">
                <a:extLst>
                  <a:ext uri="{FF2B5EF4-FFF2-40B4-BE49-F238E27FC236}">
                    <a16:creationId xmlns:a16="http://schemas.microsoft.com/office/drawing/2014/main" id="{B94A47A2-EE97-9FC3-BFC4-4003C0EDD113}"/>
                  </a:ext>
                </a:extLst>
              </p:cNvPr>
              <p:cNvSpPr/>
              <p:nvPr/>
            </p:nvSpPr>
            <p:spPr>
              <a:xfrm>
                <a:off x="4590996" y="209983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9" name="Pseudo atom | small solid diamond">
                <a:extLst>
                  <a:ext uri="{FF2B5EF4-FFF2-40B4-BE49-F238E27FC236}">
                    <a16:creationId xmlns:a16="http://schemas.microsoft.com/office/drawing/2014/main" id="{7634D779-79D1-BC97-8F99-BB62E6E7FCD7}"/>
                  </a:ext>
                </a:extLst>
              </p:cNvPr>
              <p:cNvSpPr/>
              <p:nvPr/>
            </p:nvSpPr>
            <p:spPr>
              <a:xfrm>
                <a:off x="4615600" y="2069290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0" name="Pseudo atom | small solid diamond">
                <a:extLst>
                  <a:ext uri="{FF2B5EF4-FFF2-40B4-BE49-F238E27FC236}">
                    <a16:creationId xmlns:a16="http://schemas.microsoft.com/office/drawing/2014/main" id="{26F3DD01-FB15-EE1D-44A5-FDEBBB1276F2}"/>
                  </a:ext>
                </a:extLst>
              </p:cNvPr>
              <p:cNvSpPr/>
              <p:nvPr/>
            </p:nvSpPr>
            <p:spPr>
              <a:xfrm>
                <a:off x="4688932" y="2090372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1" name="Pseudo atom | small solid diamond">
                <a:extLst>
                  <a:ext uri="{FF2B5EF4-FFF2-40B4-BE49-F238E27FC236}">
                    <a16:creationId xmlns:a16="http://schemas.microsoft.com/office/drawing/2014/main" id="{E8039873-D6F4-E372-511B-31DD121F28B3}"/>
                  </a:ext>
                </a:extLst>
              </p:cNvPr>
              <p:cNvSpPr/>
              <p:nvPr/>
            </p:nvSpPr>
            <p:spPr>
              <a:xfrm>
                <a:off x="4701054" y="214143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92" name="b | Atom binding probability atoms">
              <a:extLst>
                <a:ext uri="{FF2B5EF4-FFF2-40B4-BE49-F238E27FC236}">
                  <a16:creationId xmlns:a16="http://schemas.microsoft.com/office/drawing/2014/main" id="{67863BEE-82D6-7281-C25B-E8DECFEEBC7F}"/>
                </a:ext>
              </a:extLst>
            </p:cNvPr>
            <p:cNvGrpSpPr/>
            <p:nvPr/>
          </p:nvGrpSpPr>
          <p:grpSpPr>
            <a:xfrm>
              <a:off x="12096750" y="6534150"/>
              <a:ext cx="1847850" cy="1057275"/>
              <a:chOff x="4048258" y="1358908"/>
              <a:chExt cx="619157" cy="354006"/>
            </a:xfrm>
          </p:grpSpPr>
          <p:sp>
            <p:nvSpPr>
              <p:cNvPr id="12193" name="ellipse_2090">
                <a:extLst>
                  <a:ext uri="{FF2B5EF4-FFF2-40B4-BE49-F238E27FC236}">
                    <a16:creationId xmlns:a16="http://schemas.microsoft.com/office/drawing/2014/main" id="{2B3830D9-1626-1F84-D0FE-2FF851C913BA}"/>
                  </a:ext>
                </a:extLst>
              </p:cNvPr>
              <p:cNvSpPr/>
              <p:nvPr/>
            </p:nvSpPr>
            <p:spPr>
              <a:xfrm>
                <a:off x="4258453" y="1489516"/>
                <a:ext cx="30094" cy="30094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4" name="ellipse_2091">
                <a:extLst>
                  <a:ext uri="{FF2B5EF4-FFF2-40B4-BE49-F238E27FC236}">
                    <a16:creationId xmlns:a16="http://schemas.microsoft.com/office/drawing/2014/main" id="{21BE1228-999A-9399-82D7-996C145F7ABC}"/>
                  </a:ext>
                </a:extLst>
              </p:cNvPr>
              <p:cNvSpPr/>
              <p:nvPr/>
            </p:nvSpPr>
            <p:spPr>
              <a:xfrm>
                <a:off x="4113367" y="1552446"/>
                <a:ext cx="36128" cy="36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BFD5EB"/>
                  </a:gs>
                  <a:gs pos="100000">
                    <a:srgbClr val="93B0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5" name="ellipse_2092">
                <a:extLst>
                  <a:ext uri="{FF2B5EF4-FFF2-40B4-BE49-F238E27FC236}">
                    <a16:creationId xmlns:a16="http://schemas.microsoft.com/office/drawing/2014/main" id="{17B068A9-2447-48C5-92C0-B12DAFEAEDCD}"/>
                  </a:ext>
                </a:extLst>
              </p:cNvPr>
              <p:cNvSpPr/>
              <p:nvPr/>
            </p:nvSpPr>
            <p:spPr>
              <a:xfrm>
                <a:off x="4241603" y="1430960"/>
                <a:ext cx="24712" cy="2471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6" name="ellipse_2093">
                <a:extLst>
                  <a:ext uri="{FF2B5EF4-FFF2-40B4-BE49-F238E27FC236}">
                    <a16:creationId xmlns:a16="http://schemas.microsoft.com/office/drawing/2014/main" id="{1F85805F-63EB-14E3-7380-919D12139388}"/>
                  </a:ext>
                </a:extLst>
              </p:cNvPr>
              <p:cNvSpPr/>
              <p:nvPr/>
            </p:nvSpPr>
            <p:spPr>
              <a:xfrm>
                <a:off x="4416989" y="1399138"/>
                <a:ext cx="30911" cy="30911"/>
              </a:xfrm>
              <a:prstGeom prst="ellipse">
                <a:avLst/>
              </a:prstGeom>
              <a:gradFill flip="none" rotWithShape="1">
                <a:gsLst>
                  <a:gs pos="0">
                    <a:srgbClr val="FEFEFE"/>
                  </a:gs>
                  <a:gs pos="43000">
                    <a:srgbClr val="F8F9FB"/>
                  </a:gs>
                  <a:gs pos="100000">
                    <a:srgbClr val="D5DAD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7" name="ellipse_2094">
                <a:extLst>
                  <a:ext uri="{FF2B5EF4-FFF2-40B4-BE49-F238E27FC236}">
                    <a16:creationId xmlns:a16="http://schemas.microsoft.com/office/drawing/2014/main" id="{8336BFCC-820E-2B19-D689-28CBBBB8B82B}"/>
                  </a:ext>
                </a:extLst>
              </p:cNvPr>
              <p:cNvSpPr/>
              <p:nvPr/>
            </p:nvSpPr>
            <p:spPr>
              <a:xfrm>
                <a:off x="4225009" y="1420091"/>
                <a:ext cx="23096" cy="2309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4A6D5"/>
                  </a:gs>
                  <a:gs pos="100000">
                    <a:srgbClr val="3D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8" name="ellipse_2095">
                <a:extLst>
                  <a:ext uri="{FF2B5EF4-FFF2-40B4-BE49-F238E27FC236}">
                    <a16:creationId xmlns:a16="http://schemas.microsoft.com/office/drawing/2014/main" id="{14DB2149-EC00-5D23-19DE-BB1BBCDAF552}"/>
                  </a:ext>
                </a:extLst>
              </p:cNvPr>
              <p:cNvSpPr/>
              <p:nvPr/>
            </p:nvSpPr>
            <p:spPr>
              <a:xfrm>
                <a:off x="4351890" y="1391469"/>
                <a:ext cx="20643" cy="20643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9" name="ellipse_2096">
                <a:extLst>
                  <a:ext uri="{FF2B5EF4-FFF2-40B4-BE49-F238E27FC236}">
                    <a16:creationId xmlns:a16="http://schemas.microsoft.com/office/drawing/2014/main" id="{AC5F1764-C87D-B432-3B98-9D25CEF78A00}"/>
                  </a:ext>
                </a:extLst>
              </p:cNvPr>
              <p:cNvSpPr/>
              <p:nvPr/>
            </p:nvSpPr>
            <p:spPr>
              <a:xfrm>
                <a:off x="4500666" y="1563839"/>
                <a:ext cx="30169" cy="30169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0" name="ellipse_2097">
                <a:extLst>
                  <a:ext uri="{FF2B5EF4-FFF2-40B4-BE49-F238E27FC236}">
                    <a16:creationId xmlns:a16="http://schemas.microsoft.com/office/drawing/2014/main" id="{C3EFF02A-5DBF-293B-4CF8-425B9E44645D}"/>
                  </a:ext>
                </a:extLst>
              </p:cNvPr>
              <p:cNvSpPr/>
              <p:nvPr/>
            </p:nvSpPr>
            <p:spPr>
              <a:xfrm>
                <a:off x="4285092" y="1531884"/>
                <a:ext cx="35504" cy="3550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1" name="ellipse_2098">
                <a:extLst>
                  <a:ext uri="{FF2B5EF4-FFF2-40B4-BE49-F238E27FC236}">
                    <a16:creationId xmlns:a16="http://schemas.microsoft.com/office/drawing/2014/main" id="{7FE121BE-406C-B7F0-6588-68811588E062}"/>
                  </a:ext>
                </a:extLst>
              </p:cNvPr>
              <p:cNvSpPr/>
              <p:nvPr/>
            </p:nvSpPr>
            <p:spPr>
              <a:xfrm>
                <a:off x="4478008" y="1554349"/>
                <a:ext cx="26505" cy="26505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2ECF5"/>
                  </a:gs>
                  <a:gs pos="100000">
                    <a:srgbClr val="BCCA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2" name="ellipse_2099">
                <a:extLst>
                  <a:ext uri="{FF2B5EF4-FFF2-40B4-BE49-F238E27FC236}">
                    <a16:creationId xmlns:a16="http://schemas.microsoft.com/office/drawing/2014/main" id="{1AB6DDD3-5DF8-FB31-87B7-C71B35A08325}"/>
                  </a:ext>
                </a:extLst>
              </p:cNvPr>
              <p:cNvSpPr/>
              <p:nvPr/>
            </p:nvSpPr>
            <p:spPr>
              <a:xfrm>
                <a:off x="4554728" y="1513181"/>
                <a:ext cx="25082" cy="2508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3E2F1"/>
                  </a:gs>
                  <a:gs pos="100000">
                    <a:srgbClr val="AABFD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3" name="ellipse_2100">
                <a:extLst>
                  <a:ext uri="{FF2B5EF4-FFF2-40B4-BE49-F238E27FC236}">
                    <a16:creationId xmlns:a16="http://schemas.microsoft.com/office/drawing/2014/main" id="{18032942-4A69-808B-7CCA-34C6989D718C}"/>
                  </a:ext>
                </a:extLst>
              </p:cNvPr>
              <p:cNvSpPr/>
              <p:nvPr/>
            </p:nvSpPr>
            <p:spPr>
              <a:xfrm>
                <a:off x="4437339" y="1438245"/>
                <a:ext cx="26429" cy="26429"/>
              </a:xfrm>
              <a:prstGeom prst="ellipse">
                <a:avLst/>
              </a:prstGeom>
              <a:gradFill flip="none" rotWithShape="1">
                <a:gsLst>
                  <a:gs pos="0">
                    <a:srgbClr val="F8E4E5"/>
                  </a:gs>
                  <a:gs pos="43000">
                    <a:srgbClr val="DD7C81"/>
                  </a:gs>
                  <a:gs pos="100000">
                    <a:srgbClr val="B6495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4" name="ellipse_2101">
                <a:extLst>
                  <a:ext uri="{FF2B5EF4-FFF2-40B4-BE49-F238E27FC236}">
                    <a16:creationId xmlns:a16="http://schemas.microsoft.com/office/drawing/2014/main" id="{131AE690-D88E-7409-FBC3-7139B0FED790}"/>
                  </a:ext>
                </a:extLst>
              </p:cNvPr>
              <p:cNvSpPr/>
              <p:nvPr/>
            </p:nvSpPr>
            <p:spPr>
              <a:xfrm>
                <a:off x="4540638" y="1512355"/>
                <a:ext cx="24065" cy="240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5" name="ellipse_2102">
                <a:extLst>
                  <a:ext uri="{FF2B5EF4-FFF2-40B4-BE49-F238E27FC236}">
                    <a16:creationId xmlns:a16="http://schemas.microsoft.com/office/drawing/2014/main" id="{28037DFA-4250-8D96-3A73-5456B22B2203}"/>
                  </a:ext>
                </a:extLst>
              </p:cNvPr>
              <p:cNvSpPr/>
              <p:nvPr/>
            </p:nvSpPr>
            <p:spPr>
              <a:xfrm>
                <a:off x="4379933" y="1358908"/>
                <a:ext cx="19574" cy="1957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6" name="ellipse_2103">
                <a:extLst>
                  <a:ext uri="{FF2B5EF4-FFF2-40B4-BE49-F238E27FC236}">
                    <a16:creationId xmlns:a16="http://schemas.microsoft.com/office/drawing/2014/main" id="{D7D05214-C003-61EF-0D5F-D1DE4CA377AB}"/>
                  </a:ext>
                </a:extLst>
              </p:cNvPr>
              <p:cNvSpPr/>
              <p:nvPr/>
            </p:nvSpPr>
            <p:spPr>
              <a:xfrm>
                <a:off x="4136927" y="1409448"/>
                <a:ext cx="34734" cy="3473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7" name="ellipse_2104">
                <a:extLst>
                  <a:ext uri="{FF2B5EF4-FFF2-40B4-BE49-F238E27FC236}">
                    <a16:creationId xmlns:a16="http://schemas.microsoft.com/office/drawing/2014/main" id="{4097D10B-E6ED-C77E-D00E-C91C11E7DEBD}"/>
                  </a:ext>
                </a:extLst>
              </p:cNvPr>
              <p:cNvSpPr/>
              <p:nvPr/>
            </p:nvSpPr>
            <p:spPr>
              <a:xfrm>
                <a:off x="4185936" y="1432087"/>
                <a:ext cx="35247" cy="3524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8" name="ellipse_2105">
                <a:extLst>
                  <a:ext uri="{FF2B5EF4-FFF2-40B4-BE49-F238E27FC236}">
                    <a16:creationId xmlns:a16="http://schemas.microsoft.com/office/drawing/2014/main" id="{CDCA2000-8A75-BC3C-B739-09843F04912A}"/>
                  </a:ext>
                </a:extLst>
              </p:cNvPr>
              <p:cNvSpPr/>
              <p:nvPr/>
            </p:nvSpPr>
            <p:spPr>
              <a:xfrm>
                <a:off x="4160777" y="1485033"/>
                <a:ext cx="33010" cy="3301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9" name="ellipse_2106">
                <a:extLst>
                  <a:ext uri="{FF2B5EF4-FFF2-40B4-BE49-F238E27FC236}">
                    <a16:creationId xmlns:a16="http://schemas.microsoft.com/office/drawing/2014/main" id="{4FD87725-889B-36C2-0696-F9BD76880B59}"/>
                  </a:ext>
                </a:extLst>
              </p:cNvPr>
              <p:cNvSpPr/>
              <p:nvPr/>
            </p:nvSpPr>
            <p:spPr>
              <a:xfrm>
                <a:off x="4156764" y="1588952"/>
                <a:ext cx="33812" cy="33812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7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0" name="ellipse_2107">
                <a:extLst>
                  <a:ext uri="{FF2B5EF4-FFF2-40B4-BE49-F238E27FC236}">
                    <a16:creationId xmlns:a16="http://schemas.microsoft.com/office/drawing/2014/main" id="{80ABBECD-BFD3-BA56-7095-4E79A57EA9EC}"/>
                  </a:ext>
                </a:extLst>
              </p:cNvPr>
              <p:cNvSpPr/>
              <p:nvPr/>
            </p:nvSpPr>
            <p:spPr>
              <a:xfrm>
                <a:off x="4477325" y="1432896"/>
                <a:ext cx="23702" cy="23702"/>
              </a:xfrm>
              <a:prstGeom prst="ellipse">
                <a:avLst/>
              </a:prstGeom>
              <a:gradFill flip="none" rotWithShape="1">
                <a:gsLst>
                  <a:gs pos="0">
                    <a:srgbClr val="FAECED"/>
                  </a:gs>
                  <a:gs pos="43000">
                    <a:srgbClr val="E6A5A9"/>
                  </a:gs>
                  <a:gs pos="100000">
                    <a:srgbClr val="C0788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1" name="ellipse_2108">
                <a:extLst>
                  <a:ext uri="{FF2B5EF4-FFF2-40B4-BE49-F238E27FC236}">
                    <a16:creationId xmlns:a16="http://schemas.microsoft.com/office/drawing/2014/main" id="{109BA463-8936-BB87-C1B2-9C4C0E230AC6}"/>
                  </a:ext>
                </a:extLst>
              </p:cNvPr>
              <p:cNvSpPr/>
              <p:nvPr/>
            </p:nvSpPr>
            <p:spPr>
              <a:xfrm>
                <a:off x="4277073" y="1643617"/>
                <a:ext cx="28926" cy="2892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2" name="ellipse_2109">
                <a:extLst>
                  <a:ext uri="{FF2B5EF4-FFF2-40B4-BE49-F238E27FC236}">
                    <a16:creationId xmlns:a16="http://schemas.microsoft.com/office/drawing/2014/main" id="{CC8AEAA2-497C-185E-A9BC-0C32E8A22B7F}"/>
                  </a:ext>
                </a:extLst>
              </p:cNvPr>
              <p:cNvSpPr/>
              <p:nvPr/>
            </p:nvSpPr>
            <p:spPr>
              <a:xfrm>
                <a:off x="4232832" y="1587878"/>
                <a:ext cx="32331" cy="3233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3" name="ellipse_2110">
                <a:extLst>
                  <a:ext uri="{FF2B5EF4-FFF2-40B4-BE49-F238E27FC236}">
                    <a16:creationId xmlns:a16="http://schemas.microsoft.com/office/drawing/2014/main" id="{51D3B4DB-D528-230A-2EE0-4B2F01E04C5D}"/>
                  </a:ext>
                </a:extLst>
              </p:cNvPr>
              <p:cNvSpPr/>
              <p:nvPr/>
            </p:nvSpPr>
            <p:spPr>
              <a:xfrm>
                <a:off x="4366549" y="1446303"/>
                <a:ext cx="19768" cy="19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6F7"/>
                  </a:gs>
                  <a:gs pos="43000">
                    <a:srgbClr val="F0D6D9"/>
                  </a:gs>
                  <a:gs pos="100000">
                    <a:srgbClr val="CCB1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4" name="ellipse_2111">
                <a:extLst>
                  <a:ext uri="{FF2B5EF4-FFF2-40B4-BE49-F238E27FC236}">
                    <a16:creationId xmlns:a16="http://schemas.microsoft.com/office/drawing/2014/main" id="{D39ECB35-01E8-0E06-9926-A03204926228}"/>
                  </a:ext>
                </a:extLst>
              </p:cNvPr>
              <p:cNvSpPr/>
              <p:nvPr/>
            </p:nvSpPr>
            <p:spPr>
              <a:xfrm>
                <a:off x="4319837" y="1616419"/>
                <a:ext cx="29048" cy="290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5" name="ellipse_2112">
                <a:extLst>
                  <a:ext uri="{FF2B5EF4-FFF2-40B4-BE49-F238E27FC236}">
                    <a16:creationId xmlns:a16="http://schemas.microsoft.com/office/drawing/2014/main" id="{51F26B1C-3B9D-7E7C-F6F7-F082F80023BB}"/>
                  </a:ext>
                </a:extLst>
              </p:cNvPr>
              <p:cNvSpPr/>
              <p:nvPr/>
            </p:nvSpPr>
            <p:spPr>
              <a:xfrm>
                <a:off x="4162910" y="1486420"/>
                <a:ext cx="24489" cy="24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BD7"/>
                  </a:gs>
                  <a:gs pos="100000">
                    <a:srgbClr val="45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6" name="ellipse_2113">
                <a:extLst>
                  <a:ext uri="{FF2B5EF4-FFF2-40B4-BE49-F238E27FC236}">
                    <a16:creationId xmlns:a16="http://schemas.microsoft.com/office/drawing/2014/main" id="{BD6B4897-5882-D9D9-FC05-D39528C98FFF}"/>
                  </a:ext>
                </a:extLst>
              </p:cNvPr>
              <p:cNvSpPr/>
              <p:nvPr/>
            </p:nvSpPr>
            <p:spPr>
              <a:xfrm>
                <a:off x="4477711" y="1630434"/>
                <a:ext cx="31074" cy="3107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7" name="ellipse_2114">
                <a:extLst>
                  <a:ext uri="{FF2B5EF4-FFF2-40B4-BE49-F238E27FC236}">
                    <a16:creationId xmlns:a16="http://schemas.microsoft.com/office/drawing/2014/main" id="{106E12B7-22EC-AFAE-6E2E-E7F254CB1578}"/>
                  </a:ext>
                </a:extLst>
              </p:cNvPr>
              <p:cNvSpPr/>
              <p:nvPr/>
            </p:nvSpPr>
            <p:spPr>
              <a:xfrm>
                <a:off x="4561895" y="1404845"/>
                <a:ext cx="32842" cy="32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1E1"/>
                  </a:gs>
                  <a:gs pos="100000">
                    <a:srgbClr val="6F99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8" name="ellipse_2115">
                <a:extLst>
                  <a:ext uri="{FF2B5EF4-FFF2-40B4-BE49-F238E27FC236}">
                    <a16:creationId xmlns:a16="http://schemas.microsoft.com/office/drawing/2014/main" id="{336A9DE0-688A-263D-8877-F6999AE273FD}"/>
                  </a:ext>
                </a:extLst>
              </p:cNvPr>
              <p:cNvSpPr/>
              <p:nvPr/>
            </p:nvSpPr>
            <p:spPr>
              <a:xfrm>
                <a:off x="4215117" y="1531671"/>
                <a:ext cx="31068" cy="3106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9" name="ellipse_2116">
                <a:extLst>
                  <a:ext uri="{FF2B5EF4-FFF2-40B4-BE49-F238E27FC236}">
                    <a16:creationId xmlns:a16="http://schemas.microsoft.com/office/drawing/2014/main" id="{5136DE23-286D-18F3-0EF5-D3DC028F1A68}"/>
                  </a:ext>
                </a:extLst>
              </p:cNvPr>
              <p:cNvSpPr/>
              <p:nvPr/>
            </p:nvSpPr>
            <p:spPr>
              <a:xfrm>
                <a:off x="4305476" y="1587179"/>
                <a:ext cx="22676" cy="22676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6DC"/>
                  </a:gs>
                  <a:gs pos="100000">
                    <a:srgbClr val="5C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0" name="ellipse_2117">
                <a:extLst>
                  <a:ext uri="{FF2B5EF4-FFF2-40B4-BE49-F238E27FC236}">
                    <a16:creationId xmlns:a16="http://schemas.microsoft.com/office/drawing/2014/main" id="{B6764111-0B1A-785B-232B-4B2E673C252D}"/>
                  </a:ext>
                </a:extLst>
              </p:cNvPr>
              <p:cNvSpPr/>
              <p:nvPr/>
            </p:nvSpPr>
            <p:spPr>
              <a:xfrm>
                <a:off x="4603877" y="1581641"/>
                <a:ext cx="20231" cy="2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1" name="ellipse_2118">
                <a:extLst>
                  <a:ext uri="{FF2B5EF4-FFF2-40B4-BE49-F238E27FC236}">
                    <a16:creationId xmlns:a16="http://schemas.microsoft.com/office/drawing/2014/main" id="{79E4C40F-AF19-0B8F-CB72-7FCA57476A7E}"/>
                  </a:ext>
                </a:extLst>
              </p:cNvPr>
              <p:cNvSpPr/>
              <p:nvPr/>
            </p:nvSpPr>
            <p:spPr>
              <a:xfrm>
                <a:off x="4148220" y="1473747"/>
                <a:ext cx="36222" cy="3622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2" name="ellipse_2119">
                <a:extLst>
                  <a:ext uri="{FF2B5EF4-FFF2-40B4-BE49-F238E27FC236}">
                    <a16:creationId xmlns:a16="http://schemas.microsoft.com/office/drawing/2014/main" id="{52015E7F-29E3-3823-9D6C-5192365F64FE}"/>
                  </a:ext>
                </a:extLst>
              </p:cNvPr>
              <p:cNvSpPr/>
              <p:nvPr/>
            </p:nvSpPr>
            <p:spPr>
              <a:xfrm>
                <a:off x="4552698" y="1554585"/>
                <a:ext cx="29289" cy="2928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3" name="ellipse_2120">
                <a:extLst>
                  <a:ext uri="{FF2B5EF4-FFF2-40B4-BE49-F238E27FC236}">
                    <a16:creationId xmlns:a16="http://schemas.microsoft.com/office/drawing/2014/main" id="{1DB9F3DA-CE4C-F9BB-30D8-BF3FE42DB962}"/>
                  </a:ext>
                </a:extLst>
              </p:cNvPr>
              <p:cNvSpPr/>
              <p:nvPr/>
            </p:nvSpPr>
            <p:spPr>
              <a:xfrm>
                <a:off x="4303221" y="1630068"/>
                <a:ext cx="26948" cy="269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4" name="ellipse_2121">
                <a:extLst>
                  <a:ext uri="{FF2B5EF4-FFF2-40B4-BE49-F238E27FC236}">
                    <a16:creationId xmlns:a16="http://schemas.microsoft.com/office/drawing/2014/main" id="{F79395A1-3FD5-65CA-2956-E0150FBD5E21}"/>
                  </a:ext>
                </a:extLst>
              </p:cNvPr>
              <p:cNvSpPr/>
              <p:nvPr/>
            </p:nvSpPr>
            <p:spPr>
              <a:xfrm>
                <a:off x="4478501" y="1592646"/>
                <a:ext cx="34960" cy="3496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CB5DB"/>
                  </a:gs>
                  <a:gs pos="100000">
                    <a:srgbClr val="588B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5" name="ellipse_2122">
                <a:extLst>
                  <a:ext uri="{FF2B5EF4-FFF2-40B4-BE49-F238E27FC236}">
                    <a16:creationId xmlns:a16="http://schemas.microsoft.com/office/drawing/2014/main" id="{D2200CD1-9D25-15CE-8D0B-264280C74176}"/>
                  </a:ext>
                </a:extLst>
              </p:cNvPr>
              <p:cNvSpPr/>
              <p:nvPr/>
            </p:nvSpPr>
            <p:spPr>
              <a:xfrm>
                <a:off x="4565932" y="1590332"/>
                <a:ext cx="28306" cy="28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6" name="ellipse_2123">
                <a:extLst>
                  <a:ext uri="{FF2B5EF4-FFF2-40B4-BE49-F238E27FC236}">
                    <a16:creationId xmlns:a16="http://schemas.microsoft.com/office/drawing/2014/main" id="{D97B1542-8FA0-B4DC-F5A5-057FCE19A7A8}"/>
                  </a:ext>
                </a:extLst>
              </p:cNvPr>
              <p:cNvSpPr/>
              <p:nvPr/>
            </p:nvSpPr>
            <p:spPr>
              <a:xfrm>
                <a:off x="4059567" y="1420321"/>
                <a:ext cx="25021" cy="25021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3D3"/>
                  </a:gs>
                  <a:gs pos="100000">
                    <a:srgbClr val="3876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7" name="ellipse_2124">
                <a:extLst>
                  <a:ext uri="{FF2B5EF4-FFF2-40B4-BE49-F238E27FC236}">
                    <a16:creationId xmlns:a16="http://schemas.microsoft.com/office/drawing/2014/main" id="{8E30B7B1-D369-E960-649A-327F130BD73D}"/>
                  </a:ext>
                </a:extLst>
              </p:cNvPr>
              <p:cNvSpPr/>
              <p:nvPr/>
            </p:nvSpPr>
            <p:spPr>
              <a:xfrm>
                <a:off x="4454981" y="1419123"/>
                <a:ext cx="20719" cy="20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5C9"/>
                  </a:gs>
                  <a:gs pos="100000">
                    <a:srgbClr val="C89E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8" name="ellipse_2125">
                <a:extLst>
                  <a:ext uri="{FF2B5EF4-FFF2-40B4-BE49-F238E27FC236}">
                    <a16:creationId xmlns:a16="http://schemas.microsoft.com/office/drawing/2014/main" id="{24627FA8-DC8B-16B1-FA7D-91338E3A6F90}"/>
                  </a:ext>
                </a:extLst>
              </p:cNvPr>
              <p:cNvSpPr/>
              <p:nvPr/>
            </p:nvSpPr>
            <p:spPr>
              <a:xfrm>
                <a:off x="4213951" y="1613938"/>
                <a:ext cx="30623" cy="30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CD3E9"/>
                  </a:gs>
                  <a:gs pos="100000">
                    <a:srgbClr val="90AEC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9" name="ellipse_2126">
                <a:extLst>
                  <a:ext uri="{FF2B5EF4-FFF2-40B4-BE49-F238E27FC236}">
                    <a16:creationId xmlns:a16="http://schemas.microsoft.com/office/drawing/2014/main" id="{4F34284F-3527-B756-C9E3-0FC52628CFA5}"/>
                  </a:ext>
                </a:extLst>
              </p:cNvPr>
              <p:cNvSpPr/>
              <p:nvPr/>
            </p:nvSpPr>
            <p:spPr>
              <a:xfrm>
                <a:off x="4448861" y="1530866"/>
                <a:ext cx="30010" cy="30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0"/>
                  </a:gs>
                  <a:gs pos="100000">
                    <a:srgbClr val="C6949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0" name="ellipse_2127">
                <a:extLst>
                  <a:ext uri="{FF2B5EF4-FFF2-40B4-BE49-F238E27FC236}">
                    <a16:creationId xmlns:a16="http://schemas.microsoft.com/office/drawing/2014/main" id="{3E9D0ACC-8422-CAFC-ADBC-16FED0739B06}"/>
                  </a:ext>
                </a:extLst>
              </p:cNvPr>
              <p:cNvSpPr/>
              <p:nvPr/>
            </p:nvSpPr>
            <p:spPr>
              <a:xfrm>
                <a:off x="4187439" y="1437250"/>
                <a:ext cx="22091" cy="2209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1" name="ellipse_2128">
                <a:extLst>
                  <a:ext uri="{FF2B5EF4-FFF2-40B4-BE49-F238E27FC236}">
                    <a16:creationId xmlns:a16="http://schemas.microsoft.com/office/drawing/2014/main" id="{F544F1C8-CF7D-C99E-336E-34A53E03791D}"/>
                  </a:ext>
                </a:extLst>
              </p:cNvPr>
              <p:cNvSpPr/>
              <p:nvPr/>
            </p:nvSpPr>
            <p:spPr>
              <a:xfrm>
                <a:off x="4156267" y="1447360"/>
                <a:ext cx="27517" cy="2751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2" name="ellipse_2129">
                <a:extLst>
                  <a:ext uri="{FF2B5EF4-FFF2-40B4-BE49-F238E27FC236}">
                    <a16:creationId xmlns:a16="http://schemas.microsoft.com/office/drawing/2014/main" id="{E5D64892-1D43-5B53-7A21-84FEFCB7B869}"/>
                  </a:ext>
                </a:extLst>
              </p:cNvPr>
              <p:cNvSpPr/>
              <p:nvPr/>
            </p:nvSpPr>
            <p:spPr>
              <a:xfrm>
                <a:off x="4513687" y="1593956"/>
                <a:ext cx="26924" cy="2692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3" name="ellipse_2130">
                <a:extLst>
                  <a:ext uri="{FF2B5EF4-FFF2-40B4-BE49-F238E27FC236}">
                    <a16:creationId xmlns:a16="http://schemas.microsoft.com/office/drawing/2014/main" id="{5822C808-2F4C-0196-94D6-274BF01594F4}"/>
                  </a:ext>
                </a:extLst>
              </p:cNvPr>
              <p:cNvSpPr/>
              <p:nvPr/>
            </p:nvSpPr>
            <p:spPr>
              <a:xfrm>
                <a:off x="4475672" y="1534775"/>
                <a:ext cx="19735" cy="1973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CC5C8"/>
                  </a:gs>
                  <a:gs pos="100000">
                    <a:srgbClr val="C79DA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4" name="ellipse_2131">
                <a:extLst>
                  <a:ext uri="{FF2B5EF4-FFF2-40B4-BE49-F238E27FC236}">
                    <a16:creationId xmlns:a16="http://schemas.microsoft.com/office/drawing/2014/main" id="{A96082D6-F143-7133-2174-088EDD1328E6}"/>
                  </a:ext>
                </a:extLst>
              </p:cNvPr>
              <p:cNvSpPr/>
              <p:nvPr/>
            </p:nvSpPr>
            <p:spPr>
              <a:xfrm>
                <a:off x="4177150" y="1479714"/>
                <a:ext cx="34047" cy="3404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5" name="ellipse_2132">
                <a:extLst>
                  <a:ext uri="{FF2B5EF4-FFF2-40B4-BE49-F238E27FC236}">
                    <a16:creationId xmlns:a16="http://schemas.microsoft.com/office/drawing/2014/main" id="{BECCFD14-E283-AF9F-6704-782A5E0085CD}"/>
                  </a:ext>
                </a:extLst>
              </p:cNvPr>
              <p:cNvSpPr/>
              <p:nvPr/>
            </p:nvSpPr>
            <p:spPr>
              <a:xfrm>
                <a:off x="4169230" y="1457714"/>
                <a:ext cx="24475" cy="2447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6" name="ellipse_2133">
                <a:extLst>
                  <a:ext uri="{FF2B5EF4-FFF2-40B4-BE49-F238E27FC236}">
                    <a16:creationId xmlns:a16="http://schemas.microsoft.com/office/drawing/2014/main" id="{3AFFBEBF-F045-EF10-437E-963B5990C9B3}"/>
                  </a:ext>
                </a:extLst>
              </p:cNvPr>
              <p:cNvSpPr/>
              <p:nvPr/>
            </p:nvSpPr>
            <p:spPr>
              <a:xfrm>
                <a:off x="4250267" y="1611599"/>
                <a:ext cx="27208" cy="27208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5E3"/>
                  </a:gs>
                  <a:gs pos="100000">
                    <a:srgbClr val="74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7" name="ellipse_2134">
                <a:extLst>
                  <a:ext uri="{FF2B5EF4-FFF2-40B4-BE49-F238E27FC236}">
                    <a16:creationId xmlns:a16="http://schemas.microsoft.com/office/drawing/2014/main" id="{D926B1AB-4829-A8A6-FD77-2B23784BF90A}"/>
                  </a:ext>
                </a:extLst>
              </p:cNvPr>
              <p:cNvSpPr/>
              <p:nvPr/>
            </p:nvSpPr>
            <p:spPr>
              <a:xfrm>
                <a:off x="4316540" y="1649280"/>
                <a:ext cx="31638" cy="3163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8" name="ellipse_2135">
                <a:extLst>
                  <a:ext uri="{FF2B5EF4-FFF2-40B4-BE49-F238E27FC236}">
                    <a16:creationId xmlns:a16="http://schemas.microsoft.com/office/drawing/2014/main" id="{6135182A-8B68-1A2A-0385-565F8EAD53D0}"/>
                  </a:ext>
                </a:extLst>
              </p:cNvPr>
              <p:cNvSpPr/>
              <p:nvPr/>
            </p:nvSpPr>
            <p:spPr>
              <a:xfrm>
                <a:off x="4145317" y="1562114"/>
                <a:ext cx="29616" cy="29616"/>
              </a:xfrm>
              <a:prstGeom prst="ellipse">
                <a:avLst/>
              </a:prstGeom>
              <a:gradFill flip="none" rotWithShape="1">
                <a:gsLst>
                  <a:gs pos="0">
                    <a:srgbClr val="F8FAFC"/>
                  </a:gs>
                  <a:gs pos="43000">
                    <a:srgbClr val="DBE7F3"/>
                  </a:gs>
                  <a:gs pos="100000">
                    <a:srgbClr val="B4C4D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9" name="ellipse_2136">
                <a:extLst>
                  <a:ext uri="{FF2B5EF4-FFF2-40B4-BE49-F238E27FC236}">
                    <a16:creationId xmlns:a16="http://schemas.microsoft.com/office/drawing/2014/main" id="{A1869B9D-46EF-7344-E717-5FDA13CCA7E6}"/>
                  </a:ext>
                </a:extLst>
              </p:cNvPr>
              <p:cNvSpPr/>
              <p:nvPr/>
            </p:nvSpPr>
            <p:spPr>
              <a:xfrm>
                <a:off x="4212479" y="1534532"/>
                <a:ext cx="21239" cy="21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0" name="ellipse_2137">
                <a:extLst>
                  <a:ext uri="{FF2B5EF4-FFF2-40B4-BE49-F238E27FC236}">
                    <a16:creationId xmlns:a16="http://schemas.microsoft.com/office/drawing/2014/main" id="{515DDD5B-20B3-83B4-1CFF-E3180C5B0725}"/>
                  </a:ext>
                </a:extLst>
              </p:cNvPr>
              <p:cNvSpPr/>
              <p:nvPr/>
            </p:nvSpPr>
            <p:spPr>
              <a:xfrm>
                <a:off x="4296928" y="1660530"/>
                <a:ext cx="21078" cy="2107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1" name="ellipse_2138">
                <a:extLst>
                  <a:ext uri="{FF2B5EF4-FFF2-40B4-BE49-F238E27FC236}">
                    <a16:creationId xmlns:a16="http://schemas.microsoft.com/office/drawing/2014/main" id="{11ECF583-6CEE-CFFC-178D-9C4F527E641D}"/>
                  </a:ext>
                </a:extLst>
              </p:cNvPr>
              <p:cNvSpPr/>
              <p:nvPr/>
            </p:nvSpPr>
            <p:spPr>
              <a:xfrm>
                <a:off x="4387132" y="1397727"/>
                <a:ext cx="22984" cy="22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8FC"/>
                  </a:gs>
                  <a:gs pos="43000">
                    <a:srgbClr val="CFDFEF"/>
                  </a:gs>
                  <a:gs pos="100000">
                    <a:srgbClr val="A5BCD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2" name="ellipse_2139">
                <a:extLst>
                  <a:ext uri="{FF2B5EF4-FFF2-40B4-BE49-F238E27FC236}">
                    <a16:creationId xmlns:a16="http://schemas.microsoft.com/office/drawing/2014/main" id="{49FD3AE7-6DB9-4B86-D495-CF3D8BB87646}"/>
                  </a:ext>
                </a:extLst>
              </p:cNvPr>
              <p:cNvSpPr/>
              <p:nvPr/>
            </p:nvSpPr>
            <p:spPr>
              <a:xfrm>
                <a:off x="4423607" y="1603144"/>
                <a:ext cx="26321" cy="2632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8B3DA"/>
                  </a:gs>
                  <a:gs pos="100000">
                    <a:srgbClr val="54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3" name="ellipse_2140">
                <a:extLst>
                  <a:ext uri="{FF2B5EF4-FFF2-40B4-BE49-F238E27FC236}">
                    <a16:creationId xmlns:a16="http://schemas.microsoft.com/office/drawing/2014/main" id="{5934B38C-9728-D313-F343-CF2E3AF7F080}"/>
                  </a:ext>
                </a:extLst>
              </p:cNvPr>
              <p:cNvSpPr/>
              <p:nvPr/>
            </p:nvSpPr>
            <p:spPr>
              <a:xfrm>
                <a:off x="4143066" y="1454342"/>
                <a:ext cx="33754" cy="3375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4" name="ellipse_2141">
                <a:extLst>
                  <a:ext uri="{FF2B5EF4-FFF2-40B4-BE49-F238E27FC236}">
                    <a16:creationId xmlns:a16="http://schemas.microsoft.com/office/drawing/2014/main" id="{C5E3193F-1DD9-9C32-D862-A9AA112B4902}"/>
                  </a:ext>
                </a:extLst>
              </p:cNvPr>
              <p:cNvSpPr/>
              <p:nvPr/>
            </p:nvSpPr>
            <p:spPr>
              <a:xfrm>
                <a:off x="4172222" y="1529575"/>
                <a:ext cx="28626" cy="28626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ECBE6"/>
                  </a:gs>
                  <a:gs pos="100000">
                    <a:srgbClr val="80A4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5" name="ellipse_2142">
                <a:extLst>
                  <a:ext uri="{FF2B5EF4-FFF2-40B4-BE49-F238E27FC236}">
                    <a16:creationId xmlns:a16="http://schemas.microsoft.com/office/drawing/2014/main" id="{F96D29F7-AA71-32A6-4EEA-FD4A2125738D}"/>
                  </a:ext>
                </a:extLst>
              </p:cNvPr>
              <p:cNvSpPr/>
              <p:nvPr/>
            </p:nvSpPr>
            <p:spPr>
              <a:xfrm>
                <a:off x="4543531" y="1594407"/>
                <a:ext cx="30468" cy="3046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6" name="ellipse_2143">
                <a:extLst>
                  <a:ext uri="{FF2B5EF4-FFF2-40B4-BE49-F238E27FC236}">
                    <a16:creationId xmlns:a16="http://schemas.microsoft.com/office/drawing/2014/main" id="{8BE586D9-7DE4-3340-B524-BBB2C90A51C4}"/>
                  </a:ext>
                </a:extLst>
              </p:cNvPr>
              <p:cNvSpPr/>
              <p:nvPr/>
            </p:nvSpPr>
            <p:spPr>
              <a:xfrm>
                <a:off x="4485018" y="1527843"/>
                <a:ext cx="27018" cy="2701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4F4"/>
                  </a:gs>
                  <a:gs pos="43000">
                    <a:srgbClr val="EDC8CC"/>
                  </a:gs>
                  <a:gs pos="100000">
                    <a:srgbClr val="C8A1A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7" name="ellipse_2144">
                <a:extLst>
                  <a:ext uri="{FF2B5EF4-FFF2-40B4-BE49-F238E27FC236}">
                    <a16:creationId xmlns:a16="http://schemas.microsoft.com/office/drawing/2014/main" id="{DED54DC6-64F6-0A5D-06E7-C523F7EF78BF}"/>
                  </a:ext>
                </a:extLst>
              </p:cNvPr>
              <p:cNvSpPr/>
              <p:nvPr/>
            </p:nvSpPr>
            <p:spPr>
              <a:xfrm>
                <a:off x="4197746" y="1447194"/>
                <a:ext cx="24842" cy="24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8" name="ellipse_2145">
                <a:extLst>
                  <a:ext uri="{FF2B5EF4-FFF2-40B4-BE49-F238E27FC236}">
                    <a16:creationId xmlns:a16="http://schemas.microsoft.com/office/drawing/2014/main" id="{26B0A837-D1DD-16DD-0839-EE6B8880BF6B}"/>
                  </a:ext>
                </a:extLst>
              </p:cNvPr>
              <p:cNvSpPr/>
              <p:nvPr/>
            </p:nvSpPr>
            <p:spPr>
              <a:xfrm>
                <a:off x="4457750" y="1465726"/>
                <a:ext cx="30821" cy="3082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9" name="ellipse_2146">
                <a:extLst>
                  <a:ext uri="{FF2B5EF4-FFF2-40B4-BE49-F238E27FC236}">
                    <a16:creationId xmlns:a16="http://schemas.microsoft.com/office/drawing/2014/main" id="{2004ECD3-280E-3601-C40B-B804EC1B31F7}"/>
                  </a:ext>
                </a:extLst>
              </p:cNvPr>
              <p:cNvSpPr/>
              <p:nvPr/>
            </p:nvSpPr>
            <p:spPr>
              <a:xfrm>
                <a:off x="4451010" y="1568162"/>
                <a:ext cx="23766" cy="237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ADCEE"/>
                  </a:gs>
                  <a:gs pos="100000">
                    <a:srgbClr val="A0B8C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0" name="ellipse_2147">
                <a:extLst>
                  <a:ext uri="{FF2B5EF4-FFF2-40B4-BE49-F238E27FC236}">
                    <a16:creationId xmlns:a16="http://schemas.microsoft.com/office/drawing/2014/main" id="{66D8A866-6FDA-4FF8-583F-220EB68293B8}"/>
                  </a:ext>
                </a:extLst>
              </p:cNvPr>
              <p:cNvSpPr/>
              <p:nvPr/>
            </p:nvSpPr>
            <p:spPr>
              <a:xfrm>
                <a:off x="4223815" y="1435525"/>
                <a:ext cx="33315" cy="3331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7D5"/>
                  </a:gs>
                  <a:gs pos="100000">
                    <a:srgbClr val="40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1" name="ellipse_2148">
                <a:extLst>
                  <a:ext uri="{FF2B5EF4-FFF2-40B4-BE49-F238E27FC236}">
                    <a16:creationId xmlns:a16="http://schemas.microsoft.com/office/drawing/2014/main" id="{CEA825B0-6EFA-4A4F-1F3E-45279163E11F}"/>
                  </a:ext>
                </a:extLst>
              </p:cNvPr>
              <p:cNvSpPr/>
              <p:nvPr/>
            </p:nvSpPr>
            <p:spPr>
              <a:xfrm>
                <a:off x="4429682" y="1587437"/>
                <a:ext cx="20909" cy="2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2" name="ellipse_2149">
                <a:extLst>
                  <a:ext uri="{FF2B5EF4-FFF2-40B4-BE49-F238E27FC236}">
                    <a16:creationId xmlns:a16="http://schemas.microsoft.com/office/drawing/2014/main" id="{288DBC4B-4AD1-7025-5536-5CC02DE53ED4}"/>
                  </a:ext>
                </a:extLst>
              </p:cNvPr>
              <p:cNvSpPr/>
              <p:nvPr/>
            </p:nvSpPr>
            <p:spPr>
              <a:xfrm>
                <a:off x="4200321" y="1424891"/>
                <a:ext cx="21059" cy="2105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3" name="ellipse_2150">
                <a:extLst>
                  <a:ext uri="{FF2B5EF4-FFF2-40B4-BE49-F238E27FC236}">
                    <a16:creationId xmlns:a16="http://schemas.microsoft.com/office/drawing/2014/main" id="{10AD0FB7-205B-E727-90DB-2DF062D9F73A}"/>
                  </a:ext>
                </a:extLst>
              </p:cNvPr>
              <p:cNvSpPr/>
              <p:nvPr/>
            </p:nvSpPr>
            <p:spPr>
              <a:xfrm>
                <a:off x="4265269" y="1675294"/>
                <a:ext cx="32963" cy="3296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4" name="ellipse_2151">
                <a:extLst>
                  <a:ext uri="{FF2B5EF4-FFF2-40B4-BE49-F238E27FC236}">
                    <a16:creationId xmlns:a16="http://schemas.microsoft.com/office/drawing/2014/main" id="{0547CB18-A772-4CFF-1314-F1A0C9D5C41D}"/>
                  </a:ext>
                </a:extLst>
              </p:cNvPr>
              <p:cNvSpPr/>
              <p:nvPr/>
            </p:nvSpPr>
            <p:spPr>
              <a:xfrm>
                <a:off x="4255395" y="1464436"/>
                <a:ext cx="30049" cy="3004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5" name="ellipse_2152">
                <a:extLst>
                  <a:ext uri="{FF2B5EF4-FFF2-40B4-BE49-F238E27FC236}">
                    <a16:creationId xmlns:a16="http://schemas.microsoft.com/office/drawing/2014/main" id="{E98CB507-AB0F-35B7-0A7D-53403385A060}"/>
                  </a:ext>
                </a:extLst>
              </p:cNvPr>
              <p:cNvSpPr/>
              <p:nvPr/>
            </p:nvSpPr>
            <p:spPr>
              <a:xfrm>
                <a:off x="4442577" y="1583236"/>
                <a:ext cx="34593" cy="34593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6" name="ellipse_2153">
                <a:extLst>
                  <a:ext uri="{FF2B5EF4-FFF2-40B4-BE49-F238E27FC236}">
                    <a16:creationId xmlns:a16="http://schemas.microsoft.com/office/drawing/2014/main" id="{A0958F9B-2188-84D5-A77E-B61C000AE92E}"/>
                  </a:ext>
                </a:extLst>
              </p:cNvPr>
              <p:cNvSpPr/>
              <p:nvPr/>
            </p:nvSpPr>
            <p:spPr>
              <a:xfrm>
                <a:off x="4487089" y="1605392"/>
                <a:ext cx="21701" cy="2170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7" name="ellipse_2154">
                <a:extLst>
                  <a:ext uri="{FF2B5EF4-FFF2-40B4-BE49-F238E27FC236}">
                    <a16:creationId xmlns:a16="http://schemas.microsoft.com/office/drawing/2014/main" id="{52C154AE-C748-7773-EF90-10C6B2A3A121}"/>
                  </a:ext>
                </a:extLst>
              </p:cNvPr>
              <p:cNvSpPr/>
              <p:nvPr/>
            </p:nvSpPr>
            <p:spPr>
              <a:xfrm>
                <a:off x="4496800" y="1560661"/>
                <a:ext cx="29011" cy="2901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8" name="ellipse_2155">
                <a:extLst>
                  <a:ext uri="{FF2B5EF4-FFF2-40B4-BE49-F238E27FC236}">
                    <a16:creationId xmlns:a16="http://schemas.microsoft.com/office/drawing/2014/main" id="{DCFF1DFA-0E9F-5334-4605-6279F2256252}"/>
                  </a:ext>
                </a:extLst>
              </p:cNvPr>
              <p:cNvSpPr/>
              <p:nvPr/>
            </p:nvSpPr>
            <p:spPr>
              <a:xfrm>
                <a:off x="4296447" y="1640205"/>
                <a:ext cx="28855" cy="2885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9" name="ellipse_2156">
                <a:extLst>
                  <a:ext uri="{FF2B5EF4-FFF2-40B4-BE49-F238E27FC236}">
                    <a16:creationId xmlns:a16="http://schemas.microsoft.com/office/drawing/2014/main" id="{04779C17-9CB6-6764-ECC6-C97ECC489274}"/>
                  </a:ext>
                </a:extLst>
              </p:cNvPr>
              <p:cNvSpPr/>
              <p:nvPr/>
            </p:nvSpPr>
            <p:spPr>
              <a:xfrm>
                <a:off x="4517139" y="1596962"/>
                <a:ext cx="32658" cy="32658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0" name="ellipse_2157">
                <a:extLst>
                  <a:ext uri="{FF2B5EF4-FFF2-40B4-BE49-F238E27FC236}">
                    <a16:creationId xmlns:a16="http://schemas.microsoft.com/office/drawing/2014/main" id="{5B1C90CD-85DA-5992-11B9-CA1FC29BD029}"/>
                  </a:ext>
                </a:extLst>
              </p:cNvPr>
              <p:cNvSpPr/>
              <p:nvPr/>
            </p:nvSpPr>
            <p:spPr>
              <a:xfrm>
                <a:off x="4387488" y="1548169"/>
                <a:ext cx="31558" cy="31558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1EAF4"/>
                  </a:gs>
                  <a:gs pos="100000">
                    <a:srgbClr val="BAC8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1" name="ellipse_2158">
                <a:extLst>
                  <a:ext uri="{FF2B5EF4-FFF2-40B4-BE49-F238E27FC236}">
                    <a16:creationId xmlns:a16="http://schemas.microsoft.com/office/drawing/2014/main" id="{B3CCEA19-C99E-4E61-6527-435E2FE07799}"/>
                  </a:ext>
                </a:extLst>
              </p:cNvPr>
              <p:cNvSpPr/>
              <p:nvPr/>
            </p:nvSpPr>
            <p:spPr>
              <a:xfrm>
                <a:off x="4404494" y="1366310"/>
                <a:ext cx="20661" cy="20661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7BCDF"/>
                  </a:gs>
                  <a:gs pos="100000">
                    <a:srgbClr val="6593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2" name="ellipse_2159">
                <a:extLst>
                  <a:ext uri="{FF2B5EF4-FFF2-40B4-BE49-F238E27FC236}">
                    <a16:creationId xmlns:a16="http://schemas.microsoft.com/office/drawing/2014/main" id="{85713D9A-DE77-D5D3-9F5B-B1D43F605A7B}"/>
                  </a:ext>
                </a:extLst>
              </p:cNvPr>
              <p:cNvSpPr/>
              <p:nvPr/>
            </p:nvSpPr>
            <p:spPr>
              <a:xfrm>
                <a:off x="4287847" y="1579304"/>
                <a:ext cx="21637" cy="2163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7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3" name="ellipse_2160">
                <a:extLst>
                  <a:ext uri="{FF2B5EF4-FFF2-40B4-BE49-F238E27FC236}">
                    <a16:creationId xmlns:a16="http://schemas.microsoft.com/office/drawing/2014/main" id="{EE0E8D99-E077-A5B4-61D2-18A440592654}"/>
                  </a:ext>
                </a:extLst>
              </p:cNvPr>
              <p:cNvSpPr/>
              <p:nvPr/>
            </p:nvSpPr>
            <p:spPr>
              <a:xfrm>
                <a:off x="4247333" y="1542048"/>
                <a:ext cx="20042" cy="2004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3C3E2"/>
                  </a:gs>
                  <a:gs pos="100000">
                    <a:srgbClr val="73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4" name="ellipse_2161">
                <a:extLst>
                  <a:ext uri="{FF2B5EF4-FFF2-40B4-BE49-F238E27FC236}">
                    <a16:creationId xmlns:a16="http://schemas.microsoft.com/office/drawing/2014/main" id="{114C1979-7CD6-7398-FB7B-F91CD9E10FFB}"/>
                  </a:ext>
                </a:extLst>
              </p:cNvPr>
              <p:cNvSpPr/>
              <p:nvPr/>
            </p:nvSpPr>
            <p:spPr>
              <a:xfrm>
                <a:off x="4457286" y="1441037"/>
                <a:ext cx="30843" cy="30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5" name="ellipse_2162">
                <a:extLst>
                  <a:ext uri="{FF2B5EF4-FFF2-40B4-BE49-F238E27FC236}">
                    <a16:creationId xmlns:a16="http://schemas.microsoft.com/office/drawing/2014/main" id="{FB733135-9C69-5D09-BFDE-74B438F7E663}"/>
                  </a:ext>
                </a:extLst>
              </p:cNvPr>
              <p:cNvSpPr/>
              <p:nvPr/>
            </p:nvSpPr>
            <p:spPr>
              <a:xfrm>
                <a:off x="4174540" y="1565987"/>
                <a:ext cx="25424" cy="25424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3ECF5"/>
                  </a:gs>
                  <a:gs pos="100000">
                    <a:srgbClr val="BDCB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6" name="ellipse_2163">
                <a:extLst>
                  <a:ext uri="{FF2B5EF4-FFF2-40B4-BE49-F238E27FC236}">
                    <a16:creationId xmlns:a16="http://schemas.microsoft.com/office/drawing/2014/main" id="{DAFD0B01-8A80-2D62-77FE-5D07E397DA8E}"/>
                  </a:ext>
                </a:extLst>
              </p:cNvPr>
              <p:cNvSpPr/>
              <p:nvPr/>
            </p:nvSpPr>
            <p:spPr>
              <a:xfrm>
                <a:off x="4283446" y="1527651"/>
                <a:ext cx="34254" cy="3425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7" name="ellipse_2164">
                <a:extLst>
                  <a:ext uri="{FF2B5EF4-FFF2-40B4-BE49-F238E27FC236}">
                    <a16:creationId xmlns:a16="http://schemas.microsoft.com/office/drawing/2014/main" id="{54C02785-4A30-6FBD-9C55-60C8475C24FC}"/>
                  </a:ext>
                </a:extLst>
              </p:cNvPr>
              <p:cNvSpPr/>
              <p:nvPr/>
            </p:nvSpPr>
            <p:spPr>
              <a:xfrm>
                <a:off x="4643589" y="1587283"/>
                <a:ext cx="23827" cy="2382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8" name="ellipse_2165">
                <a:extLst>
                  <a:ext uri="{FF2B5EF4-FFF2-40B4-BE49-F238E27FC236}">
                    <a16:creationId xmlns:a16="http://schemas.microsoft.com/office/drawing/2014/main" id="{FAEBE3D4-21A9-C2B2-3042-3EACFC36753A}"/>
                  </a:ext>
                </a:extLst>
              </p:cNvPr>
              <p:cNvSpPr/>
              <p:nvPr/>
            </p:nvSpPr>
            <p:spPr>
              <a:xfrm>
                <a:off x="4362350" y="1394370"/>
                <a:ext cx="36100" cy="36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5D9EC"/>
                  </a:gs>
                  <a:gs pos="100000">
                    <a:srgbClr val="9AB4C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9" name="ellipse_2166">
                <a:extLst>
                  <a:ext uri="{FF2B5EF4-FFF2-40B4-BE49-F238E27FC236}">
                    <a16:creationId xmlns:a16="http://schemas.microsoft.com/office/drawing/2014/main" id="{FCA61CF6-A6E9-8C23-05E2-D4C559F2C50A}"/>
                  </a:ext>
                </a:extLst>
              </p:cNvPr>
              <p:cNvSpPr/>
              <p:nvPr/>
            </p:nvSpPr>
            <p:spPr>
              <a:xfrm>
                <a:off x="4308980" y="1614559"/>
                <a:ext cx="24285" cy="24285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0" name="ellipse_2167">
                <a:extLst>
                  <a:ext uri="{FF2B5EF4-FFF2-40B4-BE49-F238E27FC236}">
                    <a16:creationId xmlns:a16="http://schemas.microsoft.com/office/drawing/2014/main" id="{D6FAFB3F-A677-62FA-90ED-598A727680F8}"/>
                  </a:ext>
                </a:extLst>
              </p:cNvPr>
              <p:cNvSpPr/>
              <p:nvPr/>
            </p:nvSpPr>
            <p:spPr>
              <a:xfrm>
                <a:off x="4258920" y="1604652"/>
                <a:ext cx="35727" cy="3572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B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1" name="ellipse_2168">
                <a:extLst>
                  <a:ext uri="{FF2B5EF4-FFF2-40B4-BE49-F238E27FC236}">
                    <a16:creationId xmlns:a16="http://schemas.microsoft.com/office/drawing/2014/main" id="{D72CDA6F-083B-AD9D-B504-37C8FB97C915}"/>
                  </a:ext>
                </a:extLst>
              </p:cNvPr>
              <p:cNvSpPr/>
              <p:nvPr/>
            </p:nvSpPr>
            <p:spPr>
              <a:xfrm>
                <a:off x="4055626" y="1445608"/>
                <a:ext cx="27529" cy="2752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2" name="ellipse_2169">
                <a:extLst>
                  <a:ext uri="{FF2B5EF4-FFF2-40B4-BE49-F238E27FC236}">
                    <a16:creationId xmlns:a16="http://schemas.microsoft.com/office/drawing/2014/main" id="{2A64BCD0-2B1B-0389-FCDB-0EA30FCAF45A}"/>
                  </a:ext>
                </a:extLst>
              </p:cNvPr>
              <p:cNvSpPr/>
              <p:nvPr/>
            </p:nvSpPr>
            <p:spPr>
              <a:xfrm>
                <a:off x="4246396" y="1460762"/>
                <a:ext cx="31802" cy="31802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3" name="ellipse_2170">
                <a:extLst>
                  <a:ext uri="{FF2B5EF4-FFF2-40B4-BE49-F238E27FC236}">
                    <a16:creationId xmlns:a16="http://schemas.microsoft.com/office/drawing/2014/main" id="{3CDED8CF-AEDA-6440-2D8A-B1C45D26DABC}"/>
                  </a:ext>
                </a:extLst>
              </p:cNvPr>
              <p:cNvSpPr/>
              <p:nvPr/>
            </p:nvSpPr>
            <p:spPr>
              <a:xfrm>
                <a:off x="4488487" y="1463669"/>
                <a:ext cx="19500" cy="19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4" name="ellipse_2171">
                <a:extLst>
                  <a:ext uri="{FF2B5EF4-FFF2-40B4-BE49-F238E27FC236}">
                    <a16:creationId xmlns:a16="http://schemas.microsoft.com/office/drawing/2014/main" id="{EA1107E8-E7BE-3C99-CB8A-6E7AC2BEB22D}"/>
                  </a:ext>
                </a:extLst>
              </p:cNvPr>
              <p:cNvSpPr/>
              <p:nvPr/>
            </p:nvSpPr>
            <p:spPr>
              <a:xfrm>
                <a:off x="4378658" y="1411914"/>
                <a:ext cx="25207" cy="2520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EEF3F9"/>
                  </a:gs>
                  <a:gs pos="100000">
                    <a:srgbClr val="CAD3D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5" name="ellipse_2172">
                <a:extLst>
                  <a:ext uri="{FF2B5EF4-FFF2-40B4-BE49-F238E27FC236}">
                    <a16:creationId xmlns:a16="http://schemas.microsoft.com/office/drawing/2014/main" id="{967C3B32-4AEE-EC4A-9643-99F75794E0BD}"/>
                  </a:ext>
                </a:extLst>
              </p:cNvPr>
              <p:cNvSpPr/>
              <p:nvPr/>
            </p:nvSpPr>
            <p:spPr>
              <a:xfrm>
                <a:off x="4369328" y="1415476"/>
                <a:ext cx="35743" cy="3574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2F4"/>
                  </a:gs>
                  <a:gs pos="100000">
                    <a:srgbClr val="D3D1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6" name="ellipse_2173">
                <a:extLst>
                  <a:ext uri="{FF2B5EF4-FFF2-40B4-BE49-F238E27FC236}">
                    <a16:creationId xmlns:a16="http://schemas.microsoft.com/office/drawing/2014/main" id="{3E277177-AA17-FFEF-17DC-FA0CD6E8BF81}"/>
                  </a:ext>
                </a:extLst>
              </p:cNvPr>
              <p:cNvSpPr/>
              <p:nvPr/>
            </p:nvSpPr>
            <p:spPr>
              <a:xfrm>
                <a:off x="4108720" y="1553209"/>
                <a:ext cx="23944" cy="23944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CE7"/>
                  </a:gs>
                  <a:gs pos="100000">
                    <a:srgbClr val="83A5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7" name="ellipse_2174">
                <a:extLst>
                  <a:ext uri="{FF2B5EF4-FFF2-40B4-BE49-F238E27FC236}">
                    <a16:creationId xmlns:a16="http://schemas.microsoft.com/office/drawing/2014/main" id="{07B4C19D-2C7B-75A5-7E4D-4F88BF9D5303}"/>
                  </a:ext>
                </a:extLst>
              </p:cNvPr>
              <p:cNvSpPr/>
              <p:nvPr/>
            </p:nvSpPr>
            <p:spPr>
              <a:xfrm>
                <a:off x="4471741" y="1503867"/>
                <a:ext cx="25632" cy="25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8" name="ellipse_2175">
                <a:extLst>
                  <a:ext uri="{FF2B5EF4-FFF2-40B4-BE49-F238E27FC236}">
                    <a16:creationId xmlns:a16="http://schemas.microsoft.com/office/drawing/2014/main" id="{995CE5D0-7F5E-A315-D2F1-C9358A95E1D1}"/>
                  </a:ext>
                </a:extLst>
              </p:cNvPr>
              <p:cNvSpPr/>
              <p:nvPr/>
            </p:nvSpPr>
            <p:spPr>
              <a:xfrm>
                <a:off x="4318731" y="1540689"/>
                <a:ext cx="28238" cy="2823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4F9"/>
                  </a:gs>
                  <a:gs pos="43000">
                    <a:srgbClr val="ABC8E4"/>
                  </a:gs>
                  <a:gs pos="100000">
                    <a:srgbClr val="7CA1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9" name="ellipse_2176">
                <a:extLst>
                  <a:ext uri="{FF2B5EF4-FFF2-40B4-BE49-F238E27FC236}">
                    <a16:creationId xmlns:a16="http://schemas.microsoft.com/office/drawing/2014/main" id="{08AC265A-2C24-4AD5-6EA7-702A5938DA87}"/>
                  </a:ext>
                </a:extLst>
              </p:cNvPr>
              <p:cNvSpPr/>
              <p:nvPr/>
            </p:nvSpPr>
            <p:spPr>
              <a:xfrm>
                <a:off x="4264380" y="1516974"/>
                <a:ext cx="22493" cy="22493"/>
              </a:xfrm>
              <a:prstGeom prst="ellipse">
                <a:avLst/>
              </a:prstGeom>
              <a:gradFill flip="none" rotWithShape="1">
                <a:gsLst>
                  <a:gs pos="0">
                    <a:srgbClr val="E8F1F8"/>
                  </a:gs>
                  <a:gs pos="43000">
                    <a:srgbClr val="93BADD"/>
                  </a:gs>
                  <a:gs pos="100000">
                    <a:srgbClr val="6091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0" name="ellipse_2177">
                <a:extLst>
                  <a:ext uri="{FF2B5EF4-FFF2-40B4-BE49-F238E27FC236}">
                    <a16:creationId xmlns:a16="http://schemas.microsoft.com/office/drawing/2014/main" id="{16239F87-89EA-51B8-2D53-65A9F833E75E}"/>
                  </a:ext>
                </a:extLst>
              </p:cNvPr>
              <p:cNvSpPr/>
              <p:nvPr/>
            </p:nvSpPr>
            <p:spPr>
              <a:xfrm>
                <a:off x="4223323" y="1483184"/>
                <a:ext cx="26490" cy="2649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1" name="ellipse_2178">
                <a:extLst>
                  <a:ext uri="{FF2B5EF4-FFF2-40B4-BE49-F238E27FC236}">
                    <a16:creationId xmlns:a16="http://schemas.microsoft.com/office/drawing/2014/main" id="{293AC68A-36EA-EC4D-6287-A89A18C8804D}"/>
                  </a:ext>
                </a:extLst>
              </p:cNvPr>
              <p:cNvSpPr/>
              <p:nvPr/>
            </p:nvSpPr>
            <p:spPr>
              <a:xfrm>
                <a:off x="4401541" y="1664126"/>
                <a:ext cx="25319" cy="2531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2" name="ellipse_2179">
                <a:extLst>
                  <a:ext uri="{FF2B5EF4-FFF2-40B4-BE49-F238E27FC236}">
                    <a16:creationId xmlns:a16="http://schemas.microsoft.com/office/drawing/2014/main" id="{FBB52403-5F96-94D6-646A-5FD430AB3A63}"/>
                  </a:ext>
                </a:extLst>
              </p:cNvPr>
              <p:cNvSpPr/>
              <p:nvPr/>
            </p:nvSpPr>
            <p:spPr>
              <a:xfrm>
                <a:off x="4339068" y="1457481"/>
                <a:ext cx="35401" cy="35401"/>
              </a:xfrm>
              <a:prstGeom prst="ellipse">
                <a:avLst/>
              </a:prstGeom>
              <a:gradFill flip="none" rotWithShape="1">
                <a:gsLst>
                  <a:gs pos="0">
                    <a:srgbClr val="FDFBFB"/>
                  </a:gs>
                  <a:gs pos="43000">
                    <a:srgbClr val="F5EAED"/>
                  </a:gs>
                  <a:gs pos="100000">
                    <a:srgbClr val="D1C8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3" name="ellipse_2180">
                <a:extLst>
                  <a:ext uri="{FF2B5EF4-FFF2-40B4-BE49-F238E27FC236}">
                    <a16:creationId xmlns:a16="http://schemas.microsoft.com/office/drawing/2014/main" id="{6A202012-6143-4899-A753-882F3FD87586}"/>
                  </a:ext>
                </a:extLst>
              </p:cNvPr>
              <p:cNvSpPr/>
              <p:nvPr/>
            </p:nvSpPr>
            <p:spPr>
              <a:xfrm>
                <a:off x="4147487" y="1616286"/>
                <a:ext cx="26099" cy="260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4" name="ellipse_2181">
                <a:extLst>
                  <a:ext uri="{FF2B5EF4-FFF2-40B4-BE49-F238E27FC236}">
                    <a16:creationId xmlns:a16="http://schemas.microsoft.com/office/drawing/2014/main" id="{19B54EF6-7067-D7F7-A745-E7E7EC72CAE3}"/>
                  </a:ext>
                </a:extLst>
              </p:cNvPr>
              <p:cNvSpPr/>
              <p:nvPr/>
            </p:nvSpPr>
            <p:spPr>
              <a:xfrm>
                <a:off x="4421275" y="1403443"/>
                <a:ext cx="35162" cy="35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A"/>
                  </a:gs>
                  <a:gs pos="43000">
                    <a:srgbClr val="F3E3E6"/>
                  </a:gs>
                  <a:gs pos="100000">
                    <a:srgbClr val="CFC0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5" name="ellipse_2182">
                <a:extLst>
                  <a:ext uri="{FF2B5EF4-FFF2-40B4-BE49-F238E27FC236}">
                    <a16:creationId xmlns:a16="http://schemas.microsoft.com/office/drawing/2014/main" id="{2FCEEF14-23ED-C5BD-10D2-C8519316D9C6}"/>
                  </a:ext>
                </a:extLst>
              </p:cNvPr>
              <p:cNvSpPr/>
              <p:nvPr/>
            </p:nvSpPr>
            <p:spPr>
              <a:xfrm>
                <a:off x="4115470" y="1492277"/>
                <a:ext cx="31229" cy="3122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6" name="ellipse_2183">
                <a:extLst>
                  <a:ext uri="{FF2B5EF4-FFF2-40B4-BE49-F238E27FC236}">
                    <a16:creationId xmlns:a16="http://schemas.microsoft.com/office/drawing/2014/main" id="{DF89F25A-490D-5405-4ABC-9EB78BECFA50}"/>
                  </a:ext>
                </a:extLst>
              </p:cNvPr>
              <p:cNvSpPr/>
              <p:nvPr/>
            </p:nvSpPr>
            <p:spPr>
              <a:xfrm>
                <a:off x="4091744" y="1552009"/>
                <a:ext cx="22492" cy="2249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A0C2E1"/>
                  </a:gs>
                  <a:gs pos="100000">
                    <a:srgbClr val="6F9A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7" name="ellipse_2184">
                <a:extLst>
                  <a:ext uri="{FF2B5EF4-FFF2-40B4-BE49-F238E27FC236}">
                    <a16:creationId xmlns:a16="http://schemas.microsoft.com/office/drawing/2014/main" id="{1286CA37-F417-3D88-2C51-055DD432F1E7}"/>
                  </a:ext>
                </a:extLst>
              </p:cNvPr>
              <p:cNvSpPr/>
              <p:nvPr/>
            </p:nvSpPr>
            <p:spPr>
              <a:xfrm>
                <a:off x="4133493" y="1548733"/>
                <a:ext cx="25991" cy="2599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4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8" name="ellipse_2185">
                <a:extLst>
                  <a:ext uri="{FF2B5EF4-FFF2-40B4-BE49-F238E27FC236}">
                    <a16:creationId xmlns:a16="http://schemas.microsoft.com/office/drawing/2014/main" id="{633E462D-A965-1814-68D6-3F717D7B4E5E}"/>
                  </a:ext>
                </a:extLst>
              </p:cNvPr>
              <p:cNvSpPr/>
              <p:nvPr/>
            </p:nvSpPr>
            <p:spPr>
              <a:xfrm>
                <a:off x="4250858" y="1579120"/>
                <a:ext cx="23959" cy="2395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4CEE7"/>
                  </a:gs>
                  <a:gs pos="100000">
                    <a:srgbClr val="87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9" name="ellipse_2186">
                <a:extLst>
                  <a:ext uri="{FF2B5EF4-FFF2-40B4-BE49-F238E27FC236}">
                    <a16:creationId xmlns:a16="http://schemas.microsoft.com/office/drawing/2014/main" id="{DA9FC66B-9383-6367-2DD0-1B03665E9CB3}"/>
                  </a:ext>
                </a:extLst>
              </p:cNvPr>
              <p:cNvSpPr/>
              <p:nvPr/>
            </p:nvSpPr>
            <p:spPr>
              <a:xfrm>
                <a:off x="4273408" y="1643014"/>
                <a:ext cx="27291" cy="2729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0AED8"/>
                  </a:gs>
                  <a:gs pos="100000">
                    <a:srgbClr val="4B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0" name="ellipse_2187">
                <a:extLst>
                  <a:ext uri="{FF2B5EF4-FFF2-40B4-BE49-F238E27FC236}">
                    <a16:creationId xmlns:a16="http://schemas.microsoft.com/office/drawing/2014/main" id="{8B04DEAA-DC50-06DD-903C-307B7F294D2C}"/>
                  </a:ext>
                </a:extLst>
              </p:cNvPr>
              <p:cNvSpPr/>
              <p:nvPr/>
            </p:nvSpPr>
            <p:spPr>
              <a:xfrm>
                <a:off x="4321059" y="1463010"/>
                <a:ext cx="28730" cy="287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1" name="ellipse_2188">
                <a:extLst>
                  <a:ext uri="{FF2B5EF4-FFF2-40B4-BE49-F238E27FC236}">
                    <a16:creationId xmlns:a16="http://schemas.microsoft.com/office/drawing/2014/main" id="{2798A792-FDA8-0DF5-6F3A-3DB1EF28DB51}"/>
                  </a:ext>
                </a:extLst>
              </p:cNvPr>
              <p:cNvSpPr/>
              <p:nvPr/>
            </p:nvSpPr>
            <p:spPr>
              <a:xfrm>
                <a:off x="4421172" y="1439570"/>
                <a:ext cx="30726" cy="30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2" name="ellipse_2189">
                <a:extLst>
                  <a:ext uri="{FF2B5EF4-FFF2-40B4-BE49-F238E27FC236}">
                    <a16:creationId xmlns:a16="http://schemas.microsoft.com/office/drawing/2014/main" id="{CB539DF9-B134-CD44-1CD0-C2243B757170}"/>
                  </a:ext>
                </a:extLst>
              </p:cNvPr>
              <p:cNvSpPr/>
              <p:nvPr/>
            </p:nvSpPr>
            <p:spPr>
              <a:xfrm>
                <a:off x="4229887" y="1669778"/>
                <a:ext cx="23937" cy="2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3" name="ellipse_2190">
                <a:extLst>
                  <a:ext uri="{FF2B5EF4-FFF2-40B4-BE49-F238E27FC236}">
                    <a16:creationId xmlns:a16="http://schemas.microsoft.com/office/drawing/2014/main" id="{0999FFEB-2895-CA36-330D-F9B7DED6DA13}"/>
                  </a:ext>
                </a:extLst>
              </p:cNvPr>
              <p:cNvSpPr/>
              <p:nvPr/>
            </p:nvSpPr>
            <p:spPr>
              <a:xfrm>
                <a:off x="4374353" y="1632975"/>
                <a:ext cx="24495" cy="2449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4" name="ellipse_2191">
                <a:extLst>
                  <a:ext uri="{FF2B5EF4-FFF2-40B4-BE49-F238E27FC236}">
                    <a16:creationId xmlns:a16="http://schemas.microsoft.com/office/drawing/2014/main" id="{E62D6AA6-5808-C202-5F1F-4A5E39F42033}"/>
                  </a:ext>
                </a:extLst>
              </p:cNvPr>
              <p:cNvSpPr/>
              <p:nvPr/>
            </p:nvSpPr>
            <p:spPr>
              <a:xfrm>
                <a:off x="4300902" y="1684368"/>
                <a:ext cx="24743" cy="2474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5" name="ellipse_2192">
                <a:extLst>
                  <a:ext uri="{FF2B5EF4-FFF2-40B4-BE49-F238E27FC236}">
                    <a16:creationId xmlns:a16="http://schemas.microsoft.com/office/drawing/2014/main" id="{49D051B7-0807-F835-3A2B-59C9A85AB225}"/>
                  </a:ext>
                </a:extLst>
              </p:cNvPr>
              <p:cNvSpPr/>
              <p:nvPr/>
            </p:nvSpPr>
            <p:spPr>
              <a:xfrm>
                <a:off x="4211047" y="1622071"/>
                <a:ext cx="27475" cy="27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6CFE8"/>
                  </a:gs>
                  <a:gs pos="100000">
                    <a:srgbClr val="88A9C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6" name="ellipse_2193">
                <a:extLst>
                  <a:ext uri="{FF2B5EF4-FFF2-40B4-BE49-F238E27FC236}">
                    <a16:creationId xmlns:a16="http://schemas.microsoft.com/office/drawing/2014/main" id="{7A6869B7-DB0F-9C9A-3E04-F87AFE43B593}"/>
                  </a:ext>
                </a:extLst>
              </p:cNvPr>
              <p:cNvSpPr/>
              <p:nvPr/>
            </p:nvSpPr>
            <p:spPr>
              <a:xfrm>
                <a:off x="4395435" y="1581312"/>
                <a:ext cx="29624" cy="2962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7" name="ellipse_2194">
                <a:extLst>
                  <a:ext uri="{FF2B5EF4-FFF2-40B4-BE49-F238E27FC236}">
                    <a16:creationId xmlns:a16="http://schemas.microsoft.com/office/drawing/2014/main" id="{CCF4DCF5-45CE-E562-7889-06038685E46B}"/>
                  </a:ext>
                </a:extLst>
              </p:cNvPr>
              <p:cNvSpPr/>
              <p:nvPr/>
            </p:nvSpPr>
            <p:spPr>
              <a:xfrm>
                <a:off x="4048258" y="1480126"/>
                <a:ext cx="35829" cy="3582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8" name="ellipse_2195">
                <a:extLst>
                  <a:ext uri="{FF2B5EF4-FFF2-40B4-BE49-F238E27FC236}">
                    <a16:creationId xmlns:a16="http://schemas.microsoft.com/office/drawing/2014/main" id="{18169261-C46A-3E4E-E6B0-1B3DBC4874DC}"/>
                  </a:ext>
                </a:extLst>
              </p:cNvPr>
              <p:cNvSpPr/>
              <p:nvPr/>
            </p:nvSpPr>
            <p:spPr>
              <a:xfrm>
                <a:off x="4492338" y="1548882"/>
                <a:ext cx="24345" cy="24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D"/>
                  </a:gs>
                  <a:gs pos="43000">
                    <a:srgbClr val="EAF1F7"/>
                  </a:gs>
                  <a:gs pos="100000">
                    <a:srgbClr val="C5D0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9" name="ellipse_2196">
                <a:extLst>
                  <a:ext uri="{FF2B5EF4-FFF2-40B4-BE49-F238E27FC236}">
                    <a16:creationId xmlns:a16="http://schemas.microsoft.com/office/drawing/2014/main" id="{782EF87B-4E89-BC2F-9718-A7B778A47EAE}"/>
                  </a:ext>
                </a:extLst>
              </p:cNvPr>
              <p:cNvSpPr/>
              <p:nvPr/>
            </p:nvSpPr>
            <p:spPr>
              <a:xfrm>
                <a:off x="4303160" y="1607853"/>
                <a:ext cx="30281" cy="3028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4B0D9"/>
                  </a:gs>
                  <a:gs pos="100000">
                    <a:srgbClr val="4F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0" name="ellipse_2197">
                <a:extLst>
                  <a:ext uri="{FF2B5EF4-FFF2-40B4-BE49-F238E27FC236}">
                    <a16:creationId xmlns:a16="http://schemas.microsoft.com/office/drawing/2014/main" id="{DD63809B-47EE-593E-5166-E164C5E2281B}"/>
                  </a:ext>
                </a:extLst>
              </p:cNvPr>
              <p:cNvSpPr/>
              <p:nvPr/>
            </p:nvSpPr>
            <p:spPr>
              <a:xfrm>
                <a:off x="4353888" y="1597620"/>
                <a:ext cx="20715" cy="20715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6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1" name="ellipse_2198">
                <a:extLst>
                  <a:ext uri="{FF2B5EF4-FFF2-40B4-BE49-F238E27FC236}">
                    <a16:creationId xmlns:a16="http://schemas.microsoft.com/office/drawing/2014/main" id="{DF427E3C-D3C9-0167-1D0B-73B2B069EED8}"/>
                  </a:ext>
                </a:extLst>
              </p:cNvPr>
              <p:cNvSpPr/>
              <p:nvPr/>
            </p:nvSpPr>
            <p:spPr>
              <a:xfrm>
                <a:off x="4339685" y="1653492"/>
                <a:ext cx="30582" cy="3058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4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2" name="ellipse_2199">
                <a:extLst>
                  <a:ext uri="{FF2B5EF4-FFF2-40B4-BE49-F238E27FC236}">
                    <a16:creationId xmlns:a16="http://schemas.microsoft.com/office/drawing/2014/main" id="{4D32368D-4FF1-81D2-8393-8B2BB995C24D}"/>
                  </a:ext>
                </a:extLst>
              </p:cNvPr>
              <p:cNvSpPr/>
              <p:nvPr/>
            </p:nvSpPr>
            <p:spPr>
              <a:xfrm>
                <a:off x="4211176" y="1555263"/>
                <a:ext cx="22426" cy="22426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3" name="ellipse_2200">
                <a:extLst>
                  <a:ext uri="{FF2B5EF4-FFF2-40B4-BE49-F238E27FC236}">
                    <a16:creationId xmlns:a16="http://schemas.microsoft.com/office/drawing/2014/main" id="{44193CEF-164E-CBFE-F600-F8A0753F5BCF}"/>
                  </a:ext>
                </a:extLst>
              </p:cNvPr>
              <p:cNvSpPr/>
              <p:nvPr/>
            </p:nvSpPr>
            <p:spPr>
              <a:xfrm>
                <a:off x="4462884" y="1435914"/>
                <a:ext cx="31220" cy="3122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6E7"/>
                  </a:gs>
                  <a:gs pos="43000">
                    <a:srgbClr val="DF878B"/>
                  </a:gs>
                  <a:gs pos="100000">
                    <a:srgbClr val="B8565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4" name="ellipse_2201">
                <a:extLst>
                  <a:ext uri="{FF2B5EF4-FFF2-40B4-BE49-F238E27FC236}">
                    <a16:creationId xmlns:a16="http://schemas.microsoft.com/office/drawing/2014/main" id="{8ABB50C0-7163-1327-F86B-153CD89A687E}"/>
                  </a:ext>
                </a:extLst>
              </p:cNvPr>
              <p:cNvSpPr/>
              <p:nvPr/>
            </p:nvSpPr>
            <p:spPr>
              <a:xfrm>
                <a:off x="4266414" y="1692646"/>
                <a:ext cx="20268" cy="2026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5" name="ellipse_2202">
                <a:extLst>
                  <a:ext uri="{FF2B5EF4-FFF2-40B4-BE49-F238E27FC236}">
                    <a16:creationId xmlns:a16="http://schemas.microsoft.com/office/drawing/2014/main" id="{CD087B7B-A320-BFF7-FF55-0898BCC6908E}"/>
                  </a:ext>
                </a:extLst>
              </p:cNvPr>
              <p:cNvSpPr/>
              <p:nvPr/>
            </p:nvSpPr>
            <p:spPr>
              <a:xfrm>
                <a:off x="4483555" y="1615434"/>
                <a:ext cx="25340" cy="2534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6" name="ellipse_2203">
                <a:extLst>
                  <a:ext uri="{FF2B5EF4-FFF2-40B4-BE49-F238E27FC236}">
                    <a16:creationId xmlns:a16="http://schemas.microsoft.com/office/drawing/2014/main" id="{D06D365B-7BC4-A70E-8C19-00620B0B5656}"/>
                  </a:ext>
                </a:extLst>
              </p:cNvPr>
              <p:cNvSpPr/>
              <p:nvPr/>
            </p:nvSpPr>
            <p:spPr>
              <a:xfrm>
                <a:off x="4529828" y="1504880"/>
                <a:ext cx="34733" cy="34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1F3"/>
                  </a:gs>
                  <a:gs pos="100000">
                    <a:srgbClr val="D3D0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7" name="ellipse_2204">
                <a:extLst>
                  <a:ext uri="{FF2B5EF4-FFF2-40B4-BE49-F238E27FC236}">
                    <a16:creationId xmlns:a16="http://schemas.microsoft.com/office/drawing/2014/main" id="{D28023EA-491E-477A-93C9-5138C986718B}"/>
                  </a:ext>
                </a:extLst>
              </p:cNvPr>
              <p:cNvSpPr/>
              <p:nvPr/>
            </p:nvSpPr>
            <p:spPr>
              <a:xfrm>
                <a:off x="4259420" y="1662443"/>
                <a:ext cx="32679" cy="3267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8" name="ellipse_2205">
                <a:extLst>
                  <a:ext uri="{FF2B5EF4-FFF2-40B4-BE49-F238E27FC236}">
                    <a16:creationId xmlns:a16="http://schemas.microsoft.com/office/drawing/2014/main" id="{56D29FBB-2D54-D8A2-7D8E-1FFFEEC0DBCA}"/>
                  </a:ext>
                </a:extLst>
              </p:cNvPr>
              <p:cNvSpPr/>
              <p:nvPr/>
            </p:nvSpPr>
            <p:spPr>
              <a:xfrm>
                <a:off x="4164350" y="1623047"/>
                <a:ext cx="36365" cy="3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6FA"/>
                  </a:gs>
                  <a:gs pos="43000">
                    <a:srgbClr val="B9D2E9"/>
                  </a:gs>
                  <a:gs pos="100000">
                    <a:srgbClr val="8C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9" name="ellipse_2206">
                <a:extLst>
                  <a:ext uri="{FF2B5EF4-FFF2-40B4-BE49-F238E27FC236}">
                    <a16:creationId xmlns:a16="http://schemas.microsoft.com/office/drawing/2014/main" id="{88EEBD0D-42B7-6CEC-AEF3-A72D5BC5E5A5}"/>
                  </a:ext>
                </a:extLst>
              </p:cNvPr>
              <p:cNvSpPr/>
              <p:nvPr/>
            </p:nvSpPr>
            <p:spPr>
              <a:xfrm>
                <a:off x="4174720" y="1571707"/>
                <a:ext cx="20339" cy="20339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0" name="ellipse_2207">
                <a:extLst>
                  <a:ext uri="{FF2B5EF4-FFF2-40B4-BE49-F238E27FC236}">
                    <a16:creationId xmlns:a16="http://schemas.microsoft.com/office/drawing/2014/main" id="{4121A63A-5EE6-33D0-6D7E-AEE93CE883A1}"/>
                  </a:ext>
                </a:extLst>
              </p:cNvPr>
              <p:cNvSpPr/>
              <p:nvPr/>
            </p:nvSpPr>
            <p:spPr>
              <a:xfrm>
                <a:off x="4442759" y="1467880"/>
                <a:ext cx="28267" cy="28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1" name="ellipse_2208">
                <a:extLst>
                  <a:ext uri="{FF2B5EF4-FFF2-40B4-BE49-F238E27FC236}">
                    <a16:creationId xmlns:a16="http://schemas.microsoft.com/office/drawing/2014/main" id="{C0FA963D-45D0-9CD8-000F-8DC6B7AB8E15}"/>
                  </a:ext>
                </a:extLst>
              </p:cNvPr>
              <p:cNvSpPr/>
              <p:nvPr/>
            </p:nvSpPr>
            <p:spPr>
              <a:xfrm>
                <a:off x="4216943" y="1625920"/>
                <a:ext cx="35489" cy="35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2" name="ellipse_2209">
                <a:extLst>
                  <a:ext uri="{FF2B5EF4-FFF2-40B4-BE49-F238E27FC236}">
                    <a16:creationId xmlns:a16="http://schemas.microsoft.com/office/drawing/2014/main" id="{856FA47A-CBD9-37DF-0950-589D0E3F8679}"/>
                  </a:ext>
                </a:extLst>
              </p:cNvPr>
              <p:cNvSpPr/>
              <p:nvPr/>
            </p:nvSpPr>
            <p:spPr>
              <a:xfrm>
                <a:off x="4372327" y="1669257"/>
                <a:ext cx="36395" cy="36395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3" name="ellipse_2210">
                <a:extLst>
                  <a:ext uri="{FF2B5EF4-FFF2-40B4-BE49-F238E27FC236}">
                    <a16:creationId xmlns:a16="http://schemas.microsoft.com/office/drawing/2014/main" id="{6F9CCA70-F001-74CE-DDB1-EFEB88317B04}"/>
                  </a:ext>
                </a:extLst>
              </p:cNvPr>
              <p:cNvSpPr/>
              <p:nvPr/>
            </p:nvSpPr>
            <p:spPr>
              <a:xfrm>
                <a:off x="4169640" y="1618732"/>
                <a:ext cx="34055" cy="34055"/>
              </a:xfrm>
              <a:prstGeom prst="ellipse">
                <a:avLst/>
              </a:prstGeom>
              <a:gradFill flip="none" rotWithShape="1">
                <a:gsLst>
                  <a:gs pos="0">
                    <a:srgbClr val="F2F7FB"/>
                  </a:gs>
                  <a:gs pos="43000">
                    <a:srgbClr val="C3D7EC"/>
                  </a:gs>
                  <a:gs pos="100000">
                    <a:srgbClr val="97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4" name="ellipse_2211">
                <a:extLst>
                  <a:ext uri="{FF2B5EF4-FFF2-40B4-BE49-F238E27FC236}">
                    <a16:creationId xmlns:a16="http://schemas.microsoft.com/office/drawing/2014/main" id="{AE44E654-2226-B896-FEDB-13519B8C9B6F}"/>
                  </a:ext>
                </a:extLst>
              </p:cNvPr>
              <p:cNvSpPr/>
              <p:nvPr/>
            </p:nvSpPr>
            <p:spPr>
              <a:xfrm>
                <a:off x="4313792" y="1396283"/>
                <a:ext cx="29270" cy="2927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5" name="ellipse_2212">
                <a:extLst>
                  <a:ext uri="{FF2B5EF4-FFF2-40B4-BE49-F238E27FC236}">
                    <a16:creationId xmlns:a16="http://schemas.microsoft.com/office/drawing/2014/main" id="{76EE4B6C-F622-A70D-F2EF-4758854BA494}"/>
                  </a:ext>
                </a:extLst>
              </p:cNvPr>
              <p:cNvSpPr/>
              <p:nvPr/>
            </p:nvSpPr>
            <p:spPr>
              <a:xfrm>
                <a:off x="4179309" y="1432837"/>
                <a:ext cx="30914" cy="3091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6" name="ellipse_2213">
                <a:extLst>
                  <a:ext uri="{FF2B5EF4-FFF2-40B4-BE49-F238E27FC236}">
                    <a16:creationId xmlns:a16="http://schemas.microsoft.com/office/drawing/2014/main" id="{244F519C-1F7D-C33E-1735-36DD3A958D15}"/>
                  </a:ext>
                </a:extLst>
              </p:cNvPr>
              <p:cNvSpPr/>
              <p:nvPr/>
            </p:nvSpPr>
            <p:spPr>
              <a:xfrm>
                <a:off x="4119488" y="1533108"/>
                <a:ext cx="29184" cy="291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7" name="ellipse_2214">
                <a:extLst>
                  <a:ext uri="{FF2B5EF4-FFF2-40B4-BE49-F238E27FC236}">
                    <a16:creationId xmlns:a16="http://schemas.microsoft.com/office/drawing/2014/main" id="{24C4170B-7065-4376-3FFB-595A28F0E60F}"/>
                  </a:ext>
                </a:extLst>
              </p:cNvPr>
              <p:cNvSpPr/>
              <p:nvPr/>
            </p:nvSpPr>
            <p:spPr>
              <a:xfrm>
                <a:off x="4374279" y="1463343"/>
                <a:ext cx="31808" cy="31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49A9F"/>
                  </a:gs>
                  <a:gs pos="100000">
                    <a:srgbClr val="BD6C7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8" name="ellipse_2215">
                <a:extLst>
                  <a:ext uri="{FF2B5EF4-FFF2-40B4-BE49-F238E27FC236}">
                    <a16:creationId xmlns:a16="http://schemas.microsoft.com/office/drawing/2014/main" id="{12087069-1CD8-BB42-1875-ABA99D4B4F43}"/>
                  </a:ext>
                </a:extLst>
              </p:cNvPr>
              <p:cNvSpPr/>
              <p:nvPr/>
            </p:nvSpPr>
            <p:spPr>
              <a:xfrm>
                <a:off x="4554980" y="1612685"/>
                <a:ext cx="33803" cy="33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9" name="ellipse_2216">
                <a:extLst>
                  <a:ext uri="{FF2B5EF4-FFF2-40B4-BE49-F238E27FC236}">
                    <a16:creationId xmlns:a16="http://schemas.microsoft.com/office/drawing/2014/main" id="{0A9D3A65-EAC9-679A-09BA-06B4CE25C662}"/>
                  </a:ext>
                </a:extLst>
              </p:cNvPr>
              <p:cNvSpPr/>
              <p:nvPr/>
            </p:nvSpPr>
            <p:spPr>
              <a:xfrm>
                <a:off x="4259972" y="1386621"/>
                <a:ext cx="36239" cy="36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0" name="ellipse_2217">
                <a:extLst>
                  <a:ext uri="{FF2B5EF4-FFF2-40B4-BE49-F238E27FC236}">
                    <a16:creationId xmlns:a16="http://schemas.microsoft.com/office/drawing/2014/main" id="{CE871C81-E9BC-014B-CF16-7C50EA79F7C6}"/>
                  </a:ext>
                </a:extLst>
              </p:cNvPr>
              <p:cNvSpPr/>
              <p:nvPr/>
            </p:nvSpPr>
            <p:spPr>
              <a:xfrm>
                <a:off x="4388705" y="1575308"/>
                <a:ext cx="32684" cy="326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4E2"/>
                  </a:gs>
                  <a:gs pos="100000">
                    <a:srgbClr val="749C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1" name="ellipse_2218">
                <a:extLst>
                  <a:ext uri="{FF2B5EF4-FFF2-40B4-BE49-F238E27FC236}">
                    <a16:creationId xmlns:a16="http://schemas.microsoft.com/office/drawing/2014/main" id="{CD1328F3-E354-590A-8C36-2C41ADEFBC9D}"/>
                  </a:ext>
                </a:extLst>
              </p:cNvPr>
              <p:cNvSpPr/>
              <p:nvPr/>
            </p:nvSpPr>
            <p:spPr>
              <a:xfrm>
                <a:off x="4479568" y="1395923"/>
                <a:ext cx="34044" cy="34044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2" name="ellipse_2219">
                <a:extLst>
                  <a:ext uri="{FF2B5EF4-FFF2-40B4-BE49-F238E27FC236}">
                    <a16:creationId xmlns:a16="http://schemas.microsoft.com/office/drawing/2014/main" id="{63312EB8-3663-8DF9-C51D-6B79A507BED0}"/>
                  </a:ext>
                </a:extLst>
              </p:cNvPr>
              <p:cNvSpPr/>
              <p:nvPr/>
            </p:nvSpPr>
            <p:spPr>
              <a:xfrm>
                <a:off x="4284660" y="1602255"/>
                <a:ext cx="21197" cy="21197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ADE"/>
                  </a:gs>
                  <a:gs pos="100000">
                    <a:srgbClr val="61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3" name="ellipse_2220">
                <a:extLst>
                  <a:ext uri="{FF2B5EF4-FFF2-40B4-BE49-F238E27FC236}">
                    <a16:creationId xmlns:a16="http://schemas.microsoft.com/office/drawing/2014/main" id="{20B3B6CA-C7B9-1B1A-91CC-0FD5666B07D9}"/>
                  </a:ext>
                </a:extLst>
              </p:cNvPr>
              <p:cNvSpPr/>
              <p:nvPr/>
            </p:nvSpPr>
            <p:spPr>
              <a:xfrm>
                <a:off x="4165774" y="1531813"/>
                <a:ext cx="25912" cy="25912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B0CCE6"/>
                  </a:gs>
                  <a:gs pos="100000">
                    <a:srgbClr val="82A5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4" name="ellipse_2221">
                <a:extLst>
                  <a:ext uri="{FF2B5EF4-FFF2-40B4-BE49-F238E27FC236}">
                    <a16:creationId xmlns:a16="http://schemas.microsoft.com/office/drawing/2014/main" id="{86C7F20D-5749-0DC9-0BBE-4C85B710E669}"/>
                  </a:ext>
                </a:extLst>
              </p:cNvPr>
              <p:cNvSpPr/>
              <p:nvPr/>
            </p:nvSpPr>
            <p:spPr>
              <a:xfrm>
                <a:off x="4496640" y="1596997"/>
                <a:ext cx="32682" cy="32682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5" name="ellipse_2222">
                <a:extLst>
                  <a:ext uri="{FF2B5EF4-FFF2-40B4-BE49-F238E27FC236}">
                    <a16:creationId xmlns:a16="http://schemas.microsoft.com/office/drawing/2014/main" id="{3DD2AE64-D96A-1EFA-84D9-1603F806133E}"/>
                  </a:ext>
                </a:extLst>
              </p:cNvPr>
              <p:cNvSpPr/>
              <p:nvPr/>
            </p:nvSpPr>
            <p:spPr>
              <a:xfrm>
                <a:off x="4080569" y="1562154"/>
                <a:ext cx="29306" cy="29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2C3E2"/>
                  </a:gs>
                  <a:gs pos="100000">
                    <a:srgbClr val="72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6" name="ellipse_2223">
                <a:extLst>
                  <a:ext uri="{FF2B5EF4-FFF2-40B4-BE49-F238E27FC236}">
                    <a16:creationId xmlns:a16="http://schemas.microsoft.com/office/drawing/2014/main" id="{957A4D09-8505-0D88-A9D8-43B73D95E50A}"/>
                  </a:ext>
                </a:extLst>
              </p:cNvPr>
              <p:cNvSpPr/>
              <p:nvPr/>
            </p:nvSpPr>
            <p:spPr>
              <a:xfrm>
                <a:off x="4109818" y="1517906"/>
                <a:ext cx="20219" cy="2021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9B3DA"/>
                  </a:gs>
                  <a:gs pos="100000">
                    <a:srgbClr val="55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7" name="ellipse_2224">
                <a:extLst>
                  <a:ext uri="{FF2B5EF4-FFF2-40B4-BE49-F238E27FC236}">
                    <a16:creationId xmlns:a16="http://schemas.microsoft.com/office/drawing/2014/main" id="{4B34DEA8-012A-20A4-16D9-032E236635DE}"/>
                  </a:ext>
                </a:extLst>
              </p:cNvPr>
              <p:cNvSpPr/>
              <p:nvPr/>
            </p:nvSpPr>
            <p:spPr>
              <a:xfrm>
                <a:off x="4485896" y="1407592"/>
                <a:ext cx="26944" cy="26944"/>
              </a:xfrm>
              <a:prstGeom prst="ellipse">
                <a:avLst/>
              </a:prstGeom>
              <a:gradFill flip="none" rotWithShape="1">
                <a:gsLst>
                  <a:gs pos="0">
                    <a:srgbClr val="FDFDFE"/>
                  </a:gs>
                  <a:gs pos="43000">
                    <a:srgbClr val="F7F6F8"/>
                  </a:gs>
                  <a:gs pos="100000">
                    <a:srgbClr val="D4D5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8" name="ellipse_2225">
                <a:extLst>
                  <a:ext uri="{FF2B5EF4-FFF2-40B4-BE49-F238E27FC236}">
                    <a16:creationId xmlns:a16="http://schemas.microsoft.com/office/drawing/2014/main" id="{E81306C3-B529-FF6F-0472-497C8E9B2008}"/>
                  </a:ext>
                </a:extLst>
              </p:cNvPr>
              <p:cNvSpPr/>
              <p:nvPr/>
            </p:nvSpPr>
            <p:spPr>
              <a:xfrm>
                <a:off x="4195814" y="1538945"/>
                <a:ext cx="28500" cy="28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AD2E9"/>
                  </a:gs>
                  <a:gs pos="100000">
                    <a:srgbClr val="8D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9" name="ellipse_2226">
                <a:extLst>
                  <a:ext uri="{FF2B5EF4-FFF2-40B4-BE49-F238E27FC236}">
                    <a16:creationId xmlns:a16="http://schemas.microsoft.com/office/drawing/2014/main" id="{DE991EFC-408C-C0E2-618A-6FE83CF95A37}"/>
                  </a:ext>
                </a:extLst>
              </p:cNvPr>
              <p:cNvSpPr/>
              <p:nvPr/>
            </p:nvSpPr>
            <p:spPr>
              <a:xfrm>
                <a:off x="4140216" y="1445463"/>
                <a:ext cx="30909" cy="3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0" name="ellipse_2227">
                <a:extLst>
                  <a:ext uri="{FF2B5EF4-FFF2-40B4-BE49-F238E27FC236}">
                    <a16:creationId xmlns:a16="http://schemas.microsoft.com/office/drawing/2014/main" id="{ECBCE7E4-6CB0-271F-A4A8-355A6267752F}"/>
                  </a:ext>
                </a:extLst>
              </p:cNvPr>
              <p:cNvSpPr/>
              <p:nvPr/>
            </p:nvSpPr>
            <p:spPr>
              <a:xfrm>
                <a:off x="4218177" y="1435070"/>
                <a:ext cx="24835" cy="2483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1" name="ellipse_2228">
                <a:extLst>
                  <a:ext uri="{FF2B5EF4-FFF2-40B4-BE49-F238E27FC236}">
                    <a16:creationId xmlns:a16="http://schemas.microsoft.com/office/drawing/2014/main" id="{10DE4F44-E5EB-52D4-1CC5-C56F433070CC}"/>
                  </a:ext>
                </a:extLst>
              </p:cNvPr>
              <p:cNvSpPr/>
              <p:nvPr/>
            </p:nvSpPr>
            <p:spPr>
              <a:xfrm>
                <a:off x="4396992" y="1424174"/>
                <a:ext cx="31572" cy="31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1"/>
                  </a:gs>
                  <a:gs pos="100000">
                    <a:srgbClr val="C6959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2" name="ellipse_2229">
                <a:extLst>
                  <a:ext uri="{FF2B5EF4-FFF2-40B4-BE49-F238E27FC236}">
                    <a16:creationId xmlns:a16="http://schemas.microsoft.com/office/drawing/2014/main" id="{C04713DF-63E3-FCFB-6788-C083E5D2675D}"/>
                  </a:ext>
                </a:extLst>
              </p:cNvPr>
              <p:cNvSpPr/>
              <p:nvPr/>
            </p:nvSpPr>
            <p:spPr>
              <a:xfrm>
                <a:off x="4450606" y="1519243"/>
                <a:ext cx="22570" cy="22570"/>
              </a:xfrm>
              <a:prstGeom prst="ellipse">
                <a:avLst/>
              </a:prstGeom>
              <a:gradFill flip="none" rotWithShape="1">
                <a:gsLst>
                  <a:gs pos="0">
                    <a:srgbClr val="F9E6E7"/>
                  </a:gs>
                  <a:gs pos="43000">
                    <a:srgbClr val="E0898E"/>
                  </a:gs>
                  <a:gs pos="100000">
                    <a:srgbClr val="B9586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3" name="ellipse_2230">
                <a:extLst>
                  <a:ext uri="{FF2B5EF4-FFF2-40B4-BE49-F238E27FC236}">
                    <a16:creationId xmlns:a16="http://schemas.microsoft.com/office/drawing/2014/main" id="{661A1425-5FC2-167E-E2E1-C2569A066189}"/>
                  </a:ext>
                </a:extLst>
              </p:cNvPr>
              <p:cNvSpPr/>
              <p:nvPr/>
            </p:nvSpPr>
            <p:spPr>
              <a:xfrm>
                <a:off x="4493511" y="1391803"/>
                <a:ext cx="30887" cy="308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4" name="ellipse_2231">
                <a:extLst>
                  <a:ext uri="{FF2B5EF4-FFF2-40B4-BE49-F238E27FC236}">
                    <a16:creationId xmlns:a16="http://schemas.microsoft.com/office/drawing/2014/main" id="{22FCF6A6-982D-E83F-9857-532A92299F0F}"/>
                  </a:ext>
                </a:extLst>
              </p:cNvPr>
              <p:cNvSpPr/>
              <p:nvPr/>
            </p:nvSpPr>
            <p:spPr>
              <a:xfrm>
                <a:off x="4365893" y="1649463"/>
                <a:ext cx="23524" cy="2352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5" name="ellipse_2232">
                <a:extLst>
                  <a:ext uri="{FF2B5EF4-FFF2-40B4-BE49-F238E27FC236}">
                    <a16:creationId xmlns:a16="http://schemas.microsoft.com/office/drawing/2014/main" id="{4D0DCC31-EEDB-170A-5A74-342ADF6E075E}"/>
                  </a:ext>
                </a:extLst>
              </p:cNvPr>
              <p:cNvSpPr/>
              <p:nvPr/>
            </p:nvSpPr>
            <p:spPr>
              <a:xfrm>
                <a:off x="4343626" y="1628381"/>
                <a:ext cx="24226" cy="2422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6" name="ellipse_2233">
                <a:extLst>
                  <a:ext uri="{FF2B5EF4-FFF2-40B4-BE49-F238E27FC236}">
                    <a16:creationId xmlns:a16="http://schemas.microsoft.com/office/drawing/2014/main" id="{66EB970A-7D83-E5B8-EC96-1EFFEE7EA997}"/>
                  </a:ext>
                </a:extLst>
              </p:cNvPr>
              <p:cNvSpPr/>
              <p:nvPr/>
            </p:nvSpPr>
            <p:spPr>
              <a:xfrm>
                <a:off x="4369163" y="1423006"/>
                <a:ext cx="20129" cy="20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7" name="ellipse_2234">
                <a:extLst>
                  <a:ext uri="{FF2B5EF4-FFF2-40B4-BE49-F238E27FC236}">
                    <a16:creationId xmlns:a16="http://schemas.microsoft.com/office/drawing/2014/main" id="{0760B534-F81E-65FC-8F6F-A8652F592D1D}"/>
                  </a:ext>
                </a:extLst>
              </p:cNvPr>
              <p:cNvSpPr/>
              <p:nvPr/>
            </p:nvSpPr>
            <p:spPr>
              <a:xfrm>
                <a:off x="4319544" y="1450468"/>
                <a:ext cx="22903" cy="22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8" name="ellipse_2235">
                <a:extLst>
                  <a:ext uri="{FF2B5EF4-FFF2-40B4-BE49-F238E27FC236}">
                    <a16:creationId xmlns:a16="http://schemas.microsoft.com/office/drawing/2014/main" id="{3E71F41B-25A8-CD9E-7022-A29505BB2C02}"/>
                  </a:ext>
                </a:extLst>
              </p:cNvPr>
              <p:cNvSpPr/>
              <p:nvPr/>
            </p:nvSpPr>
            <p:spPr>
              <a:xfrm>
                <a:off x="4341136" y="1630187"/>
                <a:ext cx="33821" cy="3382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9" name="ellipse_2236">
                <a:extLst>
                  <a:ext uri="{FF2B5EF4-FFF2-40B4-BE49-F238E27FC236}">
                    <a16:creationId xmlns:a16="http://schemas.microsoft.com/office/drawing/2014/main" id="{96DFE199-8370-E0F6-7FC4-313E2392F232}"/>
                  </a:ext>
                </a:extLst>
              </p:cNvPr>
              <p:cNvSpPr/>
              <p:nvPr/>
            </p:nvSpPr>
            <p:spPr>
              <a:xfrm>
                <a:off x="4161225" y="1530942"/>
                <a:ext cx="25121" cy="2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DCAE5"/>
                  </a:gs>
                  <a:gs pos="100000">
                    <a:srgbClr val="7EA3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0" name="ellipse_2237">
                <a:extLst>
                  <a:ext uri="{FF2B5EF4-FFF2-40B4-BE49-F238E27FC236}">
                    <a16:creationId xmlns:a16="http://schemas.microsoft.com/office/drawing/2014/main" id="{6B8C317D-88A6-2242-38B4-BE11F0713CA7}"/>
                  </a:ext>
                </a:extLst>
              </p:cNvPr>
              <p:cNvSpPr/>
              <p:nvPr/>
            </p:nvSpPr>
            <p:spPr>
              <a:xfrm>
                <a:off x="4203426" y="1536802"/>
                <a:ext cx="26566" cy="26566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DE7"/>
                  </a:gs>
                  <a:gs pos="100000">
                    <a:srgbClr val="85A7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1" name="ellipse_2238">
                <a:extLst>
                  <a:ext uri="{FF2B5EF4-FFF2-40B4-BE49-F238E27FC236}">
                    <a16:creationId xmlns:a16="http://schemas.microsoft.com/office/drawing/2014/main" id="{BA45A550-50AA-E923-46F3-83B491D1780C}"/>
                  </a:ext>
                </a:extLst>
              </p:cNvPr>
              <p:cNvSpPr/>
              <p:nvPr/>
            </p:nvSpPr>
            <p:spPr>
              <a:xfrm>
                <a:off x="4482696" y="1603333"/>
                <a:ext cx="28320" cy="28320"/>
              </a:xfrm>
              <a:prstGeom prst="ellipse">
                <a:avLst/>
              </a:prstGeom>
              <a:gradFill flip="none" rotWithShape="1">
                <a:gsLst>
                  <a:gs pos="0">
                    <a:srgbClr val="E6EEF7"/>
                  </a:gs>
                  <a:gs pos="43000">
                    <a:srgbClr val="85B0D9"/>
                  </a:gs>
                  <a:gs pos="100000">
                    <a:srgbClr val="50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2" name="ellipse_2239">
                <a:extLst>
                  <a:ext uri="{FF2B5EF4-FFF2-40B4-BE49-F238E27FC236}">
                    <a16:creationId xmlns:a16="http://schemas.microsoft.com/office/drawing/2014/main" id="{D9224D6A-B8AB-214D-A468-891259FA29F0}"/>
                  </a:ext>
                </a:extLst>
              </p:cNvPr>
              <p:cNvSpPr/>
              <p:nvPr/>
            </p:nvSpPr>
            <p:spPr>
              <a:xfrm>
                <a:off x="4197066" y="1522229"/>
                <a:ext cx="22601" cy="22601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0"/>
                  </a:gs>
                  <a:gs pos="100000">
                    <a:srgbClr val="6C97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3" name="ellipse_2240">
                <a:extLst>
                  <a:ext uri="{FF2B5EF4-FFF2-40B4-BE49-F238E27FC236}">
                    <a16:creationId xmlns:a16="http://schemas.microsoft.com/office/drawing/2014/main" id="{A1DD6D3F-8C4E-E4BB-11BD-AE239A874252}"/>
                  </a:ext>
                </a:extLst>
              </p:cNvPr>
              <p:cNvSpPr/>
              <p:nvPr/>
            </p:nvSpPr>
            <p:spPr>
              <a:xfrm>
                <a:off x="4144638" y="1578773"/>
                <a:ext cx="26817" cy="26817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4ECF6"/>
                  </a:gs>
                  <a:gs pos="100000">
                    <a:srgbClr val="BDCB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4" name="ellipse_2241">
                <a:extLst>
                  <a:ext uri="{FF2B5EF4-FFF2-40B4-BE49-F238E27FC236}">
                    <a16:creationId xmlns:a16="http://schemas.microsoft.com/office/drawing/2014/main" id="{79E6F97D-B2FE-79ED-44D2-68DE45252C63}"/>
                  </a:ext>
                </a:extLst>
              </p:cNvPr>
              <p:cNvSpPr/>
              <p:nvPr/>
            </p:nvSpPr>
            <p:spPr>
              <a:xfrm>
                <a:off x="4441221" y="1606601"/>
                <a:ext cx="26804" cy="2680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5" name="ellipse_2242">
                <a:extLst>
                  <a:ext uri="{FF2B5EF4-FFF2-40B4-BE49-F238E27FC236}">
                    <a16:creationId xmlns:a16="http://schemas.microsoft.com/office/drawing/2014/main" id="{040A9FB4-C348-DCD7-ED76-D157008A3AE5}"/>
                  </a:ext>
                </a:extLst>
              </p:cNvPr>
              <p:cNvSpPr/>
              <p:nvPr/>
            </p:nvSpPr>
            <p:spPr>
              <a:xfrm>
                <a:off x="4334837" y="1431903"/>
                <a:ext cx="27902" cy="27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5E4F1"/>
                  </a:gs>
                  <a:gs pos="100000">
                    <a:srgbClr val="AD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6" name="ellipse_2243">
                <a:extLst>
                  <a:ext uri="{FF2B5EF4-FFF2-40B4-BE49-F238E27FC236}">
                    <a16:creationId xmlns:a16="http://schemas.microsoft.com/office/drawing/2014/main" id="{BB7B208A-5309-8724-5F06-3FCE67928366}"/>
                  </a:ext>
                </a:extLst>
              </p:cNvPr>
              <p:cNvSpPr/>
              <p:nvPr/>
            </p:nvSpPr>
            <p:spPr>
              <a:xfrm>
                <a:off x="4400306" y="1450110"/>
                <a:ext cx="32534" cy="32534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7" name="ellipse_2244">
                <a:extLst>
                  <a:ext uri="{FF2B5EF4-FFF2-40B4-BE49-F238E27FC236}">
                    <a16:creationId xmlns:a16="http://schemas.microsoft.com/office/drawing/2014/main" id="{625D2313-006F-AFCE-4553-7341F5417917}"/>
                  </a:ext>
                </a:extLst>
              </p:cNvPr>
              <p:cNvSpPr/>
              <p:nvPr/>
            </p:nvSpPr>
            <p:spPr>
              <a:xfrm>
                <a:off x="4216796" y="1447370"/>
                <a:ext cx="23756" cy="2375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8" name="ellipse_2245">
                <a:extLst>
                  <a:ext uri="{FF2B5EF4-FFF2-40B4-BE49-F238E27FC236}">
                    <a16:creationId xmlns:a16="http://schemas.microsoft.com/office/drawing/2014/main" id="{9CEAAAE2-F163-DAB5-7ED7-C27F4BCFCA0A}"/>
                  </a:ext>
                </a:extLst>
              </p:cNvPr>
              <p:cNvSpPr/>
              <p:nvPr/>
            </p:nvSpPr>
            <p:spPr>
              <a:xfrm>
                <a:off x="4370480" y="1659527"/>
                <a:ext cx="19803" cy="19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9" name="ellipse_2246">
                <a:extLst>
                  <a:ext uri="{FF2B5EF4-FFF2-40B4-BE49-F238E27FC236}">
                    <a16:creationId xmlns:a16="http://schemas.microsoft.com/office/drawing/2014/main" id="{6F8FB301-8BCB-33C7-D1E5-CB30D4F3A01D}"/>
                  </a:ext>
                </a:extLst>
              </p:cNvPr>
              <p:cNvSpPr/>
              <p:nvPr/>
            </p:nvSpPr>
            <p:spPr>
              <a:xfrm>
                <a:off x="4529718" y="1436043"/>
                <a:ext cx="27552" cy="27552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3F6"/>
                  </a:gs>
                  <a:gs pos="100000">
                    <a:srgbClr val="D3D2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0" name="ellipse_2247">
                <a:extLst>
                  <a:ext uri="{FF2B5EF4-FFF2-40B4-BE49-F238E27FC236}">
                    <a16:creationId xmlns:a16="http://schemas.microsoft.com/office/drawing/2014/main" id="{D612CB75-2FF2-6935-6BD3-818081024990}"/>
                  </a:ext>
                </a:extLst>
              </p:cNvPr>
              <p:cNvSpPr/>
              <p:nvPr/>
            </p:nvSpPr>
            <p:spPr>
              <a:xfrm>
                <a:off x="4155808" y="1608147"/>
                <a:ext cx="21024" cy="210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1" name="ellipse_2248">
                <a:extLst>
                  <a:ext uri="{FF2B5EF4-FFF2-40B4-BE49-F238E27FC236}">
                    <a16:creationId xmlns:a16="http://schemas.microsoft.com/office/drawing/2014/main" id="{5DF45FB5-01C5-58A4-E2A9-3C2EE7F53ADC}"/>
                  </a:ext>
                </a:extLst>
              </p:cNvPr>
              <p:cNvSpPr/>
              <p:nvPr/>
            </p:nvSpPr>
            <p:spPr>
              <a:xfrm>
                <a:off x="4430114" y="1433963"/>
                <a:ext cx="19388" cy="1938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3999D"/>
                  </a:gs>
                  <a:gs pos="100000">
                    <a:srgbClr val="BD6A7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2" name="ellipse_2249">
                <a:extLst>
                  <a:ext uri="{FF2B5EF4-FFF2-40B4-BE49-F238E27FC236}">
                    <a16:creationId xmlns:a16="http://schemas.microsoft.com/office/drawing/2014/main" id="{61A4843D-1D54-E141-2097-B084306235A7}"/>
                  </a:ext>
                </a:extLst>
              </p:cNvPr>
              <p:cNvSpPr/>
              <p:nvPr/>
            </p:nvSpPr>
            <p:spPr>
              <a:xfrm>
                <a:off x="4348582" y="1617385"/>
                <a:ext cx="30384" cy="3038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3" name="ellipse_2250">
                <a:extLst>
                  <a:ext uri="{FF2B5EF4-FFF2-40B4-BE49-F238E27FC236}">
                    <a16:creationId xmlns:a16="http://schemas.microsoft.com/office/drawing/2014/main" id="{7E8DA8B0-C413-E336-107D-05878113C197}"/>
                  </a:ext>
                </a:extLst>
              </p:cNvPr>
              <p:cNvSpPr/>
              <p:nvPr/>
            </p:nvSpPr>
            <p:spPr>
              <a:xfrm>
                <a:off x="4463319" y="1574688"/>
                <a:ext cx="25872" cy="25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4" name="ellipse_2251">
                <a:extLst>
                  <a:ext uri="{FF2B5EF4-FFF2-40B4-BE49-F238E27FC236}">
                    <a16:creationId xmlns:a16="http://schemas.microsoft.com/office/drawing/2014/main" id="{8FCA32F9-5B72-D135-B11A-6C758772444F}"/>
                  </a:ext>
                </a:extLst>
              </p:cNvPr>
              <p:cNvSpPr/>
              <p:nvPr/>
            </p:nvSpPr>
            <p:spPr>
              <a:xfrm>
                <a:off x="4531596" y="1568921"/>
                <a:ext cx="28919" cy="2891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895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5" name="ellipse_2252">
                <a:extLst>
                  <a:ext uri="{FF2B5EF4-FFF2-40B4-BE49-F238E27FC236}">
                    <a16:creationId xmlns:a16="http://schemas.microsoft.com/office/drawing/2014/main" id="{F8A04D59-50E6-AA39-2F36-C13C8E9F0D08}"/>
                  </a:ext>
                </a:extLst>
              </p:cNvPr>
              <p:cNvSpPr/>
              <p:nvPr/>
            </p:nvSpPr>
            <p:spPr>
              <a:xfrm>
                <a:off x="4374229" y="1660093"/>
                <a:ext cx="34954" cy="3495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6" name="ellipse_2253">
                <a:extLst>
                  <a:ext uri="{FF2B5EF4-FFF2-40B4-BE49-F238E27FC236}">
                    <a16:creationId xmlns:a16="http://schemas.microsoft.com/office/drawing/2014/main" id="{DB165CDD-B4BF-3459-D824-D4DDE306F5F6}"/>
                  </a:ext>
                </a:extLst>
              </p:cNvPr>
              <p:cNvSpPr/>
              <p:nvPr/>
            </p:nvSpPr>
            <p:spPr>
              <a:xfrm>
                <a:off x="4263352" y="1508604"/>
                <a:ext cx="27274" cy="27274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8DD"/>
                  </a:gs>
                  <a:gs pos="100000">
                    <a:srgbClr val="608F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7" name="ellipse_2254">
                <a:extLst>
                  <a:ext uri="{FF2B5EF4-FFF2-40B4-BE49-F238E27FC236}">
                    <a16:creationId xmlns:a16="http://schemas.microsoft.com/office/drawing/2014/main" id="{979BC237-407E-1C7E-F172-0A8E9A87C6F5}"/>
                  </a:ext>
                </a:extLst>
              </p:cNvPr>
              <p:cNvSpPr/>
              <p:nvPr/>
            </p:nvSpPr>
            <p:spPr>
              <a:xfrm>
                <a:off x="4379064" y="1465078"/>
                <a:ext cx="29615" cy="29615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9"/>
                  </a:gs>
                  <a:gs pos="43000">
                    <a:srgbClr val="E19296"/>
                  </a:gs>
                  <a:gs pos="100000">
                    <a:srgbClr val="BB626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8" name="ellipse_2255">
                <a:extLst>
                  <a:ext uri="{FF2B5EF4-FFF2-40B4-BE49-F238E27FC236}">
                    <a16:creationId xmlns:a16="http://schemas.microsoft.com/office/drawing/2014/main" id="{42662FEA-C62E-ED89-EBC7-EBE18C8322BC}"/>
                  </a:ext>
                </a:extLst>
              </p:cNvPr>
              <p:cNvSpPr/>
              <p:nvPr/>
            </p:nvSpPr>
            <p:spPr>
              <a:xfrm>
                <a:off x="4333679" y="1393440"/>
                <a:ext cx="26335" cy="26335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9" name="ellipse_2256">
                <a:extLst>
                  <a:ext uri="{FF2B5EF4-FFF2-40B4-BE49-F238E27FC236}">
                    <a16:creationId xmlns:a16="http://schemas.microsoft.com/office/drawing/2014/main" id="{A76BE70C-A855-161F-FF80-0D8491306705}"/>
                  </a:ext>
                </a:extLst>
              </p:cNvPr>
              <p:cNvSpPr/>
              <p:nvPr/>
            </p:nvSpPr>
            <p:spPr>
              <a:xfrm>
                <a:off x="4603700" y="1511648"/>
                <a:ext cx="33300" cy="3330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0" name="ellipse_2257">
                <a:extLst>
                  <a:ext uri="{FF2B5EF4-FFF2-40B4-BE49-F238E27FC236}">
                    <a16:creationId xmlns:a16="http://schemas.microsoft.com/office/drawing/2014/main" id="{15FD3C46-6953-14AD-59AB-9C6A5E33B2DE}"/>
                  </a:ext>
                </a:extLst>
              </p:cNvPr>
              <p:cNvSpPr/>
              <p:nvPr/>
            </p:nvSpPr>
            <p:spPr>
              <a:xfrm>
                <a:off x="4612515" y="1554699"/>
                <a:ext cx="35513" cy="3551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1" name="ellipse_2258">
                <a:extLst>
                  <a:ext uri="{FF2B5EF4-FFF2-40B4-BE49-F238E27FC236}">
                    <a16:creationId xmlns:a16="http://schemas.microsoft.com/office/drawing/2014/main" id="{C7A68AAC-4EFF-713E-A867-A90115522155}"/>
                  </a:ext>
                </a:extLst>
              </p:cNvPr>
              <p:cNvSpPr/>
              <p:nvPr/>
            </p:nvSpPr>
            <p:spPr>
              <a:xfrm>
                <a:off x="4293316" y="1609491"/>
                <a:ext cx="35894" cy="3589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2" name="ellipse_2259">
                <a:extLst>
                  <a:ext uri="{FF2B5EF4-FFF2-40B4-BE49-F238E27FC236}">
                    <a16:creationId xmlns:a16="http://schemas.microsoft.com/office/drawing/2014/main" id="{3C8899FA-67F3-126C-4248-77344A030114}"/>
                  </a:ext>
                </a:extLst>
              </p:cNvPr>
              <p:cNvSpPr/>
              <p:nvPr/>
            </p:nvSpPr>
            <p:spPr>
              <a:xfrm>
                <a:off x="4465841" y="1446603"/>
                <a:ext cx="29343" cy="29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3" name="ellipse_2260">
                <a:extLst>
                  <a:ext uri="{FF2B5EF4-FFF2-40B4-BE49-F238E27FC236}">
                    <a16:creationId xmlns:a16="http://schemas.microsoft.com/office/drawing/2014/main" id="{90D87F51-DF59-1EA6-85EC-36311D3AB077}"/>
                  </a:ext>
                </a:extLst>
              </p:cNvPr>
              <p:cNvSpPr/>
              <p:nvPr/>
            </p:nvSpPr>
            <p:spPr>
              <a:xfrm>
                <a:off x="4395565" y="1451343"/>
                <a:ext cx="34062" cy="3406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4" name="ellipse_2261">
                <a:extLst>
                  <a:ext uri="{FF2B5EF4-FFF2-40B4-BE49-F238E27FC236}">
                    <a16:creationId xmlns:a16="http://schemas.microsoft.com/office/drawing/2014/main" id="{BE5A68D1-377F-D875-FE42-17FD201EC122}"/>
                  </a:ext>
                </a:extLst>
              </p:cNvPr>
              <p:cNvSpPr/>
              <p:nvPr/>
            </p:nvSpPr>
            <p:spPr>
              <a:xfrm>
                <a:off x="4447971" y="1453977"/>
                <a:ext cx="20526" cy="205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5" name="ellipse_2262">
                <a:extLst>
                  <a:ext uri="{FF2B5EF4-FFF2-40B4-BE49-F238E27FC236}">
                    <a16:creationId xmlns:a16="http://schemas.microsoft.com/office/drawing/2014/main" id="{B876050C-6B3A-F301-7B1B-FA3829A54D8C}"/>
                  </a:ext>
                </a:extLst>
              </p:cNvPr>
              <p:cNvSpPr/>
              <p:nvPr/>
            </p:nvSpPr>
            <p:spPr>
              <a:xfrm>
                <a:off x="4414105" y="1439212"/>
                <a:ext cx="23231" cy="23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8"/>
                  </a:gs>
                  <a:gs pos="43000">
                    <a:srgbClr val="E18F93"/>
                  </a:gs>
                  <a:gs pos="100000">
                    <a:srgbClr val="BA5F6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6" name="ellipse_2263">
                <a:extLst>
                  <a:ext uri="{FF2B5EF4-FFF2-40B4-BE49-F238E27FC236}">
                    <a16:creationId xmlns:a16="http://schemas.microsoft.com/office/drawing/2014/main" id="{961EE492-A948-C5EF-9277-1C977CCB822A}"/>
                  </a:ext>
                </a:extLst>
              </p:cNvPr>
              <p:cNvSpPr/>
              <p:nvPr/>
            </p:nvSpPr>
            <p:spPr>
              <a:xfrm>
                <a:off x="4382949" y="1613377"/>
                <a:ext cx="25360" cy="2536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7" name="ellipse_2264">
                <a:extLst>
                  <a:ext uri="{FF2B5EF4-FFF2-40B4-BE49-F238E27FC236}">
                    <a16:creationId xmlns:a16="http://schemas.microsoft.com/office/drawing/2014/main" id="{46EC269C-CEC1-ED7A-466E-091DDBDCCB7D}"/>
                  </a:ext>
                </a:extLst>
              </p:cNvPr>
              <p:cNvSpPr/>
              <p:nvPr/>
            </p:nvSpPr>
            <p:spPr>
              <a:xfrm>
                <a:off x="4431400" y="1599480"/>
                <a:ext cx="21660" cy="2166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7DC"/>
                  </a:gs>
                  <a:gs pos="100000">
                    <a:srgbClr val="5C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8" name="ellipse_2265">
                <a:extLst>
                  <a:ext uri="{FF2B5EF4-FFF2-40B4-BE49-F238E27FC236}">
                    <a16:creationId xmlns:a16="http://schemas.microsoft.com/office/drawing/2014/main" id="{55725C04-8FEA-AD8E-DD85-891F4A6810E9}"/>
                  </a:ext>
                </a:extLst>
              </p:cNvPr>
              <p:cNvSpPr/>
              <p:nvPr/>
            </p:nvSpPr>
            <p:spPr>
              <a:xfrm>
                <a:off x="4137969" y="1490081"/>
                <a:ext cx="25196" cy="2519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CABD7"/>
                  </a:gs>
                  <a:gs pos="100000">
                    <a:srgbClr val="46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9" name="ellipse_2266">
                <a:extLst>
                  <a:ext uri="{FF2B5EF4-FFF2-40B4-BE49-F238E27FC236}">
                    <a16:creationId xmlns:a16="http://schemas.microsoft.com/office/drawing/2014/main" id="{42115FD6-26BE-0181-3DA8-57FF5E517AC5}"/>
                  </a:ext>
                </a:extLst>
              </p:cNvPr>
              <p:cNvSpPr/>
              <p:nvPr/>
            </p:nvSpPr>
            <p:spPr>
              <a:xfrm>
                <a:off x="4390923" y="1523400"/>
                <a:ext cx="28756" cy="28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6CA"/>
                  </a:gs>
                  <a:gs pos="100000">
                    <a:srgbClr val="C89F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0" name="ellipse_2267">
                <a:extLst>
                  <a:ext uri="{FF2B5EF4-FFF2-40B4-BE49-F238E27FC236}">
                    <a16:creationId xmlns:a16="http://schemas.microsoft.com/office/drawing/2014/main" id="{3BDDE6BE-5C08-FC10-AEB0-74D680B8FD29}"/>
                  </a:ext>
                </a:extLst>
              </p:cNvPr>
              <p:cNvSpPr/>
              <p:nvPr/>
            </p:nvSpPr>
            <p:spPr>
              <a:xfrm>
                <a:off x="4421907" y="1413437"/>
                <a:ext cx="21785" cy="2178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8F8"/>
                  </a:gs>
                  <a:gs pos="43000">
                    <a:srgbClr val="F1DCDF"/>
                  </a:gs>
                  <a:gs pos="100000">
                    <a:srgbClr val="CDB8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1" name="ellipse_2268">
                <a:extLst>
                  <a:ext uri="{FF2B5EF4-FFF2-40B4-BE49-F238E27FC236}">
                    <a16:creationId xmlns:a16="http://schemas.microsoft.com/office/drawing/2014/main" id="{EC40A038-44BC-6EB6-42CC-2D7CFC880184}"/>
                  </a:ext>
                </a:extLst>
              </p:cNvPr>
              <p:cNvSpPr/>
              <p:nvPr/>
            </p:nvSpPr>
            <p:spPr>
              <a:xfrm>
                <a:off x="4389016" y="1638974"/>
                <a:ext cx="32977" cy="3297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2" name="ellipse_2269">
                <a:extLst>
                  <a:ext uri="{FF2B5EF4-FFF2-40B4-BE49-F238E27FC236}">
                    <a16:creationId xmlns:a16="http://schemas.microsoft.com/office/drawing/2014/main" id="{CD149784-DF08-1EE3-2451-AB393DCB362E}"/>
                  </a:ext>
                </a:extLst>
              </p:cNvPr>
              <p:cNvSpPr/>
              <p:nvPr/>
            </p:nvSpPr>
            <p:spPr>
              <a:xfrm>
                <a:off x="4134968" y="1559389"/>
                <a:ext cx="34498" cy="344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6E4F1"/>
                  </a:gs>
                  <a:gs pos="100000">
                    <a:srgbClr val="AE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3" name="ellipse_2270">
                <a:extLst>
                  <a:ext uri="{FF2B5EF4-FFF2-40B4-BE49-F238E27FC236}">
                    <a16:creationId xmlns:a16="http://schemas.microsoft.com/office/drawing/2014/main" id="{EE6FD8B8-D728-23B5-5EFE-A4A74FB34002}"/>
                  </a:ext>
                </a:extLst>
              </p:cNvPr>
              <p:cNvSpPr/>
              <p:nvPr/>
            </p:nvSpPr>
            <p:spPr>
              <a:xfrm>
                <a:off x="4362437" y="1655067"/>
                <a:ext cx="32745" cy="3274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4" name="ellipse_2271">
                <a:extLst>
                  <a:ext uri="{FF2B5EF4-FFF2-40B4-BE49-F238E27FC236}">
                    <a16:creationId xmlns:a16="http://schemas.microsoft.com/office/drawing/2014/main" id="{59E74F9F-59E5-55C0-4645-B9EDAC28E496}"/>
                  </a:ext>
                </a:extLst>
              </p:cNvPr>
              <p:cNvSpPr/>
              <p:nvPr/>
            </p:nvSpPr>
            <p:spPr>
              <a:xfrm>
                <a:off x="4190384" y="1452612"/>
                <a:ext cx="23442" cy="234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5" name="ellipse_2272">
                <a:extLst>
                  <a:ext uri="{FF2B5EF4-FFF2-40B4-BE49-F238E27FC236}">
                    <a16:creationId xmlns:a16="http://schemas.microsoft.com/office/drawing/2014/main" id="{8A6BEF51-3218-D5BE-EB33-322F535401D3}"/>
                  </a:ext>
                </a:extLst>
              </p:cNvPr>
              <p:cNvSpPr/>
              <p:nvPr/>
            </p:nvSpPr>
            <p:spPr>
              <a:xfrm>
                <a:off x="4191528" y="1431318"/>
                <a:ext cx="28918" cy="2891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6" name="ellipse_2273">
                <a:extLst>
                  <a:ext uri="{FF2B5EF4-FFF2-40B4-BE49-F238E27FC236}">
                    <a16:creationId xmlns:a16="http://schemas.microsoft.com/office/drawing/2014/main" id="{CA9B883F-2E6D-32B6-0DD4-67B2D60E9A32}"/>
                  </a:ext>
                </a:extLst>
              </p:cNvPr>
              <p:cNvSpPr/>
              <p:nvPr/>
            </p:nvSpPr>
            <p:spPr>
              <a:xfrm>
                <a:off x="4069030" y="1464721"/>
                <a:ext cx="29833" cy="29833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7" name="ellipse_2274">
                <a:extLst>
                  <a:ext uri="{FF2B5EF4-FFF2-40B4-BE49-F238E27FC236}">
                    <a16:creationId xmlns:a16="http://schemas.microsoft.com/office/drawing/2014/main" id="{8FDAA8A5-0ABF-8265-C5F9-5E2F4FF39934}"/>
                  </a:ext>
                </a:extLst>
              </p:cNvPr>
              <p:cNvSpPr/>
              <p:nvPr/>
            </p:nvSpPr>
            <p:spPr>
              <a:xfrm>
                <a:off x="4366890" y="1406820"/>
                <a:ext cx="36480" cy="36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8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8" name="ellipse_2275">
                <a:extLst>
                  <a:ext uri="{FF2B5EF4-FFF2-40B4-BE49-F238E27FC236}">
                    <a16:creationId xmlns:a16="http://schemas.microsoft.com/office/drawing/2014/main" id="{598D257B-D9D4-E7FC-E84F-5465B83312C6}"/>
                  </a:ext>
                </a:extLst>
              </p:cNvPr>
              <p:cNvSpPr/>
              <p:nvPr/>
            </p:nvSpPr>
            <p:spPr>
              <a:xfrm>
                <a:off x="4539539" y="1639101"/>
                <a:ext cx="31994" cy="3199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9" name="ellipse_2276">
                <a:extLst>
                  <a:ext uri="{FF2B5EF4-FFF2-40B4-BE49-F238E27FC236}">
                    <a16:creationId xmlns:a16="http://schemas.microsoft.com/office/drawing/2014/main" id="{0C69F19B-2398-D65F-FFD8-99C5CADDD5A1}"/>
                  </a:ext>
                </a:extLst>
              </p:cNvPr>
              <p:cNvSpPr/>
              <p:nvPr/>
            </p:nvSpPr>
            <p:spPr>
              <a:xfrm>
                <a:off x="4549589" y="1539226"/>
                <a:ext cx="29499" cy="2949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2CDE7"/>
                  </a:gs>
                  <a:gs pos="100000">
                    <a:srgbClr val="84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0" name="ellipse_2277">
                <a:extLst>
                  <a:ext uri="{FF2B5EF4-FFF2-40B4-BE49-F238E27FC236}">
                    <a16:creationId xmlns:a16="http://schemas.microsoft.com/office/drawing/2014/main" id="{9A9A674D-E069-577E-8458-D2B265468280}"/>
                  </a:ext>
                </a:extLst>
              </p:cNvPr>
              <p:cNvSpPr/>
              <p:nvPr/>
            </p:nvSpPr>
            <p:spPr>
              <a:xfrm>
                <a:off x="4446293" y="1479918"/>
                <a:ext cx="27511" cy="2751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1" name="ellipse_2278">
                <a:extLst>
                  <a:ext uri="{FF2B5EF4-FFF2-40B4-BE49-F238E27FC236}">
                    <a16:creationId xmlns:a16="http://schemas.microsoft.com/office/drawing/2014/main" id="{F84E03F8-04BD-D91A-E921-4FE24309885B}"/>
                  </a:ext>
                </a:extLst>
              </p:cNvPr>
              <p:cNvSpPr/>
              <p:nvPr/>
            </p:nvSpPr>
            <p:spPr>
              <a:xfrm>
                <a:off x="4355108" y="1592089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7"/>
                  </a:gs>
                  <a:gs pos="43000">
                    <a:srgbClr val="8AB3DA"/>
                  </a:gs>
                  <a:gs pos="100000">
                    <a:srgbClr val="5689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2" name="ellipse_2279">
                <a:extLst>
                  <a:ext uri="{FF2B5EF4-FFF2-40B4-BE49-F238E27FC236}">
                    <a16:creationId xmlns:a16="http://schemas.microsoft.com/office/drawing/2014/main" id="{B2F178A0-9562-C513-7070-8A5A786F54E6}"/>
                  </a:ext>
                </a:extLst>
              </p:cNvPr>
              <p:cNvSpPr/>
              <p:nvPr/>
            </p:nvSpPr>
            <p:spPr>
              <a:xfrm>
                <a:off x="4334201" y="1374235"/>
                <a:ext cx="33937" cy="3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EB6DC"/>
                  </a:gs>
                  <a:gs pos="100000">
                    <a:srgbClr val="5B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3" name="ellipse_2280">
                <a:extLst>
                  <a:ext uri="{FF2B5EF4-FFF2-40B4-BE49-F238E27FC236}">
                    <a16:creationId xmlns:a16="http://schemas.microsoft.com/office/drawing/2014/main" id="{B54ACA45-60C2-DDF9-5088-BBD1CF8A5A92}"/>
                  </a:ext>
                </a:extLst>
              </p:cNvPr>
              <p:cNvSpPr/>
              <p:nvPr/>
            </p:nvSpPr>
            <p:spPr>
              <a:xfrm>
                <a:off x="4208173" y="1505071"/>
                <a:ext cx="28611" cy="2861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8"/>
                  </a:gs>
                  <a:gs pos="43000">
                    <a:srgbClr val="8BB4DB"/>
                  </a:gs>
                  <a:gs pos="100000">
                    <a:srgbClr val="578A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4" name="ellipse_2281">
                <a:extLst>
                  <a:ext uri="{FF2B5EF4-FFF2-40B4-BE49-F238E27FC236}">
                    <a16:creationId xmlns:a16="http://schemas.microsoft.com/office/drawing/2014/main" id="{9DC697D8-BD04-23AD-A84A-80BFF6151455}"/>
                  </a:ext>
                </a:extLst>
              </p:cNvPr>
              <p:cNvSpPr/>
              <p:nvPr/>
            </p:nvSpPr>
            <p:spPr>
              <a:xfrm>
                <a:off x="4351038" y="1462430"/>
                <a:ext cx="22124" cy="22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9"/>
                  </a:gs>
                  <a:gs pos="43000">
                    <a:srgbClr val="F2E0E2"/>
                  </a:gs>
                  <a:gs pos="100000">
                    <a:srgbClr val="CEB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5" name="ellipse_2282">
                <a:extLst>
                  <a:ext uri="{FF2B5EF4-FFF2-40B4-BE49-F238E27FC236}">
                    <a16:creationId xmlns:a16="http://schemas.microsoft.com/office/drawing/2014/main" id="{4C14E0A0-30D2-667B-E61C-ECD6C7806775}"/>
                  </a:ext>
                </a:extLst>
              </p:cNvPr>
              <p:cNvSpPr/>
              <p:nvPr/>
            </p:nvSpPr>
            <p:spPr>
              <a:xfrm>
                <a:off x="4165466" y="1438010"/>
                <a:ext cx="20358" cy="20358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6" name="ellipse_2283">
                <a:extLst>
                  <a:ext uri="{FF2B5EF4-FFF2-40B4-BE49-F238E27FC236}">
                    <a16:creationId xmlns:a16="http://schemas.microsoft.com/office/drawing/2014/main" id="{0AA5EF0A-3CF9-0DB5-BB59-ADF57EAE2433}"/>
                  </a:ext>
                </a:extLst>
              </p:cNvPr>
              <p:cNvSpPr/>
              <p:nvPr/>
            </p:nvSpPr>
            <p:spPr>
              <a:xfrm>
                <a:off x="4536548" y="1543850"/>
                <a:ext cx="20077" cy="2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7" name="ellipse_2284">
                <a:extLst>
                  <a:ext uri="{FF2B5EF4-FFF2-40B4-BE49-F238E27FC236}">
                    <a16:creationId xmlns:a16="http://schemas.microsoft.com/office/drawing/2014/main" id="{392BB639-E35F-F935-1C88-CAF4CA123E86}"/>
                  </a:ext>
                </a:extLst>
              </p:cNvPr>
              <p:cNvSpPr/>
              <p:nvPr/>
            </p:nvSpPr>
            <p:spPr>
              <a:xfrm>
                <a:off x="4385205" y="1582957"/>
                <a:ext cx="35418" cy="3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8" name="ellipse_2285">
                <a:extLst>
                  <a:ext uri="{FF2B5EF4-FFF2-40B4-BE49-F238E27FC236}">
                    <a16:creationId xmlns:a16="http://schemas.microsoft.com/office/drawing/2014/main" id="{FD08CAA3-E009-6933-4B87-C8939E14E50B}"/>
                  </a:ext>
                </a:extLst>
              </p:cNvPr>
              <p:cNvSpPr/>
              <p:nvPr/>
            </p:nvSpPr>
            <p:spPr>
              <a:xfrm>
                <a:off x="4454362" y="1598960"/>
                <a:ext cx="22052" cy="22052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0B7DC"/>
                  </a:gs>
                  <a:gs pos="100000">
                    <a:srgbClr val="5D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9" name="ellipse_2286">
                <a:extLst>
                  <a:ext uri="{FF2B5EF4-FFF2-40B4-BE49-F238E27FC236}">
                    <a16:creationId xmlns:a16="http://schemas.microsoft.com/office/drawing/2014/main" id="{4AD0E781-21B2-F3FA-627F-84AF45683451}"/>
                  </a:ext>
                </a:extLst>
              </p:cNvPr>
              <p:cNvSpPr/>
              <p:nvPr/>
            </p:nvSpPr>
            <p:spPr>
              <a:xfrm>
                <a:off x="4291069" y="1582444"/>
                <a:ext cx="24245" cy="24245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0" name="ellipse_2287">
                <a:extLst>
                  <a:ext uri="{FF2B5EF4-FFF2-40B4-BE49-F238E27FC236}">
                    <a16:creationId xmlns:a16="http://schemas.microsoft.com/office/drawing/2014/main" id="{253AA24F-994A-A57A-3910-1155918841A0}"/>
                  </a:ext>
                </a:extLst>
              </p:cNvPr>
              <p:cNvSpPr/>
              <p:nvPr/>
            </p:nvSpPr>
            <p:spPr>
              <a:xfrm>
                <a:off x="4344184" y="1617285"/>
                <a:ext cx="22334" cy="22334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1" name="ellipse_2288">
                <a:extLst>
                  <a:ext uri="{FF2B5EF4-FFF2-40B4-BE49-F238E27FC236}">
                    <a16:creationId xmlns:a16="http://schemas.microsoft.com/office/drawing/2014/main" id="{43B94F58-480F-4C8B-125B-065DDEC4EDED}"/>
                  </a:ext>
                </a:extLst>
              </p:cNvPr>
              <p:cNvSpPr/>
              <p:nvPr/>
            </p:nvSpPr>
            <p:spPr>
              <a:xfrm>
                <a:off x="4426069" y="1482377"/>
                <a:ext cx="19818" cy="19818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2" name="ellipse_2289">
                <a:extLst>
                  <a:ext uri="{FF2B5EF4-FFF2-40B4-BE49-F238E27FC236}">
                    <a16:creationId xmlns:a16="http://schemas.microsoft.com/office/drawing/2014/main" id="{08D9680C-F865-BE66-D39E-9E6A51E1A466}"/>
                  </a:ext>
                </a:extLst>
              </p:cNvPr>
              <p:cNvSpPr/>
              <p:nvPr/>
            </p:nvSpPr>
            <p:spPr>
              <a:xfrm>
                <a:off x="4442307" y="1575762"/>
                <a:ext cx="27470" cy="27470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EE7"/>
                  </a:gs>
                  <a:gs pos="100000">
                    <a:srgbClr val="86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3" name="ellipse_2290">
                <a:extLst>
                  <a:ext uri="{FF2B5EF4-FFF2-40B4-BE49-F238E27FC236}">
                    <a16:creationId xmlns:a16="http://schemas.microsoft.com/office/drawing/2014/main" id="{B3C08194-D7F9-CB22-D536-FB0DC41DAAB3}"/>
                  </a:ext>
                </a:extLst>
              </p:cNvPr>
              <p:cNvSpPr/>
              <p:nvPr/>
            </p:nvSpPr>
            <p:spPr>
              <a:xfrm>
                <a:off x="4523153" y="1390255"/>
                <a:ext cx="35635" cy="3563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4" name="ellipse_2291">
                <a:extLst>
                  <a:ext uri="{FF2B5EF4-FFF2-40B4-BE49-F238E27FC236}">
                    <a16:creationId xmlns:a16="http://schemas.microsoft.com/office/drawing/2014/main" id="{70CE7A59-4412-60F1-77BF-DBF1D1BA64EF}"/>
                  </a:ext>
                </a:extLst>
              </p:cNvPr>
              <p:cNvSpPr/>
              <p:nvPr/>
            </p:nvSpPr>
            <p:spPr>
              <a:xfrm>
                <a:off x="4236158" y="1526463"/>
                <a:ext cx="28446" cy="28446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5" name="ellipse_2292">
                <a:extLst>
                  <a:ext uri="{FF2B5EF4-FFF2-40B4-BE49-F238E27FC236}">
                    <a16:creationId xmlns:a16="http://schemas.microsoft.com/office/drawing/2014/main" id="{59A2E113-543F-6B4B-6B02-A03665A53710}"/>
                  </a:ext>
                </a:extLst>
              </p:cNvPr>
              <p:cNvSpPr/>
              <p:nvPr/>
            </p:nvSpPr>
            <p:spPr>
              <a:xfrm>
                <a:off x="4170501" y="1585016"/>
                <a:ext cx="25613" cy="256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E"/>
                  </a:gs>
                  <a:gs pos="43000">
                    <a:srgbClr val="ECF2F8"/>
                  </a:gs>
                  <a:gs pos="100000">
                    <a:srgbClr val="C7D1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6" name="ellipse_2293">
                <a:extLst>
                  <a:ext uri="{FF2B5EF4-FFF2-40B4-BE49-F238E27FC236}">
                    <a16:creationId xmlns:a16="http://schemas.microsoft.com/office/drawing/2014/main" id="{8A73232B-382F-B81A-36E4-912278444259}"/>
                  </a:ext>
                </a:extLst>
              </p:cNvPr>
              <p:cNvSpPr/>
              <p:nvPr/>
            </p:nvSpPr>
            <p:spPr>
              <a:xfrm>
                <a:off x="4426597" y="1550333"/>
                <a:ext cx="33399" cy="3339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0F4F9"/>
                  </a:gs>
                  <a:gs pos="100000">
                    <a:srgbClr val="CCD4D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7" name="ellipse_2294">
                <a:extLst>
                  <a:ext uri="{FF2B5EF4-FFF2-40B4-BE49-F238E27FC236}">
                    <a16:creationId xmlns:a16="http://schemas.microsoft.com/office/drawing/2014/main" id="{7193E0C7-BCE3-D10A-E81E-883020761A18}"/>
                  </a:ext>
                </a:extLst>
              </p:cNvPr>
              <p:cNvSpPr/>
              <p:nvPr/>
            </p:nvSpPr>
            <p:spPr>
              <a:xfrm>
                <a:off x="4455596" y="1563737"/>
                <a:ext cx="21726" cy="21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8E5F2"/>
                  </a:gs>
                  <a:gs pos="100000">
                    <a:srgbClr val="B0C2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8" name="ellipse_2295">
                <a:extLst>
                  <a:ext uri="{FF2B5EF4-FFF2-40B4-BE49-F238E27FC236}">
                    <a16:creationId xmlns:a16="http://schemas.microsoft.com/office/drawing/2014/main" id="{2ACE80A4-512A-5CB7-1C92-2DDD69B64D62}"/>
                  </a:ext>
                </a:extLst>
              </p:cNvPr>
              <p:cNvSpPr/>
              <p:nvPr/>
            </p:nvSpPr>
            <p:spPr>
              <a:xfrm>
                <a:off x="4206873" y="1503948"/>
                <a:ext cx="19608" cy="19608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9" name="ellipse_2296">
                <a:extLst>
                  <a:ext uri="{FF2B5EF4-FFF2-40B4-BE49-F238E27FC236}">
                    <a16:creationId xmlns:a16="http://schemas.microsoft.com/office/drawing/2014/main" id="{B7A7B16E-0A91-F357-6C78-3E7B4933FF71}"/>
                  </a:ext>
                </a:extLst>
              </p:cNvPr>
              <p:cNvSpPr/>
              <p:nvPr/>
            </p:nvSpPr>
            <p:spPr>
              <a:xfrm>
                <a:off x="4164462" y="1485793"/>
                <a:ext cx="22000" cy="2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0" name="ellipse_2297">
                <a:extLst>
                  <a:ext uri="{FF2B5EF4-FFF2-40B4-BE49-F238E27FC236}">
                    <a16:creationId xmlns:a16="http://schemas.microsoft.com/office/drawing/2014/main" id="{A31BEB6F-A7DD-6B35-887A-EDCB2F9B4D40}"/>
                  </a:ext>
                </a:extLst>
              </p:cNvPr>
              <p:cNvSpPr/>
              <p:nvPr/>
            </p:nvSpPr>
            <p:spPr>
              <a:xfrm>
                <a:off x="4121930" y="1427187"/>
                <a:ext cx="36580" cy="36580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1" name="ellipse_2298">
                <a:extLst>
                  <a:ext uri="{FF2B5EF4-FFF2-40B4-BE49-F238E27FC236}">
                    <a16:creationId xmlns:a16="http://schemas.microsoft.com/office/drawing/2014/main" id="{30975C5D-7570-5FAA-7B87-0728F5F12419}"/>
                  </a:ext>
                </a:extLst>
              </p:cNvPr>
              <p:cNvSpPr/>
              <p:nvPr/>
            </p:nvSpPr>
            <p:spPr>
              <a:xfrm>
                <a:off x="4439517" y="1446263"/>
                <a:ext cx="30433" cy="3043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2" name="ellipse_2299">
                <a:extLst>
                  <a:ext uri="{FF2B5EF4-FFF2-40B4-BE49-F238E27FC236}">
                    <a16:creationId xmlns:a16="http://schemas.microsoft.com/office/drawing/2014/main" id="{7504A012-0A7D-8AA8-74BE-1777535616E4}"/>
                  </a:ext>
                </a:extLst>
              </p:cNvPr>
              <p:cNvSpPr/>
              <p:nvPr/>
            </p:nvSpPr>
            <p:spPr>
              <a:xfrm>
                <a:off x="4187240" y="1542165"/>
                <a:ext cx="30589" cy="30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3D7EC"/>
                  </a:gs>
                  <a:gs pos="100000">
                    <a:srgbClr val="98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3" name="ellipse_2300">
                <a:extLst>
                  <a:ext uri="{FF2B5EF4-FFF2-40B4-BE49-F238E27FC236}">
                    <a16:creationId xmlns:a16="http://schemas.microsoft.com/office/drawing/2014/main" id="{52A737BC-C43F-656D-2D99-AFAF04785036}"/>
                  </a:ext>
                </a:extLst>
              </p:cNvPr>
              <p:cNvSpPr/>
              <p:nvPr/>
            </p:nvSpPr>
            <p:spPr>
              <a:xfrm>
                <a:off x="4382159" y="1608073"/>
                <a:ext cx="23377" cy="23377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4" name="ellipse_2301">
                <a:extLst>
                  <a:ext uri="{FF2B5EF4-FFF2-40B4-BE49-F238E27FC236}">
                    <a16:creationId xmlns:a16="http://schemas.microsoft.com/office/drawing/2014/main" id="{F9F2B9CE-5ACF-875D-0881-C9E29EC84642}"/>
                  </a:ext>
                </a:extLst>
              </p:cNvPr>
              <p:cNvSpPr/>
              <p:nvPr/>
            </p:nvSpPr>
            <p:spPr>
              <a:xfrm>
                <a:off x="4245686" y="1551510"/>
                <a:ext cx="28620" cy="28620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CC9E5"/>
                  </a:gs>
                  <a:gs pos="100000">
                    <a:srgbClr val="7EA2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5" name="ellipse_2302">
                <a:extLst>
                  <a:ext uri="{FF2B5EF4-FFF2-40B4-BE49-F238E27FC236}">
                    <a16:creationId xmlns:a16="http://schemas.microsoft.com/office/drawing/2014/main" id="{6853A3A4-9BE3-CDFF-A9AB-8253CADD06B7}"/>
                  </a:ext>
                </a:extLst>
              </p:cNvPr>
              <p:cNvSpPr/>
              <p:nvPr/>
            </p:nvSpPr>
            <p:spPr>
              <a:xfrm>
                <a:off x="4125026" y="1435844"/>
                <a:ext cx="31657" cy="31657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6" name="ellipse_2303">
                <a:extLst>
                  <a:ext uri="{FF2B5EF4-FFF2-40B4-BE49-F238E27FC236}">
                    <a16:creationId xmlns:a16="http://schemas.microsoft.com/office/drawing/2014/main" id="{7AB280F1-40D1-6343-C609-22B22CFDA1D1}"/>
                  </a:ext>
                </a:extLst>
              </p:cNvPr>
              <p:cNvSpPr/>
              <p:nvPr/>
            </p:nvSpPr>
            <p:spPr>
              <a:xfrm>
                <a:off x="4319199" y="1400240"/>
                <a:ext cx="22469" cy="22469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BDE"/>
                  </a:gs>
                  <a:gs pos="100000">
                    <a:srgbClr val="62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7" name="ellipse_2304">
                <a:extLst>
                  <a:ext uri="{FF2B5EF4-FFF2-40B4-BE49-F238E27FC236}">
                    <a16:creationId xmlns:a16="http://schemas.microsoft.com/office/drawing/2014/main" id="{46F0B9F9-87A7-F33E-6656-A9C3C403D728}"/>
                  </a:ext>
                </a:extLst>
              </p:cNvPr>
              <p:cNvSpPr/>
              <p:nvPr/>
            </p:nvSpPr>
            <p:spPr>
              <a:xfrm>
                <a:off x="4310408" y="1650641"/>
                <a:ext cx="33967" cy="3396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8" name="ellipse_2305">
                <a:extLst>
                  <a:ext uri="{FF2B5EF4-FFF2-40B4-BE49-F238E27FC236}">
                    <a16:creationId xmlns:a16="http://schemas.microsoft.com/office/drawing/2014/main" id="{408AC0DE-E50D-F340-2B7B-391903247FD3}"/>
                  </a:ext>
                </a:extLst>
              </p:cNvPr>
              <p:cNvSpPr/>
              <p:nvPr/>
            </p:nvSpPr>
            <p:spPr>
              <a:xfrm>
                <a:off x="4296212" y="1597039"/>
                <a:ext cx="25772" cy="25772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A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9" name="ellipse_2306">
                <a:extLst>
                  <a:ext uri="{FF2B5EF4-FFF2-40B4-BE49-F238E27FC236}">
                    <a16:creationId xmlns:a16="http://schemas.microsoft.com/office/drawing/2014/main" id="{AD085B50-C1D7-8FBE-0312-9394704C2E59}"/>
                  </a:ext>
                </a:extLst>
              </p:cNvPr>
              <p:cNvSpPr/>
              <p:nvPr/>
            </p:nvSpPr>
            <p:spPr>
              <a:xfrm>
                <a:off x="4408152" y="1634290"/>
                <a:ext cx="19526" cy="1952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0" name="ellipse_2307">
                <a:extLst>
                  <a:ext uri="{FF2B5EF4-FFF2-40B4-BE49-F238E27FC236}">
                    <a16:creationId xmlns:a16="http://schemas.microsoft.com/office/drawing/2014/main" id="{65345B58-8165-AA73-759D-612BD5146C5D}"/>
                  </a:ext>
                </a:extLst>
              </p:cNvPr>
              <p:cNvSpPr/>
              <p:nvPr/>
            </p:nvSpPr>
            <p:spPr>
              <a:xfrm>
                <a:off x="4292052" y="1602925"/>
                <a:ext cx="27039" cy="27039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5DC"/>
                  </a:gs>
                  <a:gs pos="100000">
                    <a:srgbClr val="598B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1" name="ellipse_2308">
                <a:extLst>
                  <a:ext uri="{FF2B5EF4-FFF2-40B4-BE49-F238E27FC236}">
                    <a16:creationId xmlns:a16="http://schemas.microsoft.com/office/drawing/2014/main" id="{E8D2777F-4912-194A-C1E0-C6F692339C22}"/>
                  </a:ext>
                </a:extLst>
              </p:cNvPr>
              <p:cNvSpPr/>
              <p:nvPr/>
            </p:nvSpPr>
            <p:spPr>
              <a:xfrm>
                <a:off x="4487851" y="1368093"/>
                <a:ext cx="29410" cy="29410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0E1"/>
                  </a:gs>
                  <a:gs pos="100000">
                    <a:srgbClr val="6E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2" name="ellipse_2309">
                <a:extLst>
                  <a:ext uri="{FF2B5EF4-FFF2-40B4-BE49-F238E27FC236}">
                    <a16:creationId xmlns:a16="http://schemas.microsoft.com/office/drawing/2014/main" id="{B3B2AC70-DD97-0D27-BE79-97C208159589}"/>
                  </a:ext>
                </a:extLst>
              </p:cNvPr>
              <p:cNvSpPr/>
              <p:nvPr/>
            </p:nvSpPr>
            <p:spPr>
              <a:xfrm>
                <a:off x="4373452" y="1624571"/>
                <a:ext cx="28823" cy="2882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3" name="ellipse_2310">
                <a:extLst>
                  <a:ext uri="{FF2B5EF4-FFF2-40B4-BE49-F238E27FC236}">
                    <a16:creationId xmlns:a16="http://schemas.microsoft.com/office/drawing/2014/main" id="{A3CDDEE0-C2AC-7252-82D4-9C8896827B1A}"/>
                  </a:ext>
                </a:extLst>
              </p:cNvPr>
              <p:cNvSpPr/>
              <p:nvPr/>
            </p:nvSpPr>
            <p:spPr>
              <a:xfrm>
                <a:off x="4442845" y="1573986"/>
                <a:ext cx="33095" cy="3309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4" name="ellipse_2311">
                <a:extLst>
                  <a:ext uri="{FF2B5EF4-FFF2-40B4-BE49-F238E27FC236}">
                    <a16:creationId xmlns:a16="http://schemas.microsoft.com/office/drawing/2014/main" id="{19FDE5D4-A79A-BAB3-699D-934123196260}"/>
                  </a:ext>
                </a:extLst>
              </p:cNvPr>
              <p:cNvSpPr/>
              <p:nvPr/>
            </p:nvSpPr>
            <p:spPr>
              <a:xfrm>
                <a:off x="4142514" y="1474122"/>
                <a:ext cx="33416" cy="3341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5" name="ellipse_2312">
                <a:extLst>
                  <a:ext uri="{FF2B5EF4-FFF2-40B4-BE49-F238E27FC236}">
                    <a16:creationId xmlns:a16="http://schemas.microsoft.com/office/drawing/2014/main" id="{1CB58910-8CB3-3E8B-2A8C-D497AD8B1A33}"/>
                  </a:ext>
                </a:extLst>
              </p:cNvPr>
              <p:cNvSpPr/>
              <p:nvPr/>
            </p:nvSpPr>
            <p:spPr>
              <a:xfrm>
                <a:off x="4441787" y="1628137"/>
                <a:ext cx="24264" cy="2426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6" name="ellipse_2313">
                <a:extLst>
                  <a:ext uri="{FF2B5EF4-FFF2-40B4-BE49-F238E27FC236}">
                    <a16:creationId xmlns:a16="http://schemas.microsoft.com/office/drawing/2014/main" id="{183E0386-0E25-0A37-D0EA-204B0CB14AFD}"/>
                  </a:ext>
                </a:extLst>
              </p:cNvPr>
              <p:cNvSpPr/>
              <p:nvPr/>
            </p:nvSpPr>
            <p:spPr>
              <a:xfrm>
                <a:off x="4210200" y="1605956"/>
                <a:ext cx="25913" cy="25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7" name="ellipse_2314">
                <a:extLst>
                  <a:ext uri="{FF2B5EF4-FFF2-40B4-BE49-F238E27FC236}">
                    <a16:creationId xmlns:a16="http://schemas.microsoft.com/office/drawing/2014/main" id="{51C94930-566A-03EB-907A-151D8E71AD1C}"/>
                  </a:ext>
                </a:extLst>
              </p:cNvPr>
              <p:cNvSpPr/>
              <p:nvPr/>
            </p:nvSpPr>
            <p:spPr>
              <a:xfrm>
                <a:off x="4389420" y="1621757"/>
                <a:ext cx="29758" cy="29758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8" name="ellipse_2315">
                <a:extLst>
                  <a:ext uri="{FF2B5EF4-FFF2-40B4-BE49-F238E27FC236}">
                    <a16:creationId xmlns:a16="http://schemas.microsoft.com/office/drawing/2014/main" id="{914F855C-3003-10FD-9BDC-417F2B96C15C}"/>
                  </a:ext>
                </a:extLst>
              </p:cNvPr>
              <p:cNvSpPr/>
              <p:nvPr/>
            </p:nvSpPr>
            <p:spPr>
              <a:xfrm>
                <a:off x="4357703" y="1564816"/>
                <a:ext cx="31476" cy="31476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6C5E3"/>
                  </a:gs>
                  <a:gs pos="100000">
                    <a:srgbClr val="779E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9" name="ellipse_2316">
                <a:extLst>
                  <a:ext uri="{FF2B5EF4-FFF2-40B4-BE49-F238E27FC236}">
                    <a16:creationId xmlns:a16="http://schemas.microsoft.com/office/drawing/2014/main" id="{6757CFCE-C03C-58AC-7150-E0845E73EBF2}"/>
                  </a:ext>
                </a:extLst>
              </p:cNvPr>
              <p:cNvSpPr/>
              <p:nvPr/>
            </p:nvSpPr>
            <p:spPr>
              <a:xfrm>
                <a:off x="4551183" y="1555710"/>
                <a:ext cx="19732" cy="1973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0" name="ellipse_2317">
                <a:extLst>
                  <a:ext uri="{FF2B5EF4-FFF2-40B4-BE49-F238E27FC236}">
                    <a16:creationId xmlns:a16="http://schemas.microsoft.com/office/drawing/2014/main" id="{8AA527AC-AB6B-E4EF-2B08-1684D8BADB09}"/>
                  </a:ext>
                </a:extLst>
              </p:cNvPr>
              <p:cNvSpPr/>
              <p:nvPr/>
            </p:nvSpPr>
            <p:spPr>
              <a:xfrm>
                <a:off x="4268846" y="1396019"/>
                <a:ext cx="29486" cy="2948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1" name="ellipse_2318">
                <a:extLst>
                  <a:ext uri="{FF2B5EF4-FFF2-40B4-BE49-F238E27FC236}">
                    <a16:creationId xmlns:a16="http://schemas.microsoft.com/office/drawing/2014/main" id="{3EAA6AD6-B6BC-AFB5-AA33-80EA9F8B669C}"/>
                  </a:ext>
                </a:extLst>
              </p:cNvPr>
              <p:cNvSpPr/>
              <p:nvPr/>
            </p:nvSpPr>
            <p:spPr>
              <a:xfrm>
                <a:off x="4147675" y="1517892"/>
                <a:ext cx="26511" cy="26511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8BDDF"/>
                  </a:gs>
                  <a:gs pos="100000">
                    <a:srgbClr val="66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2" name="ellipse_2319">
                <a:extLst>
                  <a:ext uri="{FF2B5EF4-FFF2-40B4-BE49-F238E27FC236}">
                    <a16:creationId xmlns:a16="http://schemas.microsoft.com/office/drawing/2014/main" id="{D102539D-7B00-8EC6-7DB2-8F80D83A3B37}"/>
                  </a:ext>
                </a:extLst>
              </p:cNvPr>
              <p:cNvSpPr/>
              <p:nvPr/>
            </p:nvSpPr>
            <p:spPr>
              <a:xfrm>
                <a:off x="4181039" y="1509495"/>
                <a:ext cx="31700" cy="317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3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</p:grpSp>
    </p:spTree>
    <p:extLst>
      <p:ext uri="{BB962C8B-B14F-4D97-AF65-F5344CB8AC3E}">
        <p14:creationId xmlns:p14="http://schemas.microsoft.com/office/powerpoint/2010/main" val="347359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568</Words>
  <Application>Microsoft Office PowerPoint</Application>
  <PresentationFormat>自定义</PresentationFormat>
  <Paragraphs>205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AdaLigand Methods figure — three composition studies</dc:title>
  <dc:subject>Find and Match mechanism studies with fully editable vector objects</dc:subject>
  <dc:creator>Hongen Peng</dc:creator>
  <cp:keywords/>
  <dc:description>All molecular objects are schematics. No bitmap media are embedded. Documents and annotations provided in the conversation are the scientific and editorial basis.</dc:description>
  <cp:lastModifiedBy>Hongen Peng</cp:lastModifiedBy>
  <cp:revision>16</cp:revision>
  <dcterms:created xsi:type="dcterms:W3CDTF">2013-01-27T09:14:16Z</dcterms:created>
  <dcterms:modified xsi:type="dcterms:W3CDTF">2026-10-01T13:56:33Z</dcterms:modified>
  <cp:category/>
</cp:coreProperties>
</file>